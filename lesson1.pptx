
<file path=[Content_Types].xml><?xml version="1.0" encoding="utf-8"?>
<Types xmlns="http://schemas.openxmlformats.org/package/2006/content-types">
  <Default Extension="fntdata" ContentType="application/x-fontdata"/>
  <Default Extension="jfif"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embedTrueTypeFonts="1" saveSubsetFonts="1" autoCompressPictures="0">
  <p:sldMasterIdLst>
    <p:sldMasterId id="2147483648" r:id="rId1"/>
  </p:sldMasterIdLst>
  <p:notesMasterIdLst>
    <p:notesMasterId r:id="rId30"/>
  </p:notesMasterIdLst>
  <p:sldIdLst>
    <p:sldId id="256" r:id="rId2"/>
    <p:sldId id="378" r:id="rId3"/>
    <p:sldId id="406" r:id="rId4"/>
    <p:sldId id="407" r:id="rId5"/>
    <p:sldId id="408" r:id="rId6"/>
    <p:sldId id="409" r:id="rId7"/>
    <p:sldId id="410" r:id="rId8"/>
    <p:sldId id="411" r:id="rId9"/>
    <p:sldId id="389" r:id="rId10"/>
    <p:sldId id="257" r:id="rId11"/>
    <p:sldId id="390" r:id="rId12"/>
    <p:sldId id="391" r:id="rId13"/>
    <p:sldId id="384" r:id="rId14"/>
    <p:sldId id="392" r:id="rId15"/>
    <p:sldId id="393" r:id="rId16"/>
    <p:sldId id="394" r:id="rId17"/>
    <p:sldId id="395" r:id="rId18"/>
    <p:sldId id="396" r:id="rId19"/>
    <p:sldId id="397" r:id="rId20"/>
    <p:sldId id="398" r:id="rId21"/>
    <p:sldId id="399" r:id="rId22"/>
    <p:sldId id="400" r:id="rId23"/>
    <p:sldId id="401" r:id="rId24"/>
    <p:sldId id="403" r:id="rId25"/>
    <p:sldId id="385" r:id="rId26"/>
    <p:sldId id="404" r:id="rId27"/>
    <p:sldId id="405" r:id="rId28"/>
    <p:sldId id="383" r:id="rId29"/>
  </p:sldIdLst>
  <p:sldSz cx="9144000" cy="5143500" type="screen16x9"/>
  <p:notesSz cx="6888163" cy="10021888"/>
  <p:embeddedFontLst>
    <p:embeddedFont>
      <p:font typeface="Arvo" panose="020B0604020202020204" charset="0"/>
      <p:regular r:id="rId31"/>
      <p:bold r:id="rId32"/>
      <p:italic r:id="rId33"/>
      <p:boldItalic r:id="rId34"/>
    </p:embeddedFont>
    <p:embeddedFont>
      <p:font typeface="Roboto" panose="02000000000000000000" pitchFamily="2" charset="0"/>
      <p:regular r:id="rId35"/>
      <p:bold r:id="rId36"/>
      <p:italic r:id="rId37"/>
      <p:boldItalic r:id="rId38"/>
    </p:embeddedFont>
    <p:embeddedFont>
      <p:font typeface="Roboto Condensed" panose="02000000000000000000" pitchFamily="2" charset="0"/>
      <p:regular r:id="rId39"/>
      <p:bold r:id="rId40"/>
      <p:italic r:id="rId41"/>
      <p:boldItalic r:id="rId42"/>
    </p:embeddedFont>
    <p:embeddedFont>
      <p:font typeface="Roboto Condensed Light" panose="02000000000000000000" pitchFamily="2" charset="0"/>
      <p:regular r:id="rId43"/>
      <p:italic r:id="rId44"/>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F537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970" autoAdjust="0"/>
    <p:restoredTop sz="94343" autoAdjust="0"/>
  </p:normalViewPr>
  <p:slideViewPr>
    <p:cSldViewPr snapToGrid="0">
      <p:cViewPr>
        <p:scale>
          <a:sx n="116" d="100"/>
          <a:sy n="116" d="100"/>
        </p:scale>
        <p:origin x="69" y="255"/>
      </p:cViewPr>
      <p:guideLst/>
    </p:cSldViewPr>
  </p:slideViewPr>
  <p:notesTextViewPr>
    <p:cViewPr>
      <p:scale>
        <a:sx n="3" d="2"/>
        <a:sy n="3" d="2"/>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9.fntdata"/><Relationship Id="rId21" Type="http://schemas.openxmlformats.org/officeDocument/2006/relationships/slide" Target="slides/slide20.xml"/><Relationship Id="rId34" Type="http://schemas.openxmlformats.org/officeDocument/2006/relationships/font" Target="fonts/font4.fntdata"/><Relationship Id="rId42" Type="http://schemas.openxmlformats.org/officeDocument/2006/relationships/font" Target="fonts/font12.fntdata"/><Relationship Id="rId47"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2.fntdata"/><Relationship Id="rId37" Type="http://schemas.openxmlformats.org/officeDocument/2006/relationships/font" Target="fonts/font7.fntdata"/><Relationship Id="rId40" Type="http://schemas.openxmlformats.org/officeDocument/2006/relationships/font" Target="fonts/font10.fntdata"/><Relationship Id="rId45"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font" Target="fonts/font6.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1.fntdata"/><Relationship Id="rId44" Type="http://schemas.openxmlformats.org/officeDocument/2006/relationships/font" Target="fonts/font14.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35" Type="http://schemas.openxmlformats.org/officeDocument/2006/relationships/font" Target="fonts/font5.fntdata"/><Relationship Id="rId43" Type="http://schemas.openxmlformats.org/officeDocument/2006/relationships/font" Target="fonts/font13.fntdata"/><Relationship Id="rId48"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3.fntdata"/><Relationship Id="rId38" Type="http://schemas.openxmlformats.org/officeDocument/2006/relationships/font" Target="fonts/font8.fntdata"/><Relationship Id="rId46"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font" Target="fonts/font11.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04775" y="752475"/>
            <a:ext cx="6678613" cy="3757613"/>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8817" y="4760397"/>
            <a:ext cx="5510530" cy="4509850"/>
          </a:xfrm>
          <a:prstGeom prst="rect">
            <a:avLst/>
          </a:prstGeom>
          <a:noFill/>
          <a:ln>
            <a:noFill/>
          </a:ln>
        </p:spPr>
        <p:txBody>
          <a:bodyPr spcFirstLastPara="1" wrap="square" lIns="96608" tIns="96608" rIns="96608" bIns="96608" anchor="t" anchorCtr="0"/>
          <a:lstStyle>
            <a:lvl1pPr marL="457200" lvl="0" indent="-317500">
              <a:spcBef>
                <a:spcPts val="0"/>
              </a:spcBef>
              <a:spcAft>
                <a:spcPts val="0"/>
              </a:spcAft>
              <a:buSzPts val="1400"/>
              <a:buChar char="●"/>
              <a:defRPr sz="1100"/>
            </a:lvl1pPr>
            <a:lvl2pPr marL="914400" lvl="1" indent="-317500">
              <a:spcBef>
                <a:spcPts val="0"/>
              </a:spcBef>
              <a:spcAft>
                <a:spcPts val="0"/>
              </a:spcAft>
              <a:buSzPts val="1400"/>
              <a:buChar char="○"/>
              <a:defRPr sz="1100"/>
            </a:lvl2pPr>
            <a:lvl3pPr marL="1371600" lvl="2" indent="-317500">
              <a:spcBef>
                <a:spcPts val="0"/>
              </a:spcBef>
              <a:spcAft>
                <a:spcPts val="0"/>
              </a:spcAft>
              <a:buSzPts val="1400"/>
              <a:buChar char="■"/>
              <a:defRPr sz="1100"/>
            </a:lvl3pPr>
            <a:lvl4pPr marL="1828800" lvl="3" indent="-317500">
              <a:spcBef>
                <a:spcPts val="0"/>
              </a:spcBef>
              <a:spcAft>
                <a:spcPts val="0"/>
              </a:spcAft>
              <a:buSzPts val="1400"/>
              <a:buChar char="●"/>
              <a:defRPr sz="1100"/>
            </a:lvl4pPr>
            <a:lvl5pPr marL="2286000" lvl="4" indent="-317500">
              <a:spcBef>
                <a:spcPts val="0"/>
              </a:spcBef>
              <a:spcAft>
                <a:spcPts val="0"/>
              </a:spcAft>
              <a:buSzPts val="1400"/>
              <a:buChar char="○"/>
              <a:defRPr sz="1100"/>
            </a:lvl5pPr>
            <a:lvl6pPr marL="2743200" lvl="5" indent="-317500">
              <a:spcBef>
                <a:spcPts val="0"/>
              </a:spcBef>
              <a:spcAft>
                <a:spcPts val="0"/>
              </a:spcAft>
              <a:buSzPts val="1400"/>
              <a:buChar char="■"/>
              <a:defRPr sz="1100"/>
            </a:lvl6pPr>
            <a:lvl7pPr marL="3200400" lvl="6" indent="-317500">
              <a:spcBef>
                <a:spcPts val="0"/>
              </a:spcBef>
              <a:spcAft>
                <a:spcPts val="0"/>
              </a:spcAft>
              <a:buSzPts val="1400"/>
              <a:buChar char="●"/>
              <a:defRPr sz="1100"/>
            </a:lvl7pPr>
            <a:lvl8pPr marL="3657600" lvl="7" indent="-317500">
              <a:spcBef>
                <a:spcPts val="0"/>
              </a:spcBef>
              <a:spcAft>
                <a:spcPts val="0"/>
              </a:spcAft>
              <a:buSzPts val="1400"/>
              <a:buChar char="○"/>
              <a:defRPr sz="1100"/>
            </a:lvl8pPr>
            <a:lvl9pPr marL="4114800" lvl="8" indent="-317500">
              <a:spcBef>
                <a:spcPts val="0"/>
              </a:spcBef>
              <a:spcAft>
                <a:spcPts val="0"/>
              </a:spcAft>
              <a:buSzPts val="14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0"/>
        <p:cNvGrpSpPr/>
        <p:nvPr/>
      </p:nvGrpSpPr>
      <p:grpSpPr>
        <a:xfrm>
          <a:off x="0" y="0"/>
          <a:ext cx="0" cy="0"/>
          <a:chOff x="0" y="0"/>
          <a:chExt cx="0" cy="0"/>
        </a:xfrm>
      </p:grpSpPr>
      <p:sp>
        <p:nvSpPr>
          <p:cNvPr id="181" name="Google Shape;181;g35f391192_00:notes"/>
          <p:cNvSpPr>
            <a:spLocks noGrp="1" noRot="1" noChangeAspect="1"/>
          </p:cNvSpPr>
          <p:nvPr>
            <p:ph type="sldImg" idx="2"/>
          </p:nvPr>
        </p:nvSpPr>
        <p:spPr>
          <a:xfrm>
            <a:off x="104775" y="752475"/>
            <a:ext cx="6678613" cy="3757613"/>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2" name="Google Shape;182;g35f391192_00:notes"/>
          <p:cNvSpPr txBox="1">
            <a:spLocks noGrp="1"/>
          </p:cNvSpPr>
          <p:nvPr>
            <p:ph type="body" idx="1"/>
          </p:nvPr>
        </p:nvSpPr>
        <p:spPr>
          <a:xfrm>
            <a:off x="688817" y="4760397"/>
            <a:ext cx="5510530" cy="4509850"/>
          </a:xfrm>
          <a:prstGeom prst="rect">
            <a:avLst/>
          </a:prstGeom>
        </p:spPr>
        <p:txBody>
          <a:bodyPr spcFirstLastPara="1" wrap="square" lIns="96608" tIns="96608" rIns="96608" bIns="96608" anchor="t" anchorCtr="0">
            <a:noAutofit/>
          </a:bodyPr>
          <a:lstStyle/>
          <a:p>
            <a:pPr marL="0" indent="0">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5"/>
        <p:cNvGrpSpPr/>
        <p:nvPr/>
      </p:nvGrpSpPr>
      <p:grpSpPr>
        <a:xfrm>
          <a:off x="0" y="0"/>
          <a:ext cx="0" cy="0"/>
          <a:chOff x="0" y="0"/>
          <a:chExt cx="0" cy="0"/>
        </a:xfrm>
      </p:grpSpPr>
      <p:sp>
        <p:nvSpPr>
          <p:cNvPr id="186" name="Google Shape;186;g3606f1c2d_30:notes"/>
          <p:cNvSpPr>
            <a:spLocks noGrp="1" noRot="1" noChangeAspect="1"/>
          </p:cNvSpPr>
          <p:nvPr>
            <p:ph type="sldImg" idx="2"/>
          </p:nvPr>
        </p:nvSpPr>
        <p:spPr>
          <a:xfrm>
            <a:off x="104775" y="752475"/>
            <a:ext cx="6678613" cy="3757613"/>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7" name="Google Shape;187;g3606f1c2d_30:notes"/>
          <p:cNvSpPr txBox="1">
            <a:spLocks noGrp="1"/>
          </p:cNvSpPr>
          <p:nvPr>
            <p:ph type="body" idx="1"/>
          </p:nvPr>
        </p:nvSpPr>
        <p:spPr>
          <a:xfrm>
            <a:off x="688817" y="4760397"/>
            <a:ext cx="5510530" cy="4509850"/>
          </a:xfrm>
          <a:prstGeom prst="rect">
            <a:avLst/>
          </a:prstGeom>
        </p:spPr>
        <p:txBody>
          <a:bodyPr spcFirstLastPara="1" wrap="square" lIns="96608" tIns="96608" rIns="96608" bIns="96608" anchor="t" anchorCtr="0">
            <a:noAutofit/>
          </a:bodyPr>
          <a:lstStyle/>
          <a:p>
            <a:pPr marL="0" indent="0">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5">
          <a:extLst>
            <a:ext uri="{FF2B5EF4-FFF2-40B4-BE49-F238E27FC236}">
              <a16:creationId xmlns:a16="http://schemas.microsoft.com/office/drawing/2014/main" id="{D73D7E3A-6BB5-5932-B04B-A1E6F4C43373}"/>
            </a:ext>
          </a:extLst>
        </p:cNvPr>
        <p:cNvGrpSpPr/>
        <p:nvPr/>
      </p:nvGrpSpPr>
      <p:grpSpPr>
        <a:xfrm>
          <a:off x="0" y="0"/>
          <a:ext cx="0" cy="0"/>
          <a:chOff x="0" y="0"/>
          <a:chExt cx="0" cy="0"/>
        </a:xfrm>
      </p:grpSpPr>
      <p:sp>
        <p:nvSpPr>
          <p:cNvPr id="186" name="Google Shape;186;g3606f1c2d_30:notes">
            <a:extLst>
              <a:ext uri="{FF2B5EF4-FFF2-40B4-BE49-F238E27FC236}">
                <a16:creationId xmlns:a16="http://schemas.microsoft.com/office/drawing/2014/main" id="{C69CE80F-53D7-DD75-49D2-CF2065BDAC3B}"/>
              </a:ext>
            </a:extLst>
          </p:cNvPr>
          <p:cNvSpPr>
            <a:spLocks noGrp="1" noRot="1" noChangeAspect="1"/>
          </p:cNvSpPr>
          <p:nvPr>
            <p:ph type="sldImg" idx="2"/>
          </p:nvPr>
        </p:nvSpPr>
        <p:spPr>
          <a:xfrm>
            <a:off x="104775" y="752475"/>
            <a:ext cx="6678613" cy="3757613"/>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7" name="Google Shape;187;g3606f1c2d_30:notes">
            <a:extLst>
              <a:ext uri="{FF2B5EF4-FFF2-40B4-BE49-F238E27FC236}">
                <a16:creationId xmlns:a16="http://schemas.microsoft.com/office/drawing/2014/main" id="{29C6365F-47C1-4430-9ABF-D61A123B83D6}"/>
              </a:ext>
            </a:extLst>
          </p:cNvPr>
          <p:cNvSpPr txBox="1">
            <a:spLocks noGrp="1"/>
          </p:cNvSpPr>
          <p:nvPr>
            <p:ph type="body" idx="1"/>
          </p:nvPr>
        </p:nvSpPr>
        <p:spPr>
          <a:xfrm>
            <a:off x="688817" y="4760397"/>
            <a:ext cx="5510530" cy="4509850"/>
          </a:xfrm>
          <a:prstGeom prst="rect">
            <a:avLst/>
          </a:prstGeom>
        </p:spPr>
        <p:txBody>
          <a:bodyPr spcFirstLastPara="1" wrap="square" lIns="96608" tIns="96608" rIns="96608" bIns="96608" anchor="t" anchorCtr="0">
            <a:noAutofit/>
          </a:bodyPr>
          <a:lstStyle/>
          <a:p>
            <a:pPr marL="0" indent="0">
              <a:buNone/>
            </a:pPr>
            <a:endParaRPr/>
          </a:p>
        </p:txBody>
      </p:sp>
    </p:spTree>
    <p:extLst>
      <p:ext uri="{BB962C8B-B14F-4D97-AF65-F5344CB8AC3E}">
        <p14:creationId xmlns:p14="http://schemas.microsoft.com/office/powerpoint/2010/main" val="258887214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5">
          <a:extLst>
            <a:ext uri="{FF2B5EF4-FFF2-40B4-BE49-F238E27FC236}">
              <a16:creationId xmlns:a16="http://schemas.microsoft.com/office/drawing/2014/main" id="{FE29DCBF-9FB8-89C8-1422-7BA3B35B9A5A}"/>
            </a:ext>
          </a:extLst>
        </p:cNvPr>
        <p:cNvGrpSpPr/>
        <p:nvPr/>
      </p:nvGrpSpPr>
      <p:grpSpPr>
        <a:xfrm>
          <a:off x="0" y="0"/>
          <a:ext cx="0" cy="0"/>
          <a:chOff x="0" y="0"/>
          <a:chExt cx="0" cy="0"/>
        </a:xfrm>
      </p:grpSpPr>
      <p:sp>
        <p:nvSpPr>
          <p:cNvPr id="186" name="Google Shape;186;g3606f1c2d_30:notes">
            <a:extLst>
              <a:ext uri="{FF2B5EF4-FFF2-40B4-BE49-F238E27FC236}">
                <a16:creationId xmlns:a16="http://schemas.microsoft.com/office/drawing/2014/main" id="{55A11395-2FC9-A1BA-9B44-0D76827338B0}"/>
              </a:ext>
            </a:extLst>
          </p:cNvPr>
          <p:cNvSpPr>
            <a:spLocks noGrp="1" noRot="1" noChangeAspect="1"/>
          </p:cNvSpPr>
          <p:nvPr>
            <p:ph type="sldImg" idx="2"/>
          </p:nvPr>
        </p:nvSpPr>
        <p:spPr>
          <a:xfrm>
            <a:off x="104775" y="752475"/>
            <a:ext cx="6678613" cy="3757613"/>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7" name="Google Shape;187;g3606f1c2d_30:notes">
            <a:extLst>
              <a:ext uri="{FF2B5EF4-FFF2-40B4-BE49-F238E27FC236}">
                <a16:creationId xmlns:a16="http://schemas.microsoft.com/office/drawing/2014/main" id="{EF423F9E-E2C4-21F4-2F05-476C4957B3DC}"/>
              </a:ext>
            </a:extLst>
          </p:cNvPr>
          <p:cNvSpPr txBox="1">
            <a:spLocks noGrp="1"/>
          </p:cNvSpPr>
          <p:nvPr>
            <p:ph type="body" idx="1"/>
          </p:nvPr>
        </p:nvSpPr>
        <p:spPr>
          <a:xfrm>
            <a:off x="688817" y="4760397"/>
            <a:ext cx="5510530" cy="4509850"/>
          </a:xfrm>
          <a:prstGeom prst="rect">
            <a:avLst/>
          </a:prstGeom>
        </p:spPr>
        <p:txBody>
          <a:bodyPr spcFirstLastPara="1" wrap="square" lIns="96608" tIns="96608" rIns="96608" bIns="96608" anchor="t" anchorCtr="0">
            <a:noAutofit/>
          </a:bodyPr>
          <a:lstStyle/>
          <a:p>
            <a:pPr marL="0" indent="0">
              <a:buNone/>
            </a:pPr>
            <a:endParaRPr/>
          </a:p>
        </p:txBody>
      </p:sp>
    </p:spTree>
    <p:extLst>
      <p:ext uri="{BB962C8B-B14F-4D97-AF65-F5344CB8AC3E}">
        <p14:creationId xmlns:p14="http://schemas.microsoft.com/office/powerpoint/2010/main" val="58296141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5"/>
        <p:cNvGrpSpPr/>
        <p:nvPr/>
      </p:nvGrpSpPr>
      <p:grpSpPr>
        <a:xfrm>
          <a:off x="0" y="0"/>
          <a:ext cx="0" cy="0"/>
          <a:chOff x="0" y="0"/>
          <a:chExt cx="0" cy="0"/>
        </a:xfrm>
      </p:grpSpPr>
      <p:sp>
        <p:nvSpPr>
          <p:cNvPr id="186" name="Google Shape;186;g3606f1c2d_30:notes"/>
          <p:cNvSpPr>
            <a:spLocks noGrp="1" noRot="1" noChangeAspect="1"/>
          </p:cNvSpPr>
          <p:nvPr>
            <p:ph type="sldImg" idx="2"/>
          </p:nvPr>
        </p:nvSpPr>
        <p:spPr>
          <a:xfrm>
            <a:off x="104775" y="752475"/>
            <a:ext cx="6678613" cy="3757613"/>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7" name="Google Shape;187;g3606f1c2d_30:notes"/>
          <p:cNvSpPr txBox="1">
            <a:spLocks noGrp="1"/>
          </p:cNvSpPr>
          <p:nvPr>
            <p:ph type="body" idx="1"/>
          </p:nvPr>
        </p:nvSpPr>
        <p:spPr>
          <a:xfrm>
            <a:off x="688817" y="4760397"/>
            <a:ext cx="5510530" cy="4509850"/>
          </a:xfrm>
          <a:prstGeom prst="rect">
            <a:avLst/>
          </a:prstGeom>
        </p:spPr>
        <p:txBody>
          <a:bodyPr spcFirstLastPara="1" wrap="square" lIns="96608" tIns="96608" rIns="96608" bIns="96608" anchor="t" anchorCtr="0">
            <a:noAutofit/>
          </a:bodyPr>
          <a:lstStyle/>
          <a:p>
            <a:pPr marL="0" indent="0">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5">
          <a:extLst>
            <a:ext uri="{FF2B5EF4-FFF2-40B4-BE49-F238E27FC236}">
              <a16:creationId xmlns:a16="http://schemas.microsoft.com/office/drawing/2014/main" id="{7AB664F3-9609-F1CE-5CF7-A5F049A6245A}"/>
            </a:ext>
          </a:extLst>
        </p:cNvPr>
        <p:cNvGrpSpPr/>
        <p:nvPr/>
      </p:nvGrpSpPr>
      <p:grpSpPr>
        <a:xfrm>
          <a:off x="0" y="0"/>
          <a:ext cx="0" cy="0"/>
          <a:chOff x="0" y="0"/>
          <a:chExt cx="0" cy="0"/>
        </a:xfrm>
      </p:grpSpPr>
      <p:sp>
        <p:nvSpPr>
          <p:cNvPr id="186" name="Google Shape;186;g3606f1c2d_30:notes">
            <a:extLst>
              <a:ext uri="{FF2B5EF4-FFF2-40B4-BE49-F238E27FC236}">
                <a16:creationId xmlns:a16="http://schemas.microsoft.com/office/drawing/2014/main" id="{32872571-A3C4-851F-2B21-EA7BAE028AC6}"/>
              </a:ext>
            </a:extLst>
          </p:cNvPr>
          <p:cNvSpPr>
            <a:spLocks noGrp="1" noRot="1" noChangeAspect="1"/>
          </p:cNvSpPr>
          <p:nvPr>
            <p:ph type="sldImg" idx="2"/>
          </p:nvPr>
        </p:nvSpPr>
        <p:spPr>
          <a:xfrm>
            <a:off x="104775" y="752475"/>
            <a:ext cx="6678613" cy="3757613"/>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7" name="Google Shape;187;g3606f1c2d_30:notes">
            <a:extLst>
              <a:ext uri="{FF2B5EF4-FFF2-40B4-BE49-F238E27FC236}">
                <a16:creationId xmlns:a16="http://schemas.microsoft.com/office/drawing/2014/main" id="{2F895CA9-48FD-3DC9-0537-E2590E705477}"/>
              </a:ext>
            </a:extLst>
          </p:cNvPr>
          <p:cNvSpPr txBox="1">
            <a:spLocks noGrp="1"/>
          </p:cNvSpPr>
          <p:nvPr>
            <p:ph type="body" idx="1"/>
          </p:nvPr>
        </p:nvSpPr>
        <p:spPr>
          <a:xfrm>
            <a:off x="688817" y="4760397"/>
            <a:ext cx="5510530" cy="4509850"/>
          </a:xfrm>
          <a:prstGeom prst="rect">
            <a:avLst/>
          </a:prstGeom>
        </p:spPr>
        <p:txBody>
          <a:bodyPr spcFirstLastPara="1" wrap="square" lIns="96608" tIns="96608" rIns="96608" bIns="96608" anchor="t" anchorCtr="0">
            <a:noAutofit/>
          </a:bodyPr>
          <a:lstStyle/>
          <a:p>
            <a:pPr marL="0" indent="0">
              <a:buNone/>
            </a:pPr>
            <a:endParaRPr/>
          </a:p>
        </p:txBody>
      </p:sp>
    </p:spTree>
    <p:extLst>
      <p:ext uri="{BB962C8B-B14F-4D97-AF65-F5344CB8AC3E}">
        <p14:creationId xmlns:p14="http://schemas.microsoft.com/office/powerpoint/2010/main" val="158604882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5">
          <a:extLst>
            <a:ext uri="{FF2B5EF4-FFF2-40B4-BE49-F238E27FC236}">
              <a16:creationId xmlns:a16="http://schemas.microsoft.com/office/drawing/2014/main" id="{99C6943C-A4A2-C921-9A9F-476713599B24}"/>
            </a:ext>
          </a:extLst>
        </p:cNvPr>
        <p:cNvGrpSpPr/>
        <p:nvPr/>
      </p:nvGrpSpPr>
      <p:grpSpPr>
        <a:xfrm>
          <a:off x="0" y="0"/>
          <a:ext cx="0" cy="0"/>
          <a:chOff x="0" y="0"/>
          <a:chExt cx="0" cy="0"/>
        </a:xfrm>
      </p:grpSpPr>
      <p:sp>
        <p:nvSpPr>
          <p:cNvPr id="186" name="Google Shape;186;g3606f1c2d_30:notes">
            <a:extLst>
              <a:ext uri="{FF2B5EF4-FFF2-40B4-BE49-F238E27FC236}">
                <a16:creationId xmlns:a16="http://schemas.microsoft.com/office/drawing/2014/main" id="{3C1AB32B-3331-0710-C90C-9368A39DA83C}"/>
              </a:ext>
            </a:extLst>
          </p:cNvPr>
          <p:cNvSpPr>
            <a:spLocks noGrp="1" noRot="1" noChangeAspect="1"/>
          </p:cNvSpPr>
          <p:nvPr>
            <p:ph type="sldImg" idx="2"/>
          </p:nvPr>
        </p:nvSpPr>
        <p:spPr>
          <a:xfrm>
            <a:off x="104775" y="752475"/>
            <a:ext cx="6678613" cy="3757613"/>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7" name="Google Shape;187;g3606f1c2d_30:notes">
            <a:extLst>
              <a:ext uri="{FF2B5EF4-FFF2-40B4-BE49-F238E27FC236}">
                <a16:creationId xmlns:a16="http://schemas.microsoft.com/office/drawing/2014/main" id="{B3B5F960-5938-5659-B74C-D589161D4C36}"/>
              </a:ext>
            </a:extLst>
          </p:cNvPr>
          <p:cNvSpPr txBox="1">
            <a:spLocks noGrp="1"/>
          </p:cNvSpPr>
          <p:nvPr>
            <p:ph type="body" idx="1"/>
          </p:nvPr>
        </p:nvSpPr>
        <p:spPr>
          <a:xfrm>
            <a:off x="688817" y="4760397"/>
            <a:ext cx="5510530" cy="4509850"/>
          </a:xfrm>
          <a:prstGeom prst="rect">
            <a:avLst/>
          </a:prstGeom>
        </p:spPr>
        <p:txBody>
          <a:bodyPr spcFirstLastPara="1" wrap="square" lIns="96608" tIns="96608" rIns="96608" bIns="96608" anchor="t" anchorCtr="0">
            <a:noAutofit/>
          </a:bodyPr>
          <a:lstStyle/>
          <a:p>
            <a:pPr marL="0" indent="0">
              <a:buNone/>
            </a:pPr>
            <a:endParaRPr/>
          </a:p>
        </p:txBody>
      </p:sp>
    </p:spTree>
    <p:extLst>
      <p:ext uri="{BB962C8B-B14F-4D97-AF65-F5344CB8AC3E}">
        <p14:creationId xmlns:p14="http://schemas.microsoft.com/office/powerpoint/2010/main" val="276502020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5">
          <a:extLst>
            <a:ext uri="{FF2B5EF4-FFF2-40B4-BE49-F238E27FC236}">
              <a16:creationId xmlns:a16="http://schemas.microsoft.com/office/drawing/2014/main" id="{EC006FEA-B6C3-5620-F4F5-91D408529DC1}"/>
            </a:ext>
          </a:extLst>
        </p:cNvPr>
        <p:cNvGrpSpPr/>
        <p:nvPr/>
      </p:nvGrpSpPr>
      <p:grpSpPr>
        <a:xfrm>
          <a:off x="0" y="0"/>
          <a:ext cx="0" cy="0"/>
          <a:chOff x="0" y="0"/>
          <a:chExt cx="0" cy="0"/>
        </a:xfrm>
      </p:grpSpPr>
      <p:sp>
        <p:nvSpPr>
          <p:cNvPr id="186" name="Google Shape;186;g3606f1c2d_30:notes">
            <a:extLst>
              <a:ext uri="{FF2B5EF4-FFF2-40B4-BE49-F238E27FC236}">
                <a16:creationId xmlns:a16="http://schemas.microsoft.com/office/drawing/2014/main" id="{58249EDF-2C41-1AE7-AE95-96230B6B6063}"/>
              </a:ext>
            </a:extLst>
          </p:cNvPr>
          <p:cNvSpPr>
            <a:spLocks noGrp="1" noRot="1" noChangeAspect="1"/>
          </p:cNvSpPr>
          <p:nvPr>
            <p:ph type="sldImg" idx="2"/>
          </p:nvPr>
        </p:nvSpPr>
        <p:spPr>
          <a:xfrm>
            <a:off x="104775" y="752475"/>
            <a:ext cx="6678613" cy="3757613"/>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7" name="Google Shape;187;g3606f1c2d_30:notes">
            <a:extLst>
              <a:ext uri="{FF2B5EF4-FFF2-40B4-BE49-F238E27FC236}">
                <a16:creationId xmlns:a16="http://schemas.microsoft.com/office/drawing/2014/main" id="{9DBE69B5-E61E-CCE6-F89A-DA91FBC3E171}"/>
              </a:ext>
            </a:extLst>
          </p:cNvPr>
          <p:cNvSpPr txBox="1">
            <a:spLocks noGrp="1"/>
          </p:cNvSpPr>
          <p:nvPr>
            <p:ph type="body" idx="1"/>
          </p:nvPr>
        </p:nvSpPr>
        <p:spPr>
          <a:xfrm>
            <a:off x="688817" y="4760397"/>
            <a:ext cx="5510530" cy="4509850"/>
          </a:xfrm>
          <a:prstGeom prst="rect">
            <a:avLst/>
          </a:prstGeom>
        </p:spPr>
        <p:txBody>
          <a:bodyPr spcFirstLastPara="1" wrap="square" lIns="96608" tIns="96608" rIns="96608" bIns="96608" anchor="t" anchorCtr="0">
            <a:noAutofit/>
          </a:bodyPr>
          <a:lstStyle/>
          <a:p>
            <a:pPr marL="0" indent="0">
              <a:buNone/>
            </a:pPr>
            <a:endParaRPr/>
          </a:p>
        </p:txBody>
      </p:sp>
    </p:spTree>
    <p:extLst>
      <p:ext uri="{BB962C8B-B14F-4D97-AF65-F5344CB8AC3E}">
        <p14:creationId xmlns:p14="http://schemas.microsoft.com/office/powerpoint/2010/main" val="204411674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5">
          <a:extLst>
            <a:ext uri="{FF2B5EF4-FFF2-40B4-BE49-F238E27FC236}">
              <a16:creationId xmlns:a16="http://schemas.microsoft.com/office/drawing/2014/main" id="{797C877B-53D0-1C06-98E2-EEDB42D2805F}"/>
            </a:ext>
          </a:extLst>
        </p:cNvPr>
        <p:cNvGrpSpPr/>
        <p:nvPr/>
      </p:nvGrpSpPr>
      <p:grpSpPr>
        <a:xfrm>
          <a:off x="0" y="0"/>
          <a:ext cx="0" cy="0"/>
          <a:chOff x="0" y="0"/>
          <a:chExt cx="0" cy="0"/>
        </a:xfrm>
      </p:grpSpPr>
      <p:sp>
        <p:nvSpPr>
          <p:cNvPr id="186" name="Google Shape;186;g3606f1c2d_30:notes">
            <a:extLst>
              <a:ext uri="{FF2B5EF4-FFF2-40B4-BE49-F238E27FC236}">
                <a16:creationId xmlns:a16="http://schemas.microsoft.com/office/drawing/2014/main" id="{792725BE-796F-7D40-EF93-53CCCDB7E045}"/>
              </a:ext>
            </a:extLst>
          </p:cNvPr>
          <p:cNvSpPr>
            <a:spLocks noGrp="1" noRot="1" noChangeAspect="1"/>
          </p:cNvSpPr>
          <p:nvPr>
            <p:ph type="sldImg" idx="2"/>
          </p:nvPr>
        </p:nvSpPr>
        <p:spPr>
          <a:xfrm>
            <a:off x="104775" y="752475"/>
            <a:ext cx="6678613" cy="3757613"/>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7" name="Google Shape;187;g3606f1c2d_30:notes">
            <a:extLst>
              <a:ext uri="{FF2B5EF4-FFF2-40B4-BE49-F238E27FC236}">
                <a16:creationId xmlns:a16="http://schemas.microsoft.com/office/drawing/2014/main" id="{48DC44D4-AFC3-0659-8C6A-9FC4054FF84F}"/>
              </a:ext>
            </a:extLst>
          </p:cNvPr>
          <p:cNvSpPr txBox="1">
            <a:spLocks noGrp="1"/>
          </p:cNvSpPr>
          <p:nvPr>
            <p:ph type="body" idx="1"/>
          </p:nvPr>
        </p:nvSpPr>
        <p:spPr>
          <a:xfrm>
            <a:off x="688817" y="4760397"/>
            <a:ext cx="5510530" cy="4509850"/>
          </a:xfrm>
          <a:prstGeom prst="rect">
            <a:avLst/>
          </a:prstGeom>
        </p:spPr>
        <p:txBody>
          <a:bodyPr spcFirstLastPara="1" wrap="square" lIns="96608" tIns="96608" rIns="96608" bIns="96608" anchor="t" anchorCtr="0">
            <a:noAutofit/>
          </a:bodyPr>
          <a:lstStyle/>
          <a:p>
            <a:pPr marL="0" indent="0">
              <a:buNone/>
            </a:pPr>
            <a:endParaRPr/>
          </a:p>
        </p:txBody>
      </p:sp>
    </p:spTree>
    <p:extLst>
      <p:ext uri="{BB962C8B-B14F-4D97-AF65-F5344CB8AC3E}">
        <p14:creationId xmlns:p14="http://schemas.microsoft.com/office/powerpoint/2010/main" val="402792086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5">
          <a:extLst>
            <a:ext uri="{FF2B5EF4-FFF2-40B4-BE49-F238E27FC236}">
              <a16:creationId xmlns:a16="http://schemas.microsoft.com/office/drawing/2014/main" id="{BD953A73-9948-E26D-FE4F-6AD812D7CEA9}"/>
            </a:ext>
          </a:extLst>
        </p:cNvPr>
        <p:cNvGrpSpPr/>
        <p:nvPr/>
      </p:nvGrpSpPr>
      <p:grpSpPr>
        <a:xfrm>
          <a:off x="0" y="0"/>
          <a:ext cx="0" cy="0"/>
          <a:chOff x="0" y="0"/>
          <a:chExt cx="0" cy="0"/>
        </a:xfrm>
      </p:grpSpPr>
      <p:sp>
        <p:nvSpPr>
          <p:cNvPr id="186" name="Google Shape;186;g3606f1c2d_30:notes">
            <a:extLst>
              <a:ext uri="{FF2B5EF4-FFF2-40B4-BE49-F238E27FC236}">
                <a16:creationId xmlns:a16="http://schemas.microsoft.com/office/drawing/2014/main" id="{9FDE7E6B-27D5-8B22-7B56-4C5F2D88C67A}"/>
              </a:ext>
            </a:extLst>
          </p:cNvPr>
          <p:cNvSpPr>
            <a:spLocks noGrp="1" noRot="1" noChangeAspect="1"/>
          </p:cNvSpPr>
          <p:nvPr>
            <p:ph type="sldImg" idx="2"/>
          </p:nvPr>
        </p:nvSpPr>
        <p:spPr>
          <a:xfrm>
            <a:off x="104775" y="752475"/>
            <a:ext cx="6678613" cy="3757613"/>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7" name="Google Shape;187;g3606f1c2d_30:notes">
            <a:extLst>
              <a:ext uri="{FF2B5EF4-FFF2-40B4-BE49-F238E27FC236}">
                <a16:creationId xmlns:a16="http://schemas.microsoft.com/office/drawing/2014/main" id="{70584070-B02A-70E7-21E9-4A66D13256D0}"/>
              </a:ext>
            </a:extLst>
          </p:cNvPr>
          <p:cNvSpPr txBox="1">
            <a:spLocks noGrp="1"/>
          </p:cNvSpPr>
          <p:nvPr>
            <p:ph type="body" idx="1"/>
          </p:nvPr>
        </p:nvSpPr>
        <p:spPr>
          <a:xfrm>
            <a:off x="688817" y="4760397"/>
            <a:ext cx="5510530" cy="4509850"/>
          </a:xfrm>
          <a:prstGeom prst="rect">
            <a:avLst/>
          </a:prstGeom>
        </p:spPr>
        <p:txBody>
          <a:bodyPr spcFirstLastPara="1" wrap="square" lIns="96608" tIns="96608" rIns="96608" bIns="96608" anchor="t" anchorCtr="0">
            <a:noAutofit/>
          </a:bodyPr>
          <a:lstStyle/>
          <a:p>
            <a:pPr marL="0" indent="0">
              <a:buNone/>
            </a:pPr>
            <a:endParaRPr/>
          </a:p>
        </p:txBody>
      </p:sp>
    </p:spTree>
    <p:extLst>
      <p:ext uri="{BB962C8B-B14F-4D97-AF65-F5344CB8AC3E}">
        <p14:creationId xmlns:p14="http://schemas.microsoft.com/office/powerpoint/2010/main" val="302324607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5">
          <a:extLst>
            <a:ext uri="{FF2B5EF4-FFF2-40B4-BE49-F238E27FC236}">
              <a16:creationId xmlns:a16="http://schemas.microsoft.com/office/drawing/2014/main" id="{C57B32A3-197D-4B0D-224F-189B3667B7DC}"/>
            </a:ext>
          </a:extLst>
        </p:cNvPr>
        <p:cNvGrpSpPr/>
        <p:nvPr/>
      </p:nvGrpSpPr>
      <p:grpSpPr>
        <a:xfrm>
          <a:off x="0" y="0"/>
          <a:ext cx="0" cy="0"/>
          <a:chOff x="0" y="0"/>
          <a:chExt cx="0" cy="0"/>
        </a:xfrm>
      </p:grpSpPr>
      <p:sp>
        <p:nvSpPr>
          <p:cNvPr id="186" name="Google Shape;186;g3606f1c2d_30:notes">
            <a:extLst>
              <a:ext uri="{FF2B5EF4-FFF2-40B4-BE49-F238E27FC236}">
                <a16:creationId xmlns:a16="http://schemas.microsoft.com/office/drawing/2014/main" id="{9B86DD4B-72F9-3CA9-A176-2BC2A577D4F5}"/>
              </a:ext>
            </a:extLst>
          </p:cNvPr>
          <p:cNvSpPr>
            <a:spLocks noGrp="1" noRot="1" noChangeAspect="1"/>
          </p:cNvSpPr>
          <p:nvPr>
            <p:ph type="sldImg" idx="2"/>
          </p:nvPr>
        </p:nvSpPr>
        <p:spPr>
          <a:xfrm>
            <a:off x="104775" y="752475"/>
            <a:ext cx="6678613" cy="3757613"/>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7" name="Google Shape;187;g3606f1c2d_30:notes">
            <a:extLst>
              <a:ext uri="{FF2B5EF4-FFF2-40B4-BE49-F238E27FC236}">
                <a16:creationId xmlns:a16="http://schemas.microsoft.com/office/drawing/2014/main" id="{F2C3C7C8-A7B2-8F2E-EE11-1C20E2A2043D}"/>
              </a:ext>
            </a:extLst>
          </p:cNvPr>
          <p:cNvSpPr txBox="1">
            <a:spLocks noGrp="1"/>
          </p:cNvSpPr>
          <p:nvPr>
            <p:ph type="body" idx="1"/>
          </p:nvPr>
        </p:nvSpPr>
        <p:spPr>
          <a:xfrm>
            <a:off x="688817" y="4760397"/>
            <a:ext cx="5510530" cy="4509850"/>
          </a:xfrm>
          <a:prstGeom prst="rect">
            <a:avLst/>
          </a:prstGeom>
        </p:spPr>
        <p:txBody>
          <a:bodyPr spcFirstLastPara="1" wrap="square" lIns="96608" tIns="96608" rIns="96608" bIns="96608" anchor="t" anchorCtr="0">
            <a:noAutofit/>
          </a:bodyPr>
          <a:lstStyle/>
          <a:p>
            <a:pPr marL="0" indent="0">
              <a:buNone/>
            </a:pPr>
            <a:endParaRPr/>
          </a:p>
        </p:txBody>
      </p:sp>
    </p:spTree>
    <p:extLst>
      <p:ext uri="{BB962C8B-B14F-4D97-AF65-F5344CB8AC3E}">
        <p14:creationId xmlns:p14="http://schemas.microsoft.com/office/powerpoint/2010/main" val="12032445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5">
          <a:extLst>
            <a:ext uri="{FF2B5EF4-FFF2-40B4-BE49-F238E27FC236}">
              <a16:creationId xmlns:a16="http://schemas.microsoft.com/office/drawing/2014/main" id="{6463036E-E06C-B5EC-28EF-3B8CF39671D8}"/>
            </a:ext>
          </a:extLst>
        </p:cNvPr>
        <p:cNvGrpSpPr/>
        <p:nvPr/>
      </p:nvGrpSpPr>
      <p:grpSpPr>
        <a:xfrm>
          <a:off x="0" y="0"/>
          <a:ext cx="0" cy="0"/>
          <a:chOff x="0" y="0"/>
          <a:chExt cx="0" cy="0"/>
        </a:xfrm>
      </p:grpSpPr>
      <p:sp>
        <p:nvSpPr>
          <p:cNvPr id="186" name="Google Shape;186;g3606f1c2d_30:notes">
            <a:extLst>
              <a:ext uri="{FF2B5EF4-FFF2-40B4-BE49-F238E27FC236}">
                <a16:creationId xmlns:a16="http://schemas.microsoft.com/office/drawing/2014/main" id="{82C8B441-4043-9102-F201-45DAE5652C83}"/>
              </a:ext>
            </a:extLst>
          </p:cNvPr>
          <p:cNvSpPr>
            <a:spLocks noGrp="1" noRot="1" noChangeAspect="1"/>
          </p:cNvSpPr>
          <p:nvPr>
            <p:ph type="sldImg" idx="2"/>
          </p:nvPr>
        </p:nvSpPr>
        <p:spPr>
          <a:xfrm>
            <a:off x="104775" y="752475"/>
            <a:ext cx="6678613" cy="3757613"/>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7" name="Google Shape;187;g3606f1c2d_30:notes">
            <a:extLst>
              <a:ext uri="{FF2B5EF4-FFF2-40B4-BE49-F238E27FC236}">
                <a16:creationId xmlns:a16="http://schemas.microsoft.com/office/drawing/2014/main" id="{DCA7EF4E-4E47-5C5F-5379-B7FABAE299BC}"/>
              </a:ext>
            </a:extLst>
          </p:cNvPr>
          <p:cNvSpPr txBox="1">
            <a:spLocks noGrp="1"/>
          </p:cNvSpPr>
          <p:nvPr>
            <p:ph type="body" idx="1"/>
          </p:nvPr>
        </p:nvSpPr>
        <p:spPr>
          <a:xfrm>
            <a:off x="688817" y="4760397"/>
            <a:ext cx="5510530" cy="4509850"/>
          </a:xfrm>
          <a:prstGeom prst="rect">
            <a:avLst/>
          </a:prstGeom>
        </p:spPr>
        <p:txBody>
          <a:bodyPr spcFirstLastPara="1" wrap="square" lIns="96608" tIns="96608" rIns="96608" bIns="96608" anchor="t" anchorCtr="0">
            <a:noAutofit/>
          </a:bodyPr>
          <a:lstStyle/>
          <a:p>
            <a:pPr marL="0" indent="0">
              <a:buNone/>
            </a:pPr>
            <a:endParaRPr/>
          </a:p>
        </p:txBody>
      </p:sp>
    </p:spTree>
    <p:extLst>
      <p:ext uri="{BB962C8B-B14F-4D97-AF65-F5344CB8AC3E}">
        <p14:creationId xmlns:p14="http://schemas.microsoft.com/office/powerpoint/2010/main" val="74736942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5">
          <a:extLst>
            <a:ext uri="{FF2B5EF4-FFF2-40B4-BE49-F238E27FC236}">
              <a16:creationId xmlns:a16="http://schemas.microsoft.com/office/drawing/2014/main" id="{0FAD6FE3-060B-4CF3-FF66-4652A8B3AA01}"/>
            </a:ext>
          </a:extLst>
        </p:cNvPr>
        <p:cNvGrpSpPr/>
        <p:nvPr/>
      </p:nvGrpSpPr>
      <p:grpSpPr>
        <a:xfrm>
          <a:off x="0" y="0"/>
          <a:ext cx="0" cy="0"/>
          <a:chOff x="0" y="0"/>
          <a:chExt cx="0" cy="0"/>
        </a:xfrm>
      </p:grpSpPr>
      <p:sp>
        <p:nvSpPr>
          <p:cNvPr id="186" name="Google Shape;186;g3606f1c2d_30:notes">
            <a:extLst>
              <a:ext uri="{FF2B5EF4-FFF2-40B4-BE49-F238E27FC236}">
                <a16:creationId xmlns:a16="http://schemas.microsoft.com/office/drawing/2014/main" id="{8AAC83B9-3C2F-0A3B-0A46-51F13BD30A4E}"/>
              </a:ext>
            </a:extLst>
          </p:cNvPr>
          <p:cNvSpPr>
            <a:spLocks noGrp="1" noRot="1" noChangeAspect="1"/>
          </p:cNvSpPr>
          <p:nvPr>
            <p:ph type="sldImg" idx="2"/>
          </p:nvPr>
        </p:nvSpPr>
        <p:spPr>
          <a:xfrm>
            <a:off x="104775" y="752475"/>
            <a:ext cx="6678613" cy="3757613"/>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7" name="Google Shape;187;g3606f1c2d_30:notes">
            <a:extLst>
              <a:ext uri="{FF2B5EF4-FFF2-40B4-BE49-F238E27FC236}">
                <a16:creationId xmlns:a16="http://schemas.microsoft.com/office/drawing/2014/main" id="{F3DC12D3-A95B-CBA1-58F3-04FFF5CE29B4}"/>
              </a:ext>
            </a:extLst>
          </p:cNvPr>
          <p:cNvSpPr txBox="1">
            <a:spLocks noGrp="1"/>
          </p:cNvSpPr>
          <p:nvPr>
            <p:ph type="body" idx="1"/>
          </p:nvPr>
        </p:nvSpPr>
        <p:spPr>
          <a:xfrm>
            <a:off x="688817" y="4760397"/>
            <a:ext cx="5510530" cy="4509850"/>
          </a:xfrm>
          <a:prstGeom prst="rect">
            <a:avLst/>
          </a:prstGeom>
        </p:spPr>
        <p:txBody>
          <a:bodyPr spcFirstLastPara="1" wrap="square" lIns="96608" tIns="96608" rIns="96608" bIns="96608" anchor="t" anchorCtr="0">
            <a:noAutofit/>
          </a:bodyPr>
          <a:lstStyle/>
          <a:p>
            <a:pPr marL="0" indent="0">
              <a:buNone/>
            </a:pPr>
            <a:endParaRPr/>
          </a:p>
        </p:txBody>
      </p:sp>
    </p:spTree>
    <p:extLst>
      <p:ext uri="{BB962C8B-B14F-4D97-AF65-F5344CB8AC3E}">
        <p14:creationId xmlns:p14="http://schemas.microsoft.com/office/powerpoint/2010/main" val="376071203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5">
          <a:extLst>
            <a:ext uri="{FF2B5EF4-FFF2-40B4-BE49-F238E27FC236}">
              <a16:creationId xmlns:a16="http://schemas.microsoft.com/office/drawing/2014/main" id="{B49A3AA2-9412-CDD8-68E8-D137B007CCD3}"/>
            </a:ext>
          </a:extLst>
        </p:cNvPr>
        <p:cNvGrpSpPr/>
        <p:nvPr/>
      </p:nvGrpSpPr>
      <p:grpSpPr>
        <a:xfrm>
          <a:off x="0" y="0"/>
          <a:ext cx="0" cy="0"/>
          <a:chOff x="0" y="0"/>
          <a:chExt cx="0" cy="0"/>
        </a:xfrm>
      </p:grpSpPr>
      <p:sp>
        <p:nvSpPr>
          <p:cNvPr id="186" name="Google Shape;186;g3606f1c2d_30:notes">
            <a:extLst>
              <a:ext uri="{FF2B5EF4-FFF2-40B4-BE49-F238E27FC236}">
                <a16:creationId xmlns:a16="http://schemas.microsoft.com/office/drawing/2014/main" id="{7B07F824-D70F-C167-1DCE-9E24BCE284FC}"/>
              </a:ext>
            </a:extLst>
          </p:cNvPr>
          <p:cNvSpPr>
            <a:spLocks noGrp="1" noRot="1" noChangeAspect="1"/>
          </p:cNvSpPr>
          <p:nvPr>
            <p:ph type="sldImg" idx="2"/>
          </p:nvPr>
        </p:nvSpPr>
        <p:spPr>
          <a:xfrm>
            <a:off x="104775" y="752475"/>
            <a:ext cx="6678613" cy="3757613"/>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7" name="Google Shape;187;g3606f1c2d_30:notes">
            <a:extLst>
              <a:ext uri="{FF2B5EF4-FFF2-40B4-BE49-F238E27FC236}">
                <a16:creationId xmlns:a16="http://schemas.microsoft.com/office/drawing/2014/main" id="{86B6CCEC-0FD0-9CD4-AF54-FECF85925184}"/>
              </a:ext>
            </a:extLst>
          </p:cNvPr>
          <p:cNvSpPr txBox="1">
            <a:spLocks noGrp="1"/>
          </p:cNvSpPr>
          <p:nvPr>
            <p:ph type="body" idx="1"/>
          </p:nvPr>
        </p:nvSpPr>
        <p:spPr>
          <a:xfrm>
            <a:off x="688817" y="4760397"/>
            <a:ext cx="5510530" cy="4509850"/>
          </a:xfrm>
          <a:prstGeom prst="rect">
            <a:avLst/>
          </a:prstGeom>
        </p:spPr>
        <p:txBody>
          <a:bodyPr spcFirstLastPara="1" wrap="square" lIns="96608" tIns="96608" rIns="96608" bIns="96608" anchor="t" anchorCtr="0">
            <a:noAutofit/>
          </a:bodyPr>
          <a:lstStyle/>
          <a:p>
            <a:pPr marL="0" indent="0">
              <a:buNone/>
            </a:pPr>
            <a:endParaRPr/>
          </a:p>
        </p:txBody>
      </p:sp>
    </p:spTree>
    <p:extLst>
      <p:ext uri="{BB962C8B-B14F-4D97-AF65-F5344CB8AC3E}">
        <p14:creationId xmlns:p14="http://schemas.microsoft.com/office/powerpoint/2010/main" val="405908900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5">
          <a:extLst>
            <a:ext uri="{FF2B5EF4-FFF2-40B4-BE49-F238E27FC236}">
              <a16:creationId xmlns:a16="http://schemas.microsoft.com/office/drawing/2014/main" id="{E987CD07-24A7-2326-BC57-F61355D2F025}"/>
            </a:ext>
          </a:extLst>
        </p:cNvPr>
        <p:cNvGrpSpPr/>
        <p:nvPr/>
      </p:nvGrpSpPr>
      <p:grpSpPr>
        <a:xfrm>
          <a:off x="0" y="0"/>
          <a:ext cx="0" cy="0"/>
          <a:chOff x="0" y="0"/>
          <a:chExt cx="0" cy="0"/>
        </a:xfrm>
      </p:grpSpPr>
      <p:sp>
        <p:nvSpPr>
          <p:cNvPr id="186" name="Google Shape;186;g3606f1c2d_30:notes">
            <a:extLst>
              <a:ext uri="{FF2B5EF4-FFF2-40B4-BE49-F238E27FC236}">
                <a16:creationId xmlns:a16="http://schemas.microsoft.com/office/drawing/2014/main" id="{1C802DC4-7366-4DC3-30AE-AC34EBF58E1F}"/>
              </a:ext>
            </a:extLst>
          </p:cNvPr>
          <p:cNvSpPr>
            <a:spLocks noGrp="1" noRot="1" noChangeAspect="1"/>
          </p:cNvSpPr>
          <p:nvPr>
            <p:ph type="sldImg" idx="2"/>
          </p:nvPr>
        </p:nvSpPr>
        <p:spPr>
          <a:xfrm>
            <a:off x="104775" y="752475"/>
            <a:ext cx="6678613" cy="3757613"/>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7" name="Google Shape;187;g3606f1c2d_30:notes">
            <a:extLst>
              <a:ext uri="{FF2B5EF4-FFF2-40B4-BE49-F238E27FC236}">
                <a16:creationId xmlns:a16="http://schemas.microsoft.com/office/drawing/2014/main" id="{A58599CF-2C0C-214C-5317-7BB49E4EF07F}"/>
              </a:ext>
            </a:extLst>
          </p:cNvPr>
          <p:cNvSpPr txBox="1">
            <a:spLocks noGrp="1"/>
          </p:cNvSpPr>
          <p:nvPr>
            <p:ph type="body" idx="1"/>
          </p:nvPr>
        </p:nvSpPr>
        <p:spPr>
          <a:xfrm>
            <a:off x="688817" y="4760397"/>
            <a:ext cx="5510530" cy="4509850"/>
          </a:xfrm>
          <a:prstGeom prst="rect">
            <a:avLst/>
          </a:prstGeom>
        </p:spPr>
        <p:txBody>
          <a:bodyPr spcFirstLastPara="1" wrap="square" lIns="96608" tIns="96608" rIns="96608" bIns="96608" anchor="t" anchorCtr="0">
            <a:noAutofit/>
          </a:bodyPr>
          <a:lstStyle/>
          <a:p>
            <a:pPr marL="0" indent="0">
              <a:buNone/>
            </a:pPr>
            <a:endParaRPr/>
          </a:p>
        </p:txBody>
      </p:sp>
    </p:spTree>
    <p:extLst>
      <p:ext uri="{BB962C8B-B14F-4D97-AF65-F5344CB8AC3E}">
        <p14:creationId xmlns:p14="http://schemas.microsoft.com/office/powerpoint/2010/main" val="255430326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5">
          <a:extLst>
            <a:ext uri="{FF2B5EF4-FFF2-40B4-BE49-F238E27FC236}">
              <a16:creationId xmlns:a16="http://schemas.microsoft.com/office/drawing/2014/main" id="{39B38E91-97E5-599B-8E29-8F476B6BD560}"/>
            </a:ext>
          </a:extLst>
        </p:cNvPr>
        <p:cNvGrpSpPr/>
        <p:nvPr/>
      </p:nvGrpSpPr>
      <p:grpSpPr>
        <a:xfrm>
          <a:off x="0" y="0"/>
          <a:ext cx="0" cy="0"/>
          <a:chOff x="0" y="0"/>
          <a:chExt cx="0" cy="0"/>
        </a:xfrm>
      </p:grpSpPr>
      <p:sp>
        <p:nvSpPr>
          <p:cNvPr id="186" name="Google Shape;186;g3606f1c2d_30:notes">
            <a:extLst>
              <a:ext uri="{FF2B5EF4-FFF2-40B4-BE49-F238E27FC236}">
                <a16:creationId xmlns:a16="http://schemas.microsoft.com/office/drawing/2014/main" id="{72603FF1-E264-66DE-AFD5-68770A24C6AA}"/>
              </a:ext>
            </a:extLst>
          </p:cNvPr>
          <p:cNvSpPr>
            <a:spLocks noGrp="1" noRot="1" noChangeAspect="1"/>
          </p:cNvSpPr>
          <p:nvPr>
            <p:ph type="sldImg" idx="2"/>
          </p:nvPr>
        </p:nvSpPr>
        <p:spPr>
          <a:xfrm>
            <a:off x="104775" y="752475"/>
            <a:ext cx="6678613" cy="3757613"/>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7" name="Google Shape;187;g3606f1c2d_30:notes">
            <a:extLst>
              <a:ext uri="{FF2B5EF4-FFF2-40B4-BE49-F238E27FC236}">
                <a16:creationId xmlns:a16="http://schemas.microsoft.com/office/drawing/2014/main" id="{89D467B7-B988-5B9F-40F1-D0848476CB61}"/>
              </a:ext>
            </a:extLst>
          </p:cNvPr>
          <p:cNvSpPr txBox="1">
            <a:spLocks noGrp="1"/>
          </p:cNvSpPr>
          <p:nvPr>
            <p:ph type="body" idx="1"/>
          </p:nvPr>
        </p:nvSpPr>
        <p:spPr>
          <a:xfrm>
            <a:off x="688817" y="4760397"/>
            <a:ext cx="5510530" cy="4509850"/>
          </a:xfrm>
          <a:prstGeom prst="rect">
            <a:avLst/>
          </a:prstGeom>
        </p:spPr>
        <p:txBody>
          <a:bodyPr spcFirstLastPara="1" wrap="square" lIns="96608" tIns="96608" rIns="96608" bIns="96608" anchor="t" anchorCtr="0">
            <a:noAutofit/>
          </a:bodyPr>
          <a:lstStyle/>
          <a:p>
            <a:pPr marL="0" indent="0">
              <a:buNone/>
            </a:pPr>
            <a:endParaRPr/>
          </a:p>
        </p:txBody>
      </p:sp>
    </p:spTree>
    <p:extLst>
      <p:ext uri="{BB962C8B-B14F-4D97-AF65-F5344CB8AC3E}">
        <p14:creationId xmlns:p14="http://schemas.microsoft.com/office/powerpoint/2010/main" val="286358262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5"/>
        <p:cNvGrpSpPr/>
        <p:nvPr/>
      </p:nvGrpSpPr>
      <p:grpSpPr>
        <a:xfrm>
          <a:off x="0" y="0"/>
          <a:ext cx="0" cy="0"/>
          <a:chOff x="0" y="0"/>
          <a:chExt cx="0" cy="0"/>
        </a:xfrm>
      </p:grpSpPr>
      <p:sp>
        <p:nvSpPr>
          <p:cNvPr id="186" name="Google Shape;186;g3606f1c2d_30:notes"/>
          <p:cNvSpPr>
            <a:spLocks noGrp="1" noRot="1" noChangeAspect="1"/>
          </p:cNvSpPr>
          <p:nvPr>
            <p:ph type="sldImg" idx="2"/>
          </p:nvPr>
        </p:nvSpPr>
        <p:spPr>
          <a:xfrm>
            <a:off x="104775" y="752475"/>
            <a:ext cx="6678613" cy="3757613"/>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7" name="Google Shape;187;g3606f1c2d_30:notes"/>
          <p:cNvSpPr txBox="1">
            <a:spLocks noGrp="1"/>
          </p:cNvSpPr>
          <p:nvPr>
            <p:ph type="body" idx="1"/>
          </p:nvPr>
        </p:nvSpPr>
        <p:spPr>
          <a:xfrm>
            <a:off x="688817" y="4760397"/>
            <a:ext cx="5510530" cy="4509850"/>
          </a:xfrm>
          <a:prstGeom prst="rect">
            <a:avLst/>
          </a:prstGeom>
        </p:spPr>
        <p:txBody>
          <a:bodyPr spcFirstLastPara="1" wrap="square" lIns="96608" tIns="96608" rIns="96608" bIns="96608" anchor="t" anchorCtr="0">
            <a:noAutofit/>
          </a:bodyPr>
          <a:lstStyle/>
          <a:p>
            <a:pPr marL="0" indent="0">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5">
          <a:extLst>
            <a:ext uri="{FF2B5EF4-FFF2-40B4-BE49-F238E27FC236}">
              <a16:creationId xmlns:a16="http://schemas.microsoft.com/office/drawing/2014/main" id="{5B40F00C-38ED-350E-F674-B4F13DA68643}"/>
            </a:ext>
          </a:extLst>
        </p:cNvPr>
        <p:cNvGrpSpPr/>
        <p:nvPr/>
      </p:nvGrpSpPr>
      <p:grpSpPr>
        <a:xfrm>
          <a:off x="0" y="0"/>
          <a:ext cx="0" cy="0"/>
          <a:chOff x="0" y="0"/>
          <a:chExt cx="0" cy="0"/>
        </a:xfrm>
      </p:grpSpPr>
      <p:sp>
        <p:nvSpPr>
          <p:cNvPr id="186" name="Google Shape;186;g3606f1c2d_30:notes">
            <a:extLst>
              <a:ext uri="{FF2B5EF4-FFF2-40B4-BE49-F238E27FC236}">
                <a16:creationId xmlns:a16="http://schemas.microsoft.com/office/drawing/2014/main" id="{C44E6CF1-75B4-84D8-139D-841C47DA4EDD}"/>
              </a:ext>
            </a:extLst>
          </p:cNvPr>
          <p:cNvSpPr>
            <a:spLocks noGrp="1" noRot="1" noChangeAspect="1"/>
          </p:cNvSpPr>
          <p:nvPr>
            <p:ph type="sldImg" idx="2"/>
          </p:nvPr>
        </p:nvSpPr>
        <p:spPr>
          <a:xfrm>
            <a:off x="104775" y="752475"/>
            <a:ext cx="6678613" cy="3757613"/>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7" name="Google Shape;187;g3606f1c2d_30:notes">
            <a:extLst>
              <a:ext uri="{FF2B5EF4-FFF2-40B4-BE49-F238E27FC236}">
                <a16:creationId xmlns:a16="http://schemas.microsoft.com/office/drawing/2014/main" id="{60E717FE-F1FD-2CC2-2702-C6C15D86EFB8}"/>
              </a:ext>
            </a:extLst>
          </p:cNvPr>
          <p:cNvSpPr txBox="1">
            <a:spLocks noGrp="1"/>
          </p:cNvSpPr>
          <p:nvPr>
            <p:ph type="body" idx="1"/>
          </p:nvPr>
        </p:nvSpPr>
        <p:spPr>
          <a:xfrm>
            <a:off x="688817" y="4760397"/>
            <a:ext cx="5510530" cy="4509850"/>
          </a:xfrm>
          <a:prstGeom prst="rect">
            <a:avLst/>
          </a:prstGeom>
        </p:spPr>
        <p:txBody>
          <a:bodyPr spcFirstLastPara="1" wrap="square" lIns="96608" tIns="96608" rIns="96608" bIns="96608" anchor="t" anchorCtr="0">
            <a:noAutofit/>
          </a:bodyPr>
          <a:lstStyle/>
          <a:p>
            <a:pPr marL="0" indent="0">
              <a:buNone/>
            </a:pPr>
            <a:endParaRPr/>
          </a:p>
        </p:txBody>
      </p:sp>
    </p:spTree>
    <p:extLst>
      <p:ext uri="{BB962C8B-B14F-4D97-AF65-F5344CB8AC3E}">
        <p14:creationId xmlns:p14="http://schemas.microsoft.com/office/powerpoint/2010/main" val="90563393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5">
          <a:extLst>
            <a:ext uri="{FF2B5EF4-FFF2-40B4-BE49-F238E27FC236}">
              <a16:creationId xmlns:a16="http://schemas.microsoft.com/office/drawing/2014/main" id="{B49472C2-7B13-5024-021D-C22FFBDAA158}"/>
            </a:ext>
          </a:extLst>
        </p:cNvPr>
        <p:cNvGrpSpPr/>
        <p:nvPr/>
      </p:nvGrpSpPr>
      <p:grpSpPr>
        <a:xfrm>
          <a:off x="0" y="0"/>
          <a:ext cx="0" cy="0"/>
          <a:chOff x="0" y="0"/>
          <a:chExt cx="0" cy="0"/>
        </a:xfrm>
      </p:grpSpPr>
      <p:sp>
        <p:nvSpPr>
          <p:cNvPr id="186" name="Google Shape;186;g3606f1c2d_30:notes">
            <a:extLst>
              <a:ext uri="{FF2B5EF4-FFF2-40B4-BE49-F238E27FC236}">
                <a16:creationId xmlns:a16="http://schemas.microsoft.com/office/drawing/2014/main" id="{EB39D737-DE93-7332-7670-E50E0CC561EA}"/>
              </a:ext>
            </a:extLst>
          </p:cNvPr>
          <p:cNvSpPr>
            <a:spLocks noGrp="1" noRot="1" noChangeAspect="1"/>
          </p:cNvSpPr>
          <p:nvPr>
            <p:ph type="sldImg" idx="2"/>
          </p:nvPr>
        </p:nvSpPr>
        <p:spPr>
          <a:xfrm>
            <a:off x="104775" y="752475"/>
            <a:ext cx="6678613" cy="3757613"/>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7" name="Google Shape;187;g3606f1c2d_30:notes">
            <a:extLst>
              <a:ext uri="{FF2B5EF4-FFF2-40B4-BE49-F238E27FC236}">
                <a16:creationId xmlns:a16="http://schemas.microsoft.com/office/drawing/2014/main" id="{17EB2508-84E3-4DB1-DA26-59CEABDCEBFC}"/>
              </a:ext>
            </a:extLst>
          </p:cNvPr>
          <p:cNvSpPr txBox="1">
            <a:spLocks noGrp="1"/>
          </p:cNvSpPr>
          <p:nvPr>
            <p:ph type="body" idx="1"/>
          </p:nvPr>
        </p:nvSpPr>
        <p:spPr>
          <a:xfrm>
            <a:off x="688817" y="4760397"/>
            <a:ext cx="5510530" cy="4509850"/>
          </a:xfrm>
          <a:prstGeom prst="rect">
            <a:avLst/>
          </a:prstGeom>
        </p:spPr>
        <p:txBody>
          <a:bodyPr spcFirstLastPara="1" wrap="square" lIns="96608" tIns="96608" rIns="96608" bIns="96608" anchor="t" anchorCtr="0">
            <a:noAutofit/>
          </a:bodyPr>
          <a:lstStyle/>
          <a:p>
            <a:pPr marL="0" indent="0">
              <a:buNone/>
            </a:pPr>
            <a:endParaRPr/>
          </a:p>
        </p:txBody>
      </p:sp>
    </p:spTree>
    <p:extLst>
      <p:ext uri="{BB962C8B-B14F-4D97-AF65-F5344CB8AC3E}">
        <p14:creationId xmlns:p14="http://schemas.microsoft.com/office/powerpoint/2010/main" val="98459679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type="title">
  <p:cSld name="TITLE">
    <p:spTree>
      <p:nvGrpSpPr>
        <p:cNvPr id="1" name="Shape 9"/>
        <p:cNvGrpSpPr/>
        <p:nvPr/>
      </p:nvGrpSpPr>
      <p:grpSpPr>
        <a:xfrm>
          <a:off x="0" y="0"/>
          <a:ext cx="0" cy="0"/>
          <a:chOff x="0" y="0"/>
          <a:chExt cx="0" cy="0"/>
        </a:xfrm>
      </p:grpSpPr>
      <p:sp>
        <p:nvSpPr>
          <p:cNvPr id="10" name="Google Shape;10;p2"/>
          <p:cNvSpPr/>
          <p:nvPr/>
        </p:nvSpPr>
        <p:spPr>
          <a:xfrm>
            <a:off x="7544483" y="657775"/>
            <a:ext cx="1299300" cy="432900"/>
          </a:xfrm>
          <a:prstGeom prst="triangle">
            <a:avLst>
              <a:gd name="adj" fmla="val 32425"/>
            </a:avLst>
          </a:prstGeom>
          <a:solidFill>
            <a:srgbClr val="26324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Arvo" panose="02000000000000000000"/>
              <a:ea typeface="Arvo" panose="02000000000000000000"/>
              <a:cs typeface="Arvo" panose="02000000000000000000"/>
              <a:sym typeface="Arvo" panose="02000000000000000000"/>
            </a:endParaRPr>
          </a:p>
        </p:txBody>
      </p:sp>
      <p:grpSp>
        <p:nvGrpSpPr>
          <p:cNvPr id="11" name="Google Shape;11;p2"/>
          <p:cNvGrpSpPr/>
          <p:nvPr/>
        </p:nvGrpSpPr>
        <p:grpSpPr>
          <a:xfrm>
            <a:off x="0" y="-7088"/>
            <a:ext cx="8661398" cy="5150588"/>
            <a:chOff x="0" y="-7088"/>
            <a:chExt cx="8661398" cy="5150588"/>
          </a:xfrm>
        </p:grpSpPr>
        <p:sp>
          <p:nvSpPr>
            <p:cNvPr id="12" name="Google Shape;12;p2"/>
            <p:cNvSpPr/>
            <p:nvPr/>
          </p:nvSpPr>
          <p:spPr>
            <a:xfrm>
              <a:off x="0" y="0"/>
              <a:ext cx="3525000" cy="5143500"/>
            </a:xfrm>
            <a:prstGeom prst="rect">
              <a:avLst/>
            </a:prstGeom>
            <a:solidFill>
              <a:srgbClr val="C7D3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13;p2"/>
            <p:cNvSpPr/>
            <p:nvPr/>
          </p:nvSpPr>
          <p:spPr>
            <a:xfrm rot="10800000" flipH="1">
              <a:off x="3517898" y="-7088"/>
              <a:ext cx="5143500" cy="5143500"/>
            </a:xfrm>
            <a:prstGeom prst="rtTriangle">
              <a:avLst/>
            </a:prstGeom>
            <a:solidFill>
              <a:srgbClr val="C7D3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Arvo" panose="02000000000000000000"/>
                <a:ea typeface="Arvo" panose="02000000000000000000"/>
                <a:cs typeface="Arvo" panose="02000000000000000000"/>
                <a:sym typeface="Arvo" panose="02000000000000000000"/>
              </a:endParaRPr>
            </a:p>
          </p:txBody>
        </p:sp>
      </p:grpSp>
      <p:grpSp>
        <p:nvGrpSpPr>
          <p:cNvPr id="14" name="Google Shape;14;p2"/>
          <p:cNvGrpSpPr/>
          <p:nvPr/>
        </p:nvGrpSpPr>
        <p:grpSpPr>
          <a:xfrm rot="10800000" flipH="1">
            <a:off x="1" y="1090763"/>
            <a:ext cx="8847502" cy="2961975"/>
            <a:chOff x="-8178042" y="-4493254"/>
            <a:chExt cx="19483598" cy="6522736"/>
          </a:xfrm>
        </p:grpSpPr>
        <p:sp>
          <p:nvSpPr>
            <p:cNvPr id="15" name="Google Shape;15;p2"/>
            <p:cNvSpPr/>
            <p:nvPr/>
          </p:nvSpPr>
          <p:spPr>
            <a:xfrm>
              <a:off x="-8178042" y="-4493118"/>
              <a:ext cx="12968400" cy="6522600"/>
            </a:xfrm>
            <a:prstGeom prst="rect">
              <a:avLst/>
            </a:prstGeom>
            <a:solidFill>
              <a:srgbClr val="3F537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Arvo" panose="02000000000000000000"/>
                <a:ea typeface="Arvo" panose="02000000000000000000"/>
                <a:cs typeface="Arvo" panose="02000000000000000000"/>
                <a:sym typeface="Arvo" panose="02000000000000000000"/>
              </a:endParaRPr>
            </a:p>
          </p:txBody>
        </p:sp>
        <p:sp>
          <p:nvSpPr>
            <p:cNvPr id="16" name="Google Shape;16;p2"/>
            <p:cNvSpPr/>
            <p:nvPr/>
          </p:nvSpPr>
          <p:spPr>
            <a:xfrm>
              <a:off x="4782955" y="-4493254"/>
              <a:ext cx="6522600" cy="6522600"/>
            </a:xfrm>
            <a:prstGeom prst="rtTriangle">
              <a:avLst/>
            </a:prstGeom>
            <a:solidFill>
              <a:srgbClr val="3F537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Arvo" panose="02000000000000000000"/>
                <a:ea typeface="Arvo" panose="02000000000000000000"/>
                <a:cs typeface="Arvo" panose="02000000000000000000"/>
                <a:sym typeface="Arvo" panose="02000000000000000000"/>
              </a:endParaRPr>
            </a:p>
          </p:txBody>
        </p:sp>
      </p:grpSp>
      <p:grpSp>
        <p:nvGrpSpPr>
          <p:cNvPr id="17" name="Google Shape;17;p2"/>
          <p:cNvGrpSpPr/>
          <p:nvPr/>
        </p:nvGrpSpPr>
        <p:grpSpPr>
          <a:xfrm>
            <a:off x="3677236" y="4278349"/>
            <a:ext cx="5480829" cy="432996"/>
            <a:chOff x="5582265" y="4646738"/>
            <a:chExt cx="5480829" cy="432996"/>
          </a:xfrm>
        </p:grpSpPr>
        <p:sp>
          <p:nvSpPr>
            <p:cNvPr id="18" name="Google Shape;18;p2"/>
            <p:cNvSpPr/>
            <p:nvPr/>
          </p:nvSpPr>
          <p:spPr>
            <a:xfrm rot="10800000">
              <a:off x="5582265" y="4948334"/>
              <a:ext cx="394200" cy="131400"/>
            </a:xfrm>
            <a:prstGeom prst="triangle">
              <a:avLst>
                <a:gd name="adj" fmla="val 32425"/>
              </a:avLst>
            </a:prstGeom>
            <a:solidFill>
              <a:srgbClr val="D26F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9" name="Google Shape;19;p2"/>
            <p:cNvGrpSpPr/>
            <p:nvPr/>
          </p:nvGrpSpPr>
          <p:grpSpPr>
            <a:xfrm flipH="1">
              <a:off x="5585232" y="4646738"/>
              <a:ext cx="5477861" cy="304551"/>
              <a:chOff x="-24158748" y="330075"/>
              <a:chExt cx="30568423" cy="1699506"/>
            </a:xfrm>
          </p:grpSpPr>
          <p:sp>
            <p:nvSpPr>
              <p:cNvPr id="20" name="Google Shape;20;p2"/>
              <p:cNvSpPr/>
              <p:nvPr/>
            </p:nvSpPr>
            <p:spPr>
              <a:xfrm>
                <a:off x="-24158748" y="330081"/>
                <a:ext cx="28908000" cy="1699500"/>
              </a:xfrm>
              <a:prstGeom prst="rect">
                <a:avLst/>
              </a:prstGeom>
              <a:solidFill>
                <a:srgbClr val="FF98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21;p2"/>
              <p:cNvSpPr/>
              <p:nvPr/>
            </p:nvSpPr>
            <p:spPr>
              <a:xfrm>
                <a:off x="4710175" y="330075"/>
                <a:ext cx="1699500" cy="1699500"/>
              </a:xfrm>
              <a:prstGeom prst="rtTriangle">
                <a:avLst/>
              </a:prstGeom>
              <a:solidFill>
                <a:srgbClr val="FF98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22" name="Google Shape;22;p2"/>
          <p:cNvSpPr txBox="1">
            <a:spLocks noGrp="1"/>
          </p:cNvSpPr>
          <p:nvPr>
            <p:ph type="ctrTitle"/>
          </p:nvPr>
        </p:nvSpPr>
        <p:spPr>
          <a:xfrm>
            <a:off x="685800" y="1090750"/>
            <a:ext cx="5367900" cy="2961900"/>
          </a:xfrm>
          <a:prstGeom prst="rect">
            <a:avLst/>
          </a:prstGeom>
        </p:spPr>
        <p:txBody>
          <a:bodyPr spcFirstLastPara="1" wrap="square" lIns="91425" tIns="91425" rIns="91425" bIns="91425" anchor="ctr" anchorCtr="0"/>
          <a:lstStyle>
            <a:lvl1pPr lvl="0">
              <a:spcBef>
                <a:spcPts val="0"/>
              </a:spcBef>
              <a:spcAft>
                <a:spcPts val="0"/>
              </a:spcAft>
              <a:buSzPts val="4800"/>
              <a:buNone/>
              <a:defRPr sz="4800"/>
            </a:lvl1pPr>
            <a:lvl2pPr lvl="1" algn="ctr">
              <a:spcBef>
                <a:spcPts val="0"/>
              </a:spcBef>
              <a:spcAft>
                <a:spcPts val="0"/>
              </a:spcAft>
              <a:buSzPts val="4800"/>
              <a:buNone/>
              <a:defRPr sz="4800"/>
            </a:lvl2pPr>
            <a:lvl3pPr lvl="2" algn="ctr">
              <a:spcBef>
                <a:spcPts val="0"/>
              </a:spcBef>
              <a:spcAft>
                <a:spcPts val="0"/>
              </a:spcAft>
              <a:buSzPts val="4800"/>
              <a:buNone/>
              <a:defRPr sz="4800"/>
            </a:lvl3pPr>
            <a:lvl4pPr lvl="3" algn="ctr">
              <a:spcBef>
                <a:spcPts val="0"/>
              </a:spcBef>
              <a:spcAft>
                <a:spcPts val="0"/>
              </a:spcAft>
              <a:buSzPts val="4800"/>
              <a:buNone/>
              <a:defRPr sz="4800"/>
            </a:lvl4pPr>
            <a:lvl5pPr lvl="4" algn="ctr">
              <a:spcBef>
                <a:spcPts val="0"/>
              </a:spcBef>
              <a:spcAft>
                <a:spcPts val="0"/>
              </a:spcAft>
              <a:buSzPts val="4800"/>
              <a:buNone/>
              <a:defRPr sz="4800"/>
            </a:lvl5pPr>
            <a:lvl6pPr lvl="5" algn="ctr">
              <a:spcBef>
                <a:spcPts val="0"/>
              </a:spcBef>
              <a:spcAft>
                <a:spcPts val="0"/>
              </a:spcAft>
              <a:buSzPts val="4800"/>
              <a:buNone/>
              <a:defRPr sz="4800"/>
            </a:lvl6pPr>
            <a:lvl7pPr lvl="6" algn="ctr">
              <a:spcBef>
                <a:spcPts val="0"/>
              </a:spcBef>
              <a:spcAft>
                <a:spcPts val="0"/>
              </a:spcAft>
              <a:buSzPts val="4800"/>
              <a:buNone/>
              <a:defRPr sz="4800"/>
            </a:lvl7pPr>
            <a:lvl8pPr lvl="7" algn="ctr">
              <a:spcBef>
                <a:spcPts val="0"/>
              </a:spcBef>
              <a:spcAft>
                <a:spcPts val="0"/>
              </a:spcAft>
              <a:buSzPts val="4800"/>
              <a:buNone/>
              <a:defRPr sz="4800"/>
            </a:lvl8pPr>
            <a:lvl9pPr lvl="8" algn="ctr">
              <a:spcBef>
                <a:spcPts val="0"/>
              </a:spcBef>
              <a:spcAft>
                <a:spcPts val="0"/>
              </a:spcAft>
              <a:buSzPts val="4800"/>
              <a:buNone/>
              <a:defRPr sz="4800"/>
            </a:lvl9pPr>
          </a:lstStyle>
          <a:p>
            <a:endParaRPr/>
          </a:p>
        </p:txBody>
      </p:sp>
    </p:spTree>
  </p:cSld>
  <p:clrMapOvr>
    <a:masterClrMapping/>
  </p:clrMapOvr>
  <p:transition>
    <p:fade thruBlk="1"/>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 1 column" type="tx">
  <p:cSld name="TITLE_AND_BODY">
    <p:spTree>
      <p:nvGrpSpPr>
        <p:cNvPr id="1" name="Shape 61"/>
        <p:cNvGrpSpPr/>
        <p:nvPr/>
      </p:nvGrpSpPr>
      <p:grpSpPr>
        <a:xfrm>
          <a:off x="0" y="0"/>
          <a:ext cx="0" cy="0"/>
          <a:chOff x="0" y="0"/>
          <a:chExt cx="0" cy="0"/>
        </a:xfrm>
      </p:grpSpPr>
      <p:grpSp>
        <p:nvGrpSpPr>
          <p:cNvPr id="62" name="Google Shape;62;p5"/>
          <p:cNvGrpSpPr/>
          <p:nvPr/>
        </p:nvGrpSpPr>
        <p:grpSpPr>
          <a:xfrm>
            <a:off x="-4" y="40"/>
            <a:ext cx="7072430" cy="1327315"/>
            <a:chOff x="-4" y="40"/>
            <a:chExt cx="7072430" cy="1327315"/>
          </a:xfrm>
        </p:grpSpPr>
        <p:sp>
          <p:nvSpPr>
            <p:cNvPr id="63" name="Google Shape;63;p5"/>
            <p:cNvSpPr/>
            <p:nvPr/>
          </p:nvSpPr>
          <p:spPr>
            <a:xfrm>
              <a:off x="6292649" y="126425"/>
              <a:ext cx="779700" cy="259800"/>
            </a:xfrm>
            <a:prstGeom prst="triangle">
              <a:avLst>
                <a:gd name="adj" fmla="val 32425"/>
              </a:avLst>
            </a:prstGeom>
            <a:solidFill>
              <a:srgbClr val="26324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Arvo" panose="02000000000000000000"/>
                <a:ea typeface="Arvo" panose="02000000000000000000"/>
                <a:cs typeface="Arvo" panose="02000000000000000000"/>
                <a:sym typeface="Arvo" panose="02000000000000000000"/>
              </a:endParaRPr>
            </a:p>
          </p:txBody>
        </p:sp>
        <p:grpSp>
          <p:nvGrpSpPr>
            <p:cNvPr id="64" name="Google Shape;64;p5"/>
            <p:cNvGrpSpPr/>
            <p:nvPr/>
          </p:nvGrpSpPr>
          <p:grpSpPr>
            <a:xfrm rot="10800000" flipH="1">
              <a:off x="3" y="40"/>
              <a:ext cx="6756168" cy="1327315"/>
              <a:chOff x="-2168138" y="330075"/>
              <a:chExt cx="8650663" cy="1699506"/>
            </a:xfrm>
          </p:grpSpPr>
          <p:sp>
            <p:nvSpPr>
              <p:cNvPr id="65" name="Google Shape;65;p5"/>
              <p:cNvSpPr/>
              <p:nvPr/>
            </p:nvSpPr>
            <p:spPr>
              <a:xfrm>
                <a:off x="-2168138" y="330081"/>
                <a:ext cx="6958200" cy="1699500"/>
              </a:xfrm>
              <a:prstGeom prst="rect">
                <a:avLst/>
              </a:prstGeom>
              <a:solidFill>
                <a:srgbClr val="C7D3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Arvo" panose="02000000000000000000"/>
                  <a:ea typeface="Arvo" panose="02000000000000000000"/>
                  <a:cs typeface="Arvo" panose="02000000000000000000"/>
                  <a:sym typeface="Arvo" panose="02000000000000000000"/>
                </a:endParaRPr>
              </a:p>
            </p:txBody>
          </p:sp>
          <p:sp>
            <p:nvSpPr>
              <p:cNvPr id="66" name="Google Shape;66;p5"/>
              <p:cNvSpPr/>
              <p:nvPr/>
            </p:nvSpPr>
            <p:spPr>
              <a:xfrm>
                <a:off x="4783025" y="330075"/>
                <a:ext cx="1699500" cy="1699500"/>
              </a:xfrm>
              <a:prstGeom prst="rtTriangle">
                <a:avLst/>
              </a:prstGeom>
              <a:solidFill>
                <a:srgbClr val="C7D3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Arvo" panose="02000000000000000000"/>
                  <a:ea typeface="Arvo" panose="02000000000000000000"/>
                  <a:cs typeface="Arvo" panose="02000000000000000000"/>
                  <a:sym typeface="Arvo" panose="02000000000000000000"/>
                </a:endParaRPr>
              </a:p>
            </p:txBody>
          </p:sp>
        </p:grpSp>
        <p:grpSp>
          <p:nvGrpSpPr>
            <p:cNvPr id="67" name="Google Shape;67;p5"/>
            <p:cNvGrpSpPr/>
            <p:nvPr/>
          </p:nvGrpSpPr>
          <p:grpSpPr>
            <a:xfrm rot="10800000" flipH="1">
              <a:off x="-4" y="381007"/>
              <a:ext cx="7072430" cy="771744"/>
              <a:chOff x="-9092084" y="330075"/>
              <a:chExt cx="15574609" cy="1699501"/>
            </a:xfrm>
          </p:grpSpPr>
          <p:sp>
            <p:nvSpPr>
              <p:cNvPr id="68" name="Google Shape;68;p5"/>
              <p:cNvSpPr/>
              <p:nvPr/>
            </p:nvSpPr>
            <p:spPr>
              <a:xfrm>
                <a:off x="-9092084" y="330076"/>
                <a:ext cx="13882200" cy="1699500"/>
              </a:xfrm>
              <a:prstGeom prst="rect">
                <a:avLst/>
              </a:prstGeom>
              <a:solidFill>
                <a:srgbClr val="3F537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Arvo" panose="02000000000000000000"/>
                  <a:ea typeface="Arvo" panose="02000000000000000000"/>
                  <a:cs typeface="Arvo" panose="02000000000000000000"/>
                  <a:sym typeface="Arvo" panose="02000000000000000000"/>
                </a:endParaRPr>
              </a:p>
            </p:txBody>
          </p:sp>
          <p:sp>
            <p:nvSpPr>
              <p:cNvPr id="69" name="Google Shape;69;p5"/>
              <p:cNvSpPr/>
              <p:nvPr/>
            </p:nvSpPr>
            <p:spPr>
              <a:xfrm>
                <a:off x="4783025" y="330075"/>
                <a:ext cx="1699500" cy="1699500"/>
              </a:xfrm>
              <a:prstGeom prst="rtTriangle">
                <a:avLst/>
              </a:prstGeom>
              <a:solidFill>
                <a:srgbClr val="3F537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Arvo" panose="02000000000000000000"/>
                  <a:ea typeface="Arvo" panose="02000000000000000000"/>
                  <a:cs typeface="Arvo" panose="02000000000000000000"/>
                  <a:sym typeface="Arvo" panose="02000000000000000000"/>
                </a:endParaRPr>
              </a:p>
            </p:txBody>
          </p:sp>
        </p:grpSp>
      </p:grpSp>
      <p:grpSp>
        <p:nvGrpSpPr>
          <p:cNvPr id="70" name="Google Shape;70;p5"/>
          <p:cNvGrpSpPr/>
          <p:nvPr/>
        </p:nvGrpSpPr>
        <p:grpSpPr>
          <a:xfrm>
            <a:off x="6946842" y="4472723"/>
            <a:ext cx="2202830" cy="670795"/>
            <a:chOff x="5575242" y="4472723"/>
            <a:chExt cx="2202830" cy="670795"/>
          </a:xfrm>
        </p:grpSpPr>
        <p:sp>
          <p:nvSpPr>
            <p:cNvPr id="71" name="Google Shape;71;p5"/>
            <p:cNvSpPr/>
            <p:nvPr/>
          </p:nvSpPr>
          <p:spPr>
            <a:xfrm rot="10800000">
              <a:off x="5575242" y="4948334"/>
              <a:ext cx="394200" cy="131400"/>
            </a:xfrm>
            <a:prstGeom prst="triangle">
              <a:avLst>
                <a:gd name="adj" fmla="val 32425"/>
              </a:avLst>
            </a:prstGeom>
            <a:solidFill>
              <a:srgbClr val="D26F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72" name="Google Shape;72;p5"/>
            <p:cNvGrpSpPr/>
            <p:nvPr/>
          </p:nvGrpSpPr>
          <p:grpSpPr>
            <a:xfrm flipH="1">
              <a:off x="5734850" y="4472723"/>
              <a:ext cx="2040837" cy="670795"/>
              <a:chOff x="1297954" y="330075"/>
              <a:chExt cx="5169293" cy="1699506"/>
            </a:xfrm>
          </p:grpSpPr>
          <p:sp>
            <p:nvSpPr>
              <p:cNvPr id="73" name="Google Shape;73;p5"/>
              <p:cNvSpPr/>
              <p:nvPr/>
            </p:nvSpPr>
            <p:spPr>
              <a:xfrm>
                <a:off x="1297954" y="330081"/>
                <a:ext cx="3476700" cy="1699500"/>
              </a:xfrm>
              <a:prstGeom prst="rect">
                <a:avLst/>
              </a:prstGeom>
              <a:solidFill>
                <a:srgbClr val="C7D3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 name="Google Shape;74;p5"/>
              <p:cNvSpPr/>
              <p:nvPr/>
            </p:nvSpPr>
            <p:spPr>
              <a:xfrm>
                <a:off x="4767747" y="330075"/>
                <a:ext cx="1699500" cy="1699500"/>
              </a:xfrm>
              <a:prstGeom prst="rtTriangle">
                <a:avLst/>
              </a:prstGeom>
              <a:solidFill>
                <a:srgbClr val="C7D3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5" name="Google Shape;75;p5"/>
            <p:cNvGrpSpPr/>
            <p:nvPr/>
          </p:nvGrpSpPr>
          <p:grpSpPr>
            <a:xfrm flipH="1">
              <a:off x="5578209" y="4646738"/>
              <a:ext cx="2199863" cy="304563"/>
              <a:chOff x="-5827153" y="330075"/>
              <a:chExt cx="12276019" cy="1699569"/>
            </a:xfrm>
          </p:grpSpPr>
          <p:sp>
            <p:nvSpPr>
              <p:cNvPr id="76" name="Google Shape;76;p5"/>
              <p:cNvSpPr/>
              <p:nvPr/>
            </p:nvSpPr>
            <p:spPr>
              <a:xfrm>
                <a:off x="-5827153" y="330144"/>
                <a:ext cx="10612200" cy="1699500"/>
              </a:xfrm>
              <a:prstGeom prst="rect">
                <a:avLst/>
              </a:prstGeom>
              <a:solidFill>
                <a:srgbClr val="FF98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 name="Google Shape;77;p5"/>
              <p:cNvSpPr/>
              <p:nvPr/>
            </p:nvSpPr>
            <p:spPr>
              <a:xfrm>
                <a:off x="4749366" y="330075"/>
                <a:ext cx="1699500" cy="1699500"/>
              </a:xfrm>
              <a:prstGeom prst="rtTriangle">
                <a:avLst/>
              </a:prstGeom>
              <a:solidFill>
                <a:srgbClr val="FF98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78" name="Google Shape;78;p5"/>
          <p:cNvSpPr txBox="1">
            <a:spLocks noGrp="1"/>
          </p:cNvSpPr>
          <p:nvPr>
            <p:ph type="title"/>
          </p:nvPr>
        </p:nvSpPr>
        <p:spPr>
          <a:xfrm>
            <a:off x="814275" y="392575"/>
            <a:ext cx="5492400" cy="766200"/>
          </a:xfrm>
          <a:prstGeom prst="rect">
            <a:avLst/>
          </a:prstGeom>
        </p:spPr>
        <p:txBody>
          <a:bodyPr spcFirstLastPara="1" wrap="square" lIns="91425" tIns="91425" rIns="91425" bIns="91425" anchor="ctr" anchorCtr="0"/>
          <a:lstStyle>
            <a:lvl1pPr lvl="0">
              <a:spcBef>
                <a:spcPts val="0"/>
              </a:spcBef>
              <a:spcAft>
                <a:spcPts val="0"/>
              </a:spcAft>
              <a:buSzPts val="2000"/>
              <a:buNone/>
              <a:defRPr/>
            </a:lvl1pPr>
            <a:lvl2pPr lvl="1">
              <a:spcBef>
                <a:spcPts val="0"/>
              </a:spcBef>
              <a:spcAft>
                <a:spcPts val="0"/>
              </a:spcAft>
              <a:buSzPts val="2000"/>
              <a:buNone/>
              <a:defRPr/>
            </a:lvl2pPr>
            <a:lvl3pPr lvl="2">
              <a:spcBef>
                <a:spcPts val="0"/>
              </a:spcBef>
              <a:spcAft>
                <a:spcPts val="0"/>
              </a:spcAft>
              <a:buSzPts val="2000"/>
              <a:buNone/>
              <a:defRPr/>
            </a:lvl3pPr>
            <a:lvl4pPr lvl="3">
              <a:spcBef>
                <a:spcPts val="0"/>
              </a:spcBef>
              <a:spcAft>
                <a:spcPts val="0"/>
              </a:spcAft>
              <a:buSzPts val="2000"/>
              <a:buNone/>
              <a:defRPr/>
            </a:lvl4pPr>
            <a:lvl5pPr lvl="4">
              <a:spcBef>
                <a:spcPts val="0"/>
              </a:spcBef>
              <a:spcAft>
                <a:spcPts val="0"/>
              </a:spcAft>
              <a:buSzPts val="2000"/>
              <a:buNone/>
              <a:defRPr/>
            </a:lvl5pPr>
            <a:lvl6pPr lvl="5">
              <a:spcBef>
                <a:spcPts val="0"/>
              </a:spcBef>
              <a:spcAft>
                <a:spcPts val="0"/>
              </a:spcAft>
              <a:buSzPts val="2000"/>
              <a:buNone/>
              <a:defRPr/>
            </a:lvl6pPr>
            <a:lvl7pPr lvl="6">
              <a:spcBef>
                <a:spcPts val="0"/>
              </a:spcBef>
              <a:spcAft>
                <a:spcPts val="0"/>
              </a:spcAft>
              <a:buSzPts val="2000"/>
              <a:buNone/>
              <a:defRPr/>
            </a:lvl7pPr>
            <a:lvl8pPr lvl="7">
              <a:spcBef>
                <a:spcPts val="0"/>
              </a:spcBef>
              <a:spcAft>
                <a:spcPts val="0"/>
              </a:spcAft>
              <a:buSzPts val="2000"/>
              <a:buNone/>
              <a:defRPr/>
            </a:lvl8pPr>
            <a:lvl9pPr lvl="8">
              <a:spcBef>
                <a:spcPts val="0"/>
              </a:spcBef>
              <a:spcAft>
                <a:spcPts val="0"/>
              </a:spcAft>
              <a:buSzPts val="2000"/>
              <a:buNone/>
              <a:defRPr/>
            </a:lvl9pPr>
          </a:lstStyle>
          <a:p>
            <a:endParaRPr/>
          </a:p>
        </p:txBody>
      </p:sp>
      <p:sp>
        <p:nvSpPr>
          <p:cNvPr id="79" name="Google Shape;79;p5"/>
          <p:cNvSpPr txBox="1">
            <a:spLocks noGrp="1"/>
          </p:cNvSpPr>
          <p:nvPr>
            <p:ph type="body" idx="1"/>
          </p:nvPr>
        </p:nvSpPr>
        <p:spPr>
          <a:xfrm>
            <a:off x="814275" y="1327350"/>
            <a:ext cx="6132600" cy="3145500"/>
          </a:xfrm>
          <a:prstGeom prst="rect">
            <a:avLst/>
          </a:prstGeom>
        </p:spPr>
        <p:txBody>
          <a:bodyPr spcFirstLastPara="1" wrap="square" lIns="91425" tIns="91425" rIns="91425" bIns="91425" anchor="ctr" anchorCtr="0"/>
          <a:lstStyle>
            <a:lvl1pPr marL="457200" lvl="0" indent="-381000">
              <a:spcBef>
                <a:spcPts val="600"/>
              </a:spcBef>
              <a:spcAft>
                <a:spcPts val="0"/>
              </a:spcAft>
              <a:buSzPts val="2400"/>
              <a:buChar char="▰"/>
              <a:defRPr/>
            </a:lvl1pPr>
            <a:lvl2pPr marL="914400" lvl="1" indent="-381000">
              <a:spcBef>
                <a:spcPts val="1000"/>
              </a:spcBef>
              <a:spcAft>
                <a:spcPts val="0"/>
              </a:spcAft>
              <a:buSzPts val="2400"/>
              <a:buChar char="▻"/>
              <a:defRPr/>
            </a:lvl2pPr>
            <a:lvl3pPr marL="1371600" lvl="2" indent="-381000">
              <a:spcBef>
                <a:spcPts val="1000"/>
              </a:spcBef>
              <a:spcAft>
                <a:spcPts val="0"/>
              </a:spcAft>
              <a:buSzPts val="2400"/>
              <a:buChar char="▻"/>
              <a:defRPr/>
            </a:lvl3pPr>
            <a:lvl4pPr marL="1828800" lvl="3" indent="-381000">
              <a:spcBef>
                <a:spcPts val="1000"/>
              </a:spcBef>
              <a:spcAft>
                <a:spcPts val="0"/>
              </a:spcAft>
              <a:buSzPts val="2400"/>
              <a:buChar char="▻"/>
              <a:defRPr/>
            </a:lvl4pPr>
            <a:lvl5pPr marL="2286000" lvl="4" indent="-381000">
              <a:spcBef>
                <a:spcPts val="1000"/>
              </a:spcBef>
              <a:spcAft>
                <a:spcPts val="0"/>
              </a:spcAft>
              <a:buSzPts val="2400"/>
              <a:buChar char="▻"/>
              <a:defRPr/>
            </a:lvl5pPr>
            <a:lvl6pPr marL="2743200" lvl="5" indent="-381000">
              <a:spcBef>
                <a:spcPts val="1000"/>
              </a:spcBef>
              <a:spcAft>
                <a:spcPts val="0"/>
              </a:spcAft>
              <a:buSzPts val="2400"/>
              <a:buChar char="▻"/>
              <a:defRPr/>
            </a:lvl6pPr>
            <a:lvl7pPr marL="3200400" lvl="6" indent="-381000">
              <a:spcBef>
                <a:spcPts val="1000"/>
              </a:spcBef>
              <a:spcAft>
                <a:spcPts val="0"/>
              </a:spcAft>
              <a:buSzPts val="2400"/>
              <a:buChar char="▻"/>
              <a:defRPr/>
            </a:lvl7pPr>
            <a:lvl8pPr marL="3657600" lvl="7" indent="-381000">
              <a:spcBef>
                <a:spcPts val="1000"/>
              </a:spcBef>
              <a:spcAft>
                <a:spcPts val="0"/>
              </a:spcAft>
              <a:buSzPts val="2400"/>
              <a:buChar char="▻"/>
              <a:defRPr/>
            </a:lvl8pPr>
            <a:lvl9pPr marL="4114800" lvl="8" indent="-381000">
              <a:spcBef>
                <a:spcPts val="1000"/>
              </a:spcBef>
              <a:spcAft>
                <a:spcPts val="1000"/>
              </a:spcAft>
              <a:buSzPts val="2400"/>
              <a:buChar char="▻"/>
              <a:defRPr/>
            </a:lvl9pPr>
          </a:lstStyle>
          <a:p>
            <a:endParaRPr/>
          </a:p>
        </p:txBody>
      </p:sp>
      <p:sp>
        <p:nvSpPr>
          <p:cNvPr id="80" name="Google Shape;80;p5"/>
          <p:cNvSpPr txBox="1">
            <a:spLocks noGrp="1"/>
          </p:cNvSpPr>
          <p:nvPr>
            <p:ph type="sldNum" idx="12"/>
          </p:nvPr>
        </p:nvSpPr>
        <p:spPr>
          <a:xfrm>
            <a:off x="7618000" y="4636500"/>
            <a:ext cx="1487400" cy="315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lang="en-GB"/>
          </a:p>
        </p:txBody>
      </p:sp>
    </p:spTree>
  </p:cSld>
  <p:clrMapOvr>
    <a:masterClrMapping/>
  </p:clrMapOvr>
  <p:transition>
    <p:fade thruBlk="1"/>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 2 columns" type="twoColTx">
  <p:cSld name="TITLE_AND_TWO_COLUMNS">
    <p:spTree>
      <p:nvGrpSpPr>
        <p:cNvPr id="1" name="Shape 81"/>
        <p:cNvGrpSpPr/>
        <p:nvPr/>
      </p:nvGrpSpPr>
      <p:grpSpPr>
        <a:xfrm>
          <a:off x="0" y="0"/>
          <a:ext cx="0" cy="0"/>
          <a:chOff x="0" y="0"/>
          <a:chExt cx="0" cy="0"/>
        </a:xfrm>
      </p:grpSpPr>
      <p:grpSp>
        <p:nvGrpSpPr>
          <p:cNvPr id="82" name="Google Shape;82;p6"/>
          <p:cNvGrpSpPr/>
          <p:nvPr/>
        </p:nvGrpSpPr>
        <p:grpSpPr>
          <a:xfrm>
            <a:off x="-4" y="40"/>
            <a:ext cx="7072430" cy="1327315"/>
            <a:chOff x="-4" y="40"/>
            <a:chExt cx="7072430" cy="1327315"/>
          </a:xfrm>
        </p:grpSpPr>
        <p:sp>
          <p:nvSpPr>
            <p:cNvPr id="83" name="Google Shape;83;p6"/>
            <p:cNvSpPr/>
            <p:nvPr/>
          </p:nvSpPr>
          <p:spPr>
            <a:xfrm>
              <a:off x="6292649" y="126425"/>
              <a:ext cx="779700" cy="259800"/>
            </a:xfrm>
            <a:prstGeom prst="triangle">
              <a:avLst>
                <a:gd name="adj" fmla="val 32425"/>
              </a:avLst>
            </a:prstGeom>
            <a:solidFill>
              <a:srgbClr val="26324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Arvo" panose="02000000000000000000"/>
                <a:ea typeface="Arvo" panose="02000000000000000000"/>
                <a:cs typeface="Arvo" panose="02000000000000000000"/>
                <a:sym typeface="Arvo" panose="02000000000000000000"/>
              </a:endParaRPr>
            </a:p>
          </p:txBody>
        </p:sp>
        <p:grpSp>
          <p:nvGrpSpPr>
            <p:cNvPr id="84" name="Google Shape;84;p6"/>
            <p:cNvGrpSpPr/>
            <p:nvPr/>
          </p:nvGrpSpPr>
          <p:grpSpPr>
            <a:xfrm rot="10800000" flipH="1">
              <a:off x="3" y="40"/>
              <a:ext cx="6756168" cy="1327315"/>
              <a:chOff x="-2168138" y="330075"/>
              <a:chExt cx="8650663" cy="1699506"/>
            </a:xfrm>
          </p:grpSpPr>
          <p:sp>
            <p:nvSpPr>
              <p:cNvPr id="85" name="Google Shape;85;p6"/>
              <p:cNvSpPr/>
              <p:nvPr/>
            </p:nvSpPr>
            <p:spPr>
              <a:xfrm>
                <a:off x="-2168138" y="330081"/>
                <a:ext cx="6958200" cy="1699500"/>
              </a:xfrm>
              <a:prstGeom prst="rect">
                <a:avLst/>
              </a:prstGeom>
              <a:solidFill>
                <a:srgbClr val="C7D3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Arvo" panose="02000000000000000000"/>
                  <a:ea typeface="Arvo" panose="02000000000000000000"/>
                  <a:cs typeface="Arvo" panose="02000000000000000000"/>
                  <a:sym typeface="Arvo" panose="02000000000000000000"/>
                </a:endParaRPr>
              </a:p>
            </p:txBody>
          </p:sp>
          <p:sp>
            <p:nvSpPr>
              <p:cNvPr id="86" name="Google Shape;86;p6"/>
              <p:cNvSpPr/>
              <p:nvPr/>
            </p:nvSpPr>
            <p:spPr>
              <a:xfrm>
                <a:off x="4783025" y="330075"/>
                <a:ext cx="1699500" cy="1699500"/>
              </a:xfrm>
              <a:prstGeom prst="rtTriangle">
                <a:avLst/>
              </a:prstGeom>
              <a:solidFill>
                <a:srgbClr val="C7D3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Arvo" panose="02000000000000000000"/>
                  <a:ea typeface="Arvo" panose="02000000000000000000"/>
                  <a:cs typeface="Arvo" panose="02000000000000000000"/>
                  <a:sym typeface="Arvo" panose="02000000000000000000"/>
                </a:endParaRPr>
              </a:p>
            </p:txBody>
          </p:sp>
        </p:grpSp>
        <p:grpSp>
          <p:nvGrpSpPr>
            <p:cNvPr id="87" name="Google Shape;87;p6"/>
            <p:cNvGrpSpPr/>
            <p:nvPr/>
          </p:nvGrpSpPr>
          <p:grpSpPr>
            <a:xfrm rot="10800000" flipH="1">
              <a:off x="-4" y="381007"/>
              <a:ext cx="7072430" cy="771744"/>
              <a:chOff x="-9092084" y="330075"/>
              <a:chExt cx="15574609" cy="1699501"/>
            </a:xfrm>
          </p:grpSpPr>
          <p:sp>
            <p:nvSpPr>
              <p:cNvPr id="88" name="Google Shape;88;p6"/>
              <p:cNvSpPr/>
              <p:nvPr/>
            </p:nvSpPr>
            <p:spPr>
              <a:xfrm>
                <a:off x="-9092084" y="330076"/>
                <a:ext cx="13882200" cy="1699500"/>
              </a:xfrm>
              <a:prstGeom prst="rect">
                <a:avLst/>
              </a:prstGeom>
              <a:solidFill>
                <a:srgbClr val="3F537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Arvo" panose="02000000000000000000"/>
                  <a:ea typeface="Arvo" panose="02000000000000000000"/>
                  <a:cs typeface="Arvo" panose="02000000000000000000"/>
                  <a:sym typeface="Arvo" panose="02000000000000000000"/>
                </a:endParaRPr>
              </a:p>
            </p:txBody>
          </p:sp>
          <p:sp>
            <p:nvSpPr>
              <p:cNvPr id="89" name="Google Shape;89;p6"/>
              <p:cNvSpPr/>
              <p:nvPr/>
            </p:nvSpPr>
            <p:spPr>
              <a:xfrm>
                <a:off x="4783025" y="330075"/>
                <a:ext cx="1699500" cy="1699500"/>
              </a:xfrm>
              <a:prstGeom prst="rtTriangle">
                <a:avLst/>
              </a:prstGeom>
              <a:solidFill>
                <a:srgbClr val="3F537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Arvo" panose="02000000000000000000"/>
                  <a:ea typeface="Arvo" panose="02000000000000000000"/>
                  <a:cs typeface="Arvo" panose="02000000000000000000"/>
                  <a:sym typeface="Arvo" panose="02000000000000000000"/>
                </a:endParaRPr>
              </a:p>
            </p:txBody>
          </p:sp>
        </p:grpSp>
      </p:grpSp>
      <p:grpSp>
        <p:nvGrpSpPr>
          <p:cNvPr id="90" name="Google Shape;90;p6"/>
          <p:cNvGrpSpPr/>
          <p:nvPr/>
        </p:nvGrpSpPr>
        <p:grpSpPr>
          <a:xfrm>
            <a:off x="6946842" y="4472723"/>
            <a:ext cx="2202830" cy="670795"/>
            <a:chOff x="5575242" y="4472723"/>
            <a:chExt cx="2202830" cy="670795"/>
          </a:xfrm>
        </p:grpSpPr>
        <p:sp>
          <p:nvSpPr>
            <p:cNvPr id="91" name="Google Shape;91;p6"/>
            <p:cNvSpPr/>
            <p:nvPr/>
          </p:nvSpPr>
          <p:spPr>
            <a:xfrm rot="10800000">
              <a:off x="5575242" y="4948334"/>
              <a:ext cx="394200" cy="131400"/>
            </a:xfrm>
            <a:prstGeom prst="triangle">
              <a:avLst>
                <a:gd name="adj" fmla="val 32425"/>
              </a:avLst>
            </a:prstGeom>
            <a:solidFill>
              <a:srgbClr val="D26F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92" name="Google Shape;92;p6"/>
            <p:cNvGrpSpPr/>
            <p:nvPr/>
          </p:nvGrpSpPr>
          <p:grpSpPr>
            <a:xfrm flipH="1">
              <a:off x="5734850" y="4472723"/>
              <a:ext cx="2040837" cy="670795"/>
              <a:chOff x="1297954" y="330075"/>
              <a:chExt cx="5169293" cy="1699506"/>
            </a:xfrm>
          </p:grpSpPr>
          <p:sp>
            <p:nvSpPr>
              <p:cNvPr id="93" name="Google Shape;93;p6"/>
              <p:cNvSpPr/>
              <p:nvPr/>
            </p:nvSpPr>
            <p:spPr>
              <a:xfrm>
                <a:off x="1297954" y="330081"/>
                <a:ext cx="3476700" cy="1699500"/>
              </a:xfrm>
              <a:prstGeom prst="rect">
                <a:avLst/>
              </a:prstGeom>
              <a:solidFill>
                <a:srgbClr val="C7D3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 name="Google Shape;94;p6"/>
              <p:cNvSpPr/>
              <p:nvPr/>
            </p:nvSpPr>
            <p:spPr>
              <a:xfrm>
                <a:off x="4767747" y="330075"/>
                <a:ext cx="1699500" cy="1699500"/>
              </a:xfrm>
              <a:prstGeom prst="rtTriangle">
                <a:avLst/>
              </a:prstGeom>
              <a:solidFill>
                <a:srgbClr val="C7D3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5" name="Google Shape;95;p6"/>
            <p:cNvGrpSpPr/>
            <p:nvPr/>
          </p:nvGrpSpPr>
          <p:grpSpPr>
            <a:xfrm flipH="1">
              <a:off x="5578209" y="4646738"/>
              <a:ext cx="2199863" cy="304563"/>
              <a:chOff x="-5827153" y="330075"/>
              <a:chExt cx="12276019" cy="1699569"/>
            </a:xfrm>
          </p:grpSpPr>
          <p:sp>
            <p:nvSpPr>
              <p:cNvPr id="96" name="Google Shape;96;p6"/>
              <p:cNvSpPr/>
              <p:nvPr/>
            </p:nvSpPr>
            <p:spPr>
              <a:xfrm>
                <a:off x="-5827153" y="330144"/>
                <a:ext cx="10612200" cy="1699500"/>
              </a:xfrm>
              <a:prstGeom prst="rect">
                <a:avLst/>
              </a:prstGeom>
              <a:solidFill>
                <a:srgbClr val="FF98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 name="Google Shape;97;p6"/>
              <p:cNvSpPr/>
              <p:nvPr/>
            </p:nvSpPr>
            <p:spPr>
              <a:xfrm>
                <a:off x="4749366" y="330075"/>
                <a:ext cx="1699500" cy="1699500"/>
              </a:xfrm>
              <a:prstGeom prst="rtTriangle">
                <a:avLst/>
              </a:prstGeom>
              <a:solidFill>
                <a:srgbClr val="FF98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98" name="Google Shape;98;p6"/>
          <p:cNvSpPr txBox="1">
            <a:spLocks noGrp="1"/>
          </p:cNvSpPr>
          <p:nvPr>
            <p:ph type="title"/>
          </p:nvPr>
        </p:nvSpPr>
        <p:spPr>
          <a:xfrm>
            <a:off x="814275" y="392575"/>
            <a:ext cx="5258400" cy="766200"/>
          </a:xfrm>
          <a:prstGeom prst="rect">
            <a:avLst/>
          </a:prstGeom>
        </p:spPr>
        <p:txBody>
          <a:bodyPr spcFirstLastPara="1" wrap="square" lIns="91425" tIns="91425" rIns="91425" bIns="91425" anchor="ctr" anchorCtr="0"/>
          <a:lstStyle>
            <a:lvl1pPr lvl="0">
              <a:spcBef>
                <a:spcPts val="0"/>
              </a:spcBef>
              <a:spcAft>
                <a:spcPts val="0"/>
              </a:spcAft>
              <a:buSzPts val="2000"/>
              <a:buNone/>
              <a:defRPr/>
            </a:lvl1pPr>
            <a:lvl2pPr lvl="1">
              <a:spcBef>
                <a:spcPts val="0"/>
              </a:spcBef>
              <a:spcAft>
                <a:spcPts val="0"/>
              </a:spcAft>
              <a:buSzPts val="2000"/>
              <a:buNone/>
              <a:defRPr/>
            </a:lvl2pPr>
            <a:lvl3pPr lvl="2">
              <a:spcBef>
                <a:spcPts val="0"/>
              </a:spcBef>
              <a:spcAft>
                <a:spcPts val="0"/>
              </a:spcAft>
              <a:buSzPts val="2000"/>
              <a:buNone/>
              <a:defRPr/>
            </a:lvl3pPr>
            <a:lvl4pPr lvl="3">
              <a:spcBef>
                <a:spcPts val="0"/>
              </a:spcBef>
              <a:spcAft>
                <a:spcPts val="0"/>
              </a:spcAft>
              <a:buSzPts val="2000"/>
              <a:buNone/>
              <a:defRPr/>
            </a:lvl4pPr>
            <a:lvl5pPr lvl="4">
              <a:spcBef>
                <a:spcPts val="0"/>
              </a:spcBef>
              <a:spcAft>
                <a:spcPts val="0"/>
              </a:spcAft>
              <a:buSzPts val="2000"/>
              <a:buNone/>
              <a:defRPr/>
            </a:lvl5pPr>
            <a:lvl6pPr lvl="5">
              <a:spcBef>
                <a:spcPts val="0"/>
              </a:spcBef>
              <a:spcAft>
                <a:spcPts val="0"/>
              </a:spcAft>
              <a:buSzPts val="2000"/>
              <a:buNone/>
              <a:defRPr/>
            </a:lvl6pPr>
            <a:lvl7pPr lvl="6">
              <a:spcBef>
                <a:spcPts val="0"/>
              </a:spcBef>
              <a:spcAft>
                <a:spcPts val="0"/>
              </a:spcAft>
              <a:buSzPts val="2000"/>
              <a:buNone/>
              <a:defRPr/>
            </a:lvl7pPr>
            <a:lvl8pPr lvl="7">
              <a:spcBef>
                <a:spcPts val="0"/>
              </a:spcBef>
              <a:spcAft>
                <a:spcPts val="0"/>
              </a:spcAft>
              <a:buSzPts val="2000"/>
              <a:buNone/>
              <a:defRPr/>
            </a:lvl8pPr>
            <a:lvl9pPr lvl="8">
              <a:spcBef>
                <a:spcPts val="0"/>
              </a:spcBef>
              <a:spcAft>
                <a:spcPts val="0"/>
              </a:spcAft>
              <a:buSzPts val="2000"/>
              <a:buNone/>
              <a:defRPr/>
            </a:lvl9pPr>
          </a:lstStyle>
          <a:p>
            <a:endParaRPr/>
          </a:p>
        </p:txBody>
      </p:sp>
      <p:sp>
        <p:nvSpPr>
          <p:cNvPr id="99" name="Google Shape;99;p6"/>
          <p:cNvSpPr txBox="1">
            <a:spLocks noGrp="1"/>
          </p:cNvSpPr>
          <p:nvPr>
            <p:ph type="body" idx="1"/>
          </p:nvPr>
        </p:nvSpPr>
        <p:spPr>
          <a:xfrm>
            <a:off x="814275" y="1537988"/>
            <a:ext cx="3378300" cy="2724300"/>
          </a:xfrm>
          <a:prstGeom prst="rect">
            <a:avLst/>
          </a:prstGeom>
        </p:spPr>
        <p:txBody>
          <a:bodyPr spcFirstLastPara="1" wrap="square" lIns="91425" tIns="91425" rIns="91425" bIns="91425" anchor="t" anchorCtr="0"/>
          <a:lstStyle>
            <a:lvl1pPr marL="457200" lvl="0" indent="-355600">
              <a:spcBef>
                <a:spcPts val="600"/>
              </a:spcBef>
              <a:spcAft>
                <a:spcPts val="0"/>
              </a:spcAft>
              <a:buSzPts val="2000"/>
              <a:buChar char="▰"/>
              <a:defRPr sz="2000"/>
            </a:lvl1pPr>
            <a:lvl2pPr marL="914400" lvl="1" indent="-355600">
              <a:spcBef>
                <a:spcPts val="1000"/>
              </a:spcBef>
              <a:spcAft>
                <a:spcPts val="0"/>
              </a:spcAft>
              <a:buSzPts val="2000"/>
              <a:buChar char="▻"/>
              <a:defRPr sz="2000"/>
            </a:lvl2pPr>
            <a:lvl3pPr marL="1371600" lvl="2" indent="-355600">
              <a:spcBef>
                <a:spcPts val="1000"/>
              </a:spcBef>
              <a:spcAft>
                <a:spcPts val="0"/>
              </a:spcAft>
              <a:buSzPts val="2000"/>
              <a:buChar char="▻"/>
              <a:defRPr sz="2000"/>
            </a:lvl3pPr>
            <a:lvl4pPr marL="1828800" lvl="3" indent="-355600">
              <a:spcBef>
                <a:spcPts val="1000"/>
              </a:spcBef>
              <a:spcAft>
                <a:spcPts val="0"/>
              </a:spcAft>
              <a:buSzPts val="2000"/>
              <a:buChar char="▻"/>
              <a:defRPr sz="2000"/>
            </a:lvl4pPr>
            <a:lvl5pPr marL="2286000" lvl="4" indent="-355600">
              <a:spcBef>
                <a:spcPts val="1000"/>
              </a:spcBef>
              <a:spcAft>
                <a:spcPts val="0"/>
              </a:spcAft>
              <a:buSzPts val="2000"/>
              <a:buChar char="▻"/>
              <a:defRPr sz="2000"/>
            </a:lvl5pPr>
            <a:lvl6pPr marL="2743200" lvl="5" indent="-355600">
              <a:spcBef>
                <a:spcPts val="1000"/>
              </a:spcBef>
              <a:spcAft>
                <a:spcPts val="0"/>
              </a:spcAft>
              <a:buSzPts val="2000"/>
              <a:buChar char="▻"/>
              <a:defRPr sz="2000"/>
            </a:lvl6pPr>
            <a:lvl7pPr marL="3200400" lvl="6" indent="-355600">
              <a:spcBef>
                <a:spcPts val="1000"/>
              </a:spcBef>
              <a:spcAft>
                <a:spcPts val="0"/>
              </a:spcAft>
              <a:buSzPts val="2000"/>
              <a:buChar char="▻"/>
              <a:defRPr sz="2000"/>
            </a:lvl7pPr>
            <a:lvl8pPr marL="3657600" lvl="7" indent="-355600">
              <a:spcBef>
                <a:spcPts val="1000"/>
              </a:spcBef>
              <a:spcAft>
                <a:spcPts val="0"/>
              </a:spcAft>
              <a:buSzPts val="2000"/>
              <a:buChar char="▻"/>
              <a:defRPr sz="2000"/>
            </a:lvl8pPr>
            <a:lvl9pPr marL="4114800" lvl="8" indent="-355600">
              <a:spcBef>
                <a:spcPts val="1000"/>
              </a:spcBef>
              <a:spcAft>
                <a:spcPts val="1000"/>
              </a:spcAft>
              <a:buSzPts val="2000"/>
              <a:buChar char="▻"/>
              <a:defRPr sz="2000"/>
            </a:lvl9pPr>
          </a:lstStyle>
          <a:p>
            <a:endParaRPr/>
          </a:p>
        </p:txBody>
      </p:sp>
      <p:sp>
        <p:nvSpPr>
          <p:cNvPr id="100" name="Google Shape;100;p6"/>
          <p:cNvSpPr txBox="1">
            <a:spLocks noGrp="1"/>
          </p:cNvSpPr>
          <p:nvPr>
            <p:ph type="body" idx="2"/>
          </p:nvPr>
        </p:nvSpPr>
        <p:spPr>
          <a:xfrm>
            <a:off x="4396123" y="1537988"/>
            <a:ext cx="3378300" cy="2724300"/>
          </a:xfrm>
          <a:prstGeom prst="rect">
            <a:avLst/>
          </a:prstGeom>
        </p:spPr>
        <p:txBody>
          <a:bodyPr spcFirstLastPara="1" wrap="square" lIns="91425" tIns="91425" rIns="91425" bIns="91425" anchor="t" anchorCtr="0"/>
          <a:lstStyle>
            <a:lvl1pPr marL="457200" lvl="0" indent="-355600">
              <a:spcBef>
                <a:spcPts val="600"/>
              </a:spcBef>
              <a:spcAft>
                <a:spcPts val="0"/>
              </a:spcAft>
              <a:buSzPts val="2000"/>
              <a:buChar char="▰"/>
              <a:defRPr sz="2000"/>
            </a:lvl1pPr>
            <a:lvl2pPr marL="914400" lvl="1" indent="-355600">
              <a:spcBef>
                <a:spcPts val="1000"/>
              </a:spcBef>
              <a:spcAft>
                <a:spcPts val="0"/>
              </a:spcAft>
              <a:buSzPts val="2000"/>
              <a:buChar char="▻"/>
              <a:defRPr sz="2000"/>
            </a:lvl2pPr>
            <a:lvl3pPr marL="1371600" lvl="2" indent="-355600">
              <a:spcBef>
                <a:spcPts val="1000"/>
              </a:spcBef>
              <a:spcAft>
                <a:spcPts val="0"/>
              </a:spcAft>
              <a:buSzPts val="2000"/>
              <a:buChar char="▻"/>
              <a:defRPr sz="2000"/>
            </a:lvl3pPr>
            <a:lvl4pPr marL="1828800" lvl="3" indent="-355600">
              <a:spcBef>
                <a:spcPts val="1000"/>
              </a:spcBef>
              <a:spcAft>
                <a:spcPts val="0"/>
              </a:spcAft>
              <a:buSzPts val="2000"/>
              <a:buChar char="▻"/>
              <a:defRPr sz="2000"/>
            </a:lvl4pPr>
            <a:lvl5pPr marL="2286000" lvl="4" indent="-355600">
              <a:spcBef>
                <a:spcPts val="1000"/>
              </a:spcBef>
              <a:spcAft>
                <a:spcPts val="0"/>
              </a:spcAft>
              <a:buSzPts val="2000"/>
              <a:buChar char="▻"/>
              <a:defRPr sz="2000"/>
            </a:lvl5pPr>
            <a:lvl6pPr marL="2743200" lvl="5" indent="-355600">
              <a:spcBef>
                <a:spcPts val="1000"/>
              </a:spcBef>
              <a:spcAft>
                <a:spcPts val="0"/>
              </a:spcAft>
              <a:buSzPts val="2000"/>
              <a:buChar char="▻"/>
              <a:defRPr sz="2000"/>
            </a:lvl6pPr>
            <a:lvl7pPr marL="3200400" lvl="6" indent="-355600">
              <a:spcBef>
                <a:spcPts val="1000"/>
              </a:spcBef>
              <a:spcAft>
                <a:spcPts val="0"/>
              </a:spcAft>
              <a:buSzPts val="2000"/>
              <a:buChar char="▻"/>
              <a:defRPr sz="2000"/>
            </a:lvl7pPr>
            <a:lvl8pPr marL="3657600" lvl="7" indent="-355600">
              <a:spcBef>
                <a:spcPts val="1000"/>
              </a:spcBef>
              <a:spcAft>
                <a:spcPts val="0"/>
              </a:spcAft>
              <a:buSzPts val="2000"/>
              <a:buChar char="▻"/>
              <a:defRPr sz="2000"/>
            </a:lvl8pPr>
            <a:lvl9pPr marL="4114800" lvl="8" indent="-355600">
              <a:spcBef>
                <a:spcPts val="1000"/>
              </a:spcBef>
              <a:spcAft>
                <a:spcPts val="1000"/>
              </a:spcAft>
              <a:buSzPts val="2000"/>
              <a:buChar char="▻"/>
              <a:defRPr sz="2000"/>
            </a:lvl9pPr>
          </a:lstStyle>
          <a:p>
            <a:endParaRPr/>
          </a:p>
        </p:txBody>
      </p:sp>
      <p:sp>
        <p:nvSpPr>
          <p:cNvPr id="101" name="Google Shape;101;p6"/>
          <p:cNvSpPr txBox="1">
            <a:spLocks noGrp="1"/>
          </p:cNvSpPr>
          <p:nvPr>
            <p:ph type="sldNum" idx="12"/>
          </p:nvPr>
        </p:nvSpPr>
        <p:spPr>
          <a:xfrm>
            <a:off x="7618000" y="4636500"/>
            <a:ext cx="1487400" cy="315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lang="en-GB"/>
          </a:p>
        </p:txBody>
      </p:sp>
    </p:spTree>
  </p:cSld>
  <p:clrMapOvr>
    <a:masterClrMapping/>
  </p:clrMapOvr>
  <p:transition>
    <p:fade thruBlk="1"/>
  </p:transition>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814275" y="392575"/>
            <a:ext cx="5258400" cy="766200"/>
          </a:xfrm>
          <a:prstGeom prst="rect">
            <a:avLst/>
          </a:prstGeom>
          <a:noFill/>
          <a:ln>
            <a:noFill/>
          </a:ln>
        </p:spPr>
        <p:txBody>
          <a:bodyPr spcFirstLastPara="1" wrap="square" lIns="91425" tIns="91425" rIns="91425" bIns="91425" anchor="ctr" anchorCtr="0"/>
          <a:lstStyle>
            <a:lvl1pPr lvl="0">
              <a:spcBef>
                <a:spcPts val="0"/>
              </a:spcBef>
              <a:spcAft>
                <a:spcPts val="0"/>
              </a:spcAft>
              <a:buClr>
                <a:srgbClr val="FFFFFF"/>
              </a:buClr>
              <a:buSzPts val="2000"/>
              <a:buFont typeface="Roboto Condensed" panose="02000000000000000000"/>
              <a:buNone/>
              <a:defRPr sz="2000" b="1">
                <a:solidFill>
                  <a:srgbClr val="FFFFFF"/>
                </a:solidFill>
                <a:latin typeface="Roboto Condensed" panose="02000000000000000000"/>
                <a:ea typeface="Roboto Condensed" panose="02000000000000000000"/>
                <a:cs typeface="Roboto Condensed" panose="02000000000000000000"/>
                <a:sym typeface="Roboto Condensed" panose="02000000000000000000"/>
              </a:defRPr>
            </a:lvl1pPr>
            <a:lvl2pPr lvl="1">
              <a:spcBef>
                <a:spcPts val="0"/>
              </a:spcBef>
              <a:spcAft>
                <a:spcPts val="0"/>
              </a:spcAft>
              <a:buClr>
                <a:srgbClr val="FFFFFF"/>
              </a:buClr>
              <a:buSzPts val="2000"/>
              <a:buFont typeface="Roboto Condensed" panose="02000000000000000000"/>
              <a:buNone/>
              <a:defRPr sz="2000" b="1">
                <a:solidFill>
                  <a:srgbClr val="FFFFFF"/>
                </a:solidFill>
                <a:latin typeface="Roboto Condensed" panose="02000000000000000000"/>
                <a:ea typeface="Roboto Condensed" panose="02000000000000000000"/>
                <a:cs typeface="Roboto Condensed" panose="02000000000000000000"/>
                <a:sym typeface="Roboto Condensed" panose="02000000000000000000"/>
              </a:defRPr>
            </a:lvl2pPr>
            <a:lvl3pPr lvl="2">
              <a:spcBef>
                <a:spcPts val="0"/>
              </a:spcBef>
              <a:spcAft>
                <a:spcPts val="0"/>
              </a:spcAft>
              <a:buClr>
                <a:srgbClr val="FFFFFF"/>
              </a:buClr>
              <a:buSzPts val="2000"/>
              <a:buFont typeface="Roboto Condensed" panose="02000000000000000000"/>
              <a:buNone/>
              <a:defRPr sz="2000" b="1">
                <a:solidFill>
                  <a:srgbClr val="FFFFFF"/>
                </a:solidFill>
                <a:latin typeface="Roboto Condensed" panose="02000000000000000000"/>
                <a:ea typeface="Roboto Condensed" panose="02000000000000000000"/>
                <a:cs typeface="Roboto Condensed" panose="02000000000000000000"/>
                <a:sym typeface="Roboto Condensed" panose="02000000000000000000"/>
              </a:defRPr>
            </a:lvl3pPr>
            <a:lvl4pPr lvl="3">
              <a:spcBef>
                <a:spcPts val="0"/>
              </a:spcBef>
              <a:spcAft>
                <a:spcPts val="0"/>
              </a:spcAft>
              <a:buClr>
                <a:srgbClr val="FFFFFF"/>
              </a:buClr>
              <a:buSzPts val="2000"/>
              <a:buFont typeface="Roboto Condensed" panose="02000000000000000000"/>
              <a:buNone/>
              <a:defRPr sz="2000" b="1">
                <a:solidFill>
                  <a:srgbClr val="FFFFFF"/>
                </a:solidFill>
                <a:latin typeface="Roboto Condensed" panose="02000000000000000000"/>
                <a:ea typeface="Roboto Condensed" panose="02000000000000000000"/>
                <a:cs typeface="Roboto Condensed" panose="02000000000000000000"/>
                <a:sym typeface="Roboto Condensed" panose="02000000000000000000"/>
              </a:defRPr>
            </a:lvl4pPr>
            <a:lvl5pPr lvl="4">
              <a:spcBef>
                <a:spcPts val="0"/>
              </a:spcBef>
              <a:spcAft>
                <a:spcPts val="0"/>
              </a:spcAft>
              <a:buClr>
                <a:srgbClr val="FFFFFF"/>
              </a:buClr>
              <a:buSzPts val="2000"/>
              <a:buFont typeface="Roboto Condensed" panose="02000000000000000000"/>
              <a:buNone/>
              <a:defRPr sz="2000" b="1">
                <a:solidFill>
                  <a:srgbClr val="FFFFFF"/>
                </a:solidFill>
                <a:latin typeface="Roboto Condensed" panose="02000000000000000000"/>
                <a:ea typeface="Roboto Condensed" panose="02000000000000000000"/>
                <a:cs typeface="Roboto Condensed" panose="02000000000000000000"/>
                <a:sym typeface="Roboto Condensed" panose="02000000000000000000"/>
              </a:defRPr>
            </a:lvl5pPr>
            <a:lvl6pPr lvl="5">
              <a:spcBef>
                <a:spcPts val="0"/>
              </a:spcBef>
              <a:spcAft>
                <a:spcPts val="0"/>
              </a:spcAft>
              <a:buClr>
                <a:srgbClr val="FFFFFF"/>
              </a:buClr>
              <a:buSzPts val="2000"/>
              <a:buFont typeface="Roboto Condensed" panose="02000000000000000000"/>
              <a:buNone/>
              <a:defRPr sz="2000" b="1">
                <a:solidFill>
                  <a:srgbClr val="FFFFFF"/>
                </a:solidFill>
                <a:latin typeface="Roboto Condensed" panose="02000000000000000000"/>
                <a:ea typeface="Roboto Condensed" panose="02000000000000000000"/>
                <a:cs typeface="Roboto Condensed" panose="02000000000000000000"/>
                <a:sym typeface="Roboto Condensed" panose="02000000000000000000"/>
              </a:defRPr>
            </a:lvl6pPr>
            <a:lvl7pPr lvl="6">
              <a:spcBef>
                <a:spcPts val="0"/>
              </a:spcBef>
              <a:spcAft>
                <a:spcPts val="0"/>
              </a:spcAft>
              <a:buClr>
                <a:srgbClr val="FFFFFF"/>
              </a:buClr>
              <a:buSzPts val="2000"/>
              <a:buFont typeface="Roboto Condensed" panose="02000000000000000000"/>
              <a:buNone/>
              <a:defRPr sz="2000" b="1">
                <a:solidFill>
                  <a:srgbClr val="FFFFFF"/>
                </a:solidFill>
                <a:latin typeface="Roboto Condensed" panose="02000000000000000000"/>
                <a:ea typeface="Roboto Condensed" panose="02000000000000000000"/>
                <a:cs typeface="Roboto Condensed" panose="02000000000000000000"/>
                <a:sym typeface="Roboto Condensed" panose="02000000000000000000"/>
              </a:defRPr>
            </a:lvl7pPr>
            <a:lvl8pPr lvl="7">
              <a:spcBef>
                <a:spcPts val="0"/>
              </a:spcBef>
              <a:spcAft>
                <a:spcPts val="0"/>
              </a:spcAft>
              <a:buClr>
                <a:srgbClr val="FFFFFF"/>
              </a:buClr>
              <a:buSzPts val="2000"/>
              <a:buFont typeface="Roboto Condensed" panose="02000000000000000000"/>
              <a:buNone/>
              <a:defRPr sz="2000" b="1">
                <a:solidFill>
                  <a:srgbClr val="FFFFFF"/>
                </a:solidFill>
                <a:latin typeface="Roboto Condensed" panose="02000000000000000000"/>
                <a:ea typeface="Roboto Condensed" panose="02000000000000000000"/>
                <a:cs typeface="Roboto Condensed" panose="02000000000000000000"/>
                <a:sym typeface="Roboto Condensed" panose="02000000000000000000"/>
              </a:defRPr>
            </a:lvl8pPr>
            <a:lvl9pPr lvl="8">
              <a:spcBef>
                <a:spcPts val="0"/>
              </a:spcBef>
              <a:spcAft>
                <a:spcPts val="0"/>
              </a:spcAft>
              <a:buClr>
                <a:srgbClr val="FFFFFF"/>
              </a:buClr>
              <a:buSzPts val="2000"/>
              <a:buFont typeface="Roboto Condensed" panose="02000000000000000000"/>
              <a:buNone/>
              <a:defRPr sz="2000" b="1">
                <a:solidFill>
                  <a:srgbClr val="FFFFFF"/>
                </a:solidFill>
                <a:latin typeface="Roboto Condensed" panose="02000000000000000000"/>
                <a:ea typeface="Roboto Condensed" panose="02000000000000000000"/>
                <a:cs typeface="Roboto Condensed" panose="02000000000000000000"/>
                <a:sym typeface="Roboto Condensed" panose="02000000000000000000"/>
              </a:defRPr>
            </a:lvl9pPr>
          </a:lstStyle>
          <a:p>
            <a:endParaRPr/>
          </a:p>
        </p:txBody>
      </p:sp>
      <p:sp>
        <p:nvSpPr>
          <p:cNvPr id="7" name="Google Shape;7;p1"/>
          <p:cNvSpPr txBox="1">
            <a:spLocks noGrp="1"/>
          </p:cNvSpPr>
          <p:nvPr>
            <p:ph type="body" idx="1"/>
          </p:nvPr>
        </p:nvSpPr>
        <p:spPr>
          <a:xfrm>
            <a:off x="814275" y="1327350"/>
            <a:ext cx="6132600" cy="3145500"/>
          </a:xfrm>
          <a:prstGeom prst="rect">
            <a:avLst/>
          </a:prstGeom>
          <a:noFill/>
          <a:ln>
            <a:noFill/>
          </a:ln>
        </p:spPr>
        <p:txBody>
          <a:bodyPr spcFirstLastPara="1" wrap="square" lIns="91425" tIns="91425" rIns="91425" bIns="91425" anchor="ctr" anchorCtr="0"/>
          <a:lstStyle>
            <a:lvl1pPr marL="457200" lvl="0" indent="-381000">
              <a:spcBef>
                <a:spcPts val="600"/>
              </a:spcBef>
              <a:spcAft>
                <a:spcPts val="0"/>
              </a:spcAft>
              <a:buClr>
                <a:srgbClr val="C7D3E6"/>
              </a:buClr>
              <a:buSzPts val="2400"/>
              <a:buFont typeface="Roboto Condensed Light" panose="02000000000000000000"/>
              <a:buChar char="▰"/>
              <a:defRPr sz="2400">
                <a:solidFill>
                  <a:srgbClr val="263248"/>
                </a:solidFill>
                <a:latin typeface="Roboto Condensed Light" panose="02000000000000000000"/>
                <a:ea typeface="Roboto Condensed Light" panose="02000000000000000000"/>
                <a:cs typeface="Roboto Condensed Light" panose="02000000000000000000"/>
                <a:sym typeface="Roboto Condensed Light" panose="02000000000000000000"/>
              </a:defRPr>
            </a:lvl1pPr>
            <a:lvl2pPr marL="914400" lvl="1" indent="-381000">
              <a:spcBef>
                <a:spcPts val="1000"/>
              </a:spcBef>
              <a:spcAft>
                <a:spcPts val="0"/>
              </a:spcAft>
              <a:buClr>
                <a:srgbClr val="C7D3E6"/>
              </a:buClr>
              <a:buSzPts val="2400"/>
              <a:buFont typeface="Roboto Condensed Light" panose="02000000000000000000"/>
              <a:buChar char="▻"/>
              <a:defRPr sz="2400">
                <a:solidFill>
                  <a:srgbClr val="263248"/>
                </a:solidFill>
                <a:latin typeface="Roboto Condensed Light" panose="02000000000000000000"/>
                <a:ea typeface="Roboto Condensed Light" panose="02000000000000000000"/>
                <a:cs typeface="Roboto Condensed Light" panose="02000000000000000000"/>
                <a:sym typeface="Roboto Condensed Light" panose="02000000000000000000"/>
              </a:defRPr>
            </a:lvl2pPr>
            <a:lvl3pPr marL="1371600" lvl="2" indent="-381000">
              <a:spcBef>
                <a:spcPts val="1000"/>
              </a:spcBef>
              <a:spcAft>
                <a:spcPts val="0"/>
              </a:spcAft>
              <a:buClr>
                <a:srgbClr val="C7D3E6"/>
              </a:buClr>
              <a:buSzPts val="2400"/>
              <a:buFont typeface="Roboto Condensed Light" panose="02000000000000000000"/>
              <a:buChar char="▻"/>
              <a:defRPr sz="2400">
                <a:solidFill>
                  <a:srgbClr val="263248"/>
                </a:solidFill>
                <a:latin typeface="Roboto Condensed Light" panose="02000000000000000000"/>
                <a:ea typeface="Roboto Condensed Light" panose="02000000000000000000"/>
                <a:cs typeface="Roboto Condensed Light" panose="02000000000000000000"/>
                <a:sym typeface="Roboto Condensed Light" panose="02000000000000000000"/>
              </a:defRPr>
            </a:lvl3pPr>
            <a:lvl4pPr marL="1828800" lvl="3" indent="-381000">
              <a:spcBef>
                <a:spcPts val="1000"/>
              </a:spcBef>
              <a:spcAft>
                <a:spcPts val="0"/>
              </a:spcAft>
              <a:buClr>
                <a:srgbClr val="C7D3E6"/>
              </a:buClr>
              <a:buSzPts val="2400"/>
              <a:buFont typeface="Roboto Condensed Light" panose="02000000000000000000"/>
              <a:buChar char="▻"/>
              <a:defRPr sz="2400">
                <a:solidFill>
                  <a:srgbClr val="263248"/>
                </a:solidFill>
                <a:latin typeface="Roboto Condensed Light" panose="02000000000000000000"/>
                <a:ea typeface="Roboto Condensed Light" panose="02000000000000000000"/>
                <a:cs typeface="Roboto Condensed Light" panose="02000000000000000000"/>
                <a:sym typeface="Roboto Condensed Light" panose="02000000000000000000"/>
              </a:defRPr>
            </a:lvl4pPr>
            <a:lvl5pPr marL="2286000" lvl="4" indent="-381000">
              <a:spcBef>
                <a:spcPts val="1000"/>
              </a:spcBef>
              <a:spcAft>
                <a:spcPts val="0"/>
              </a:spcAft>
              <a:buClr>
                <a:srgbClr val="C7D3E6"/>
              </a:buClr>
              <a:buSzPts val="2400"/>
              <a:buFont typeface="Roboto Condensed Light" panose="02000000000000000000"/>
              <a:buChar char="▻"/>
              <a:defRPr sz="2400">
                <a:solidFill>
                  <a:srgbClr val="263248"/>
                </a:solidFill>
                <a:latin typeface="Roboto Condensed Light" panose="02000000000000000000"/>
                <a:ea typeface="Roboto Condensed Light" panose="02000000000000000000"/>
                <a:cs typeface="Roboto Condensed Light" panose="02000000000000000000"/>
                <a:sym typeface="Roboto Condensed Light" panose="02000000000000000000"/>
              </a:defRPr>
            </a:lvl5pPr>
            <a:lvl6pPr marL="2743200" lvl="5" indent="-381000">
              <a:spcBef>
                <a:spcPts val="1000"/>
              </a:spcBef>
              <a:spcAft>
                <a:spcPts val="0"/>
              </a:spcAft>
              <a:buClr>
                <a:srgbClr val="C7D3E6"/>
              </a:buClr>
              <a:buSzPts val="2400"/>
              <a:buFont typeface="Roboto Condensed Light" panose="02000000000000000000"/>
              <a:buChar char="▻"/>
              <a:defRPr sz="2400">
                <a:solidFill>
                  <a:srgbClr val="263248"/>
                </a:solidFill>
                <a:latin typeface="Roboto Condensed Light" panose="02000000000000000000"/>
                <a:ea typeface="Roboto Condensed Light" panose="02000000000000000000"/>
                <a:cs typeface="Roboto Condensed Light" panose="02000000000000000000"/>
                <a:sym typeface="Roboto Condensed Light" panose="02000000000000000000"/>
              </a:defRPr>
            </a:lvl6pPr>
            <a:lvl7pPr marL="3200400" lvl="6" indent="-381000">
              <a:spcBef>
                <a:spcPts val="1000"/>
              </a:spcBef>
              <a:spcAft>
                <a:spcPts val="0"/>
              </a:spcAft>
              <a:buClr>
                <a:srgbClr val="C7D3E6"/>
              </a:buClr>
              <a:buSzPts val="2400"/>
              <a:buFont typeface="Roboto Condensed Light" panose="02000000000000000000"/>
              <a:buChar char="▻"/>
              <a:defRPr sz="2400">
                <a:solidFill>
                  <a:srgbClr val="263248"/>
                </a:solidFill>
                <a:latin typeface="Roboto Condensed Light" panose="02000000000000000000"/>
                <a:ea typeface="Roboto Condensed Light" panose="02000000000000000000"/>
                <a:cs typeface="Roboto Condensed Light" panose="02000000000000000000"/>
                <a:sym typeface="Roboto Condensed Light" panose="02000000000000000000"/>
              </a:defRPr>
            </a:lvl7pPr>
            <a:lvl8pPr marL="3657600" lvl="7" indent="-381000">
              <a:spcBef>
                <a:spcPts val="1000"/>
              </a:spcBef>
              <a:spcAft>
                <a:spcPts val="0"/>
              </a:spcAft>
              <a:buClr>
                <a:srgbClr val="C7D3E6"/>
              </a:buClr>
              <a:buSzPts val="2400"/>
              <a:buFont typeface="Roboto Condensed Light" panose="02000000000000000000"/>
              <a:buChar char="▻"/>
              <a:defRPr sz="2400">
                <a:solidFill>
                  <a:srgbClr val="263248"/>
                </a:solidFill>
                <a:latin typeface="Roboto Condensed Light" panose="02000000000000000000"/>
                <a:ea typeface="Roboto Condensed Light" panose="02000000000000000000"/>
                <a:cs typeface="Roboto Condensed Light" panose="02000000000000000000"/>
                <a:sym typeface="Roboto Condensed Light" panose="02000000000000000000"/>
              </a:defRPr>
            </a:lvl8pPr>
            <a:lvl9pPr marL="4114800" lvl="8" indent="-381000">
              <a:spcBef>
                <a:spcPts val="1000"/>
              </a:spcBef>
              <a:spcAft>
                <a:spcPts val="1000"/>
              </a:spcAft>
              <a:buClr>
                <a:srgbClr val="C7D3E6"/>
              </a:buClr>
              <a:buSzPts val="2400"/>
              <a:buFont typeface="Roboto Condensed Light" panose="02000000000000000000"/>
              <a:buChar char="▻"/>
              <a:defRPr sz="2400">
                <a:solidFill>
                  <a:srgbClr val="263248"/>
                </a:solidFill>
                <a:latin typeface="Roboto Condensed Light" panose="02000000000000000000"/>
                <a:ea typeface="Roboto Condensed Light" panose="02000000000000000000"/>
                <a:cs typeface="Roboto Condensed Light" panose="02000000000000000000"/>
                <a:sym typeface="Roboto Condensed Light" panose="02000000000000000000"/>
              </a:defRPr>
            </a:lvl9pPr>
          </a:lstStyle>
          <a:p>
            <a:endParaRPr/>
          </a:p>
        </p:txBody>
      </p:sp>
      <p:sp>
        <p:nvSpPr>
          <p:cNvPr id="8" name="Google Shape;8;p1"/>
          <p:cNvSpPr txBox="1">
            <a:spLocks noGrp="1"/>
          </p:cNvSpPr>
          <p:nvPr>
            <p:ph type="sldNum" idx="12"/>
          </p:nvPr>
        </p:nvSpPr>
        <p:spPr>
          <a:xfrm>
            <a:off x="7618000" y="4636500"/>
            <a:ext cx="1487400" cy="315600"/>
          </a:xfrm>
          <a:prstGeom prst="rect">
            <a:avLst/>
          </a:prstGeom>
          <a:noFill/>
          <a:ln>
            <a:noFill/>
          </a:ln>
        </p:spPr>
        <p:txBody>
          <a:bodyPr spcFirstLastPara="1" wrap="square" lIns="91425" tIns="91425" rIns="91425" bIns="91425" anchor="ctr" anchorCtr="0">
            <a:noAutofit/>
          </a:bodyPr>
          <a:lstStyle>
            <a:lvl1pPr lvl="0" algn="r">
              <a:buNone/>
              <a:defRPr sz="1200" b="1">
                <a:solidFill>
                  <a:srgbClr val="FFFFFF"/>
                </a:solidFill>
                <a:latin typeface="Roboto Condensed" panose="02000000000000000000"/>
                <a:ea typeface="Roboto Condensed" panose="02000000000000000000"/>
                <a:cs typeface="Roboto Condensed" panose="02000000000000000000"/>
                <a:sym typeface="Roboto Condensed" panose="02000000000000000000"/>
              </a:defRPr>
            </a:lvl1pPr>
            <a:lvl2pPr lvl="1" algn="r">
              <a:buNone/>
              <a:defRPr sz="1200" b="1">
                <a:solidFill>
                  <a:srgbClr val="FFFFFF"/>
                </a:solidFill>
                <a:latin typeface="Roboto Condensed" panose="02000000000000000000"/>
                <a:ea typeface="Roboto Condensed" panose="02000000000000000000"/>
                <a:cs typeface="Roboto Condensed" panose="02000000000000000000"/>
                <a:sym typeface="Roboto Condensed" panose="02000000000000000000"/>
              </a:defRPr>
            </a:lvl2pPr>
            <a:lvl3pPr lvl="2" algn="r">
              <a:buNone/>
              <a:defRPr sz="1200" b="1">
                <a:solidFill>
                  <a:srgbClr val="FFFFFF"/>
                </a:solidFill>
                <a:latin typeface="Roboto Condensed" panose="02000000000000000000"/>
                <a:ea typeface="Roboto Condensed" panose="02000000000000000000"/>
                <a:cs typeface="Roboto Condensed" panose="02000000000000000000"/>
                <a:sym typeface="Roboto Condensed" panose="02000000000000000000"/>
              </a:defRPr>
            </a:lvl3pPr>
            <a:lvl4pPr lvl="3" algn="r">
              <a:buNone/>
              <a:defRPr sz="1200" b="1">
                <a:solidFill>
                  <a:srgbClr val="FFFFFF"/>
                </a:solidFill>
                <a:latin typeface="Roboto Condensed" panose="02000000000000000000"/>
                <a:ea typeface="Roboto Condensed" panose="02000000000000000000"/>
                <a:cs typeface="Roboto Condensed" panose="02000000000000000000"/>
                <a:sym typeface="Roboto Condensed" panose="02000000000000000000"/>
              </a:defRPr>
            </a:lvl4pPr>
            <a:lvl5pPr lvl="4" algn="r">
              <a:buNone/>
              <a:defRPr sz="1200" b="1">
                <a:solidFill>
                  <a:srgbClr val="FFFFFF"/>
                </a:solidFill>
                <a:latin typeface="Roboto Condensed" panose="02000000000000000000"/>
                <a:ea typeface="Roboto Condensed" panose="02000000000000000000"/>
                <a:cs typeface="Roboto Condensed" panose="02000000000000000000"/>
                <a:sym typeface="Roboto Condensed" panose="02000000000000000000"/>
              </a:defRPr>
            </a:lvl5pPr>
            <a:lvl6pPr lvl="5" algn="r">
              <a:buNone/>
              <a:defRPr sz="1200" b="1">
                <a:solidFill>
                  <a:srgbClr val="FFFFFF"/>
                </a:solidFill>
                <a:latin typeface="Roboto Condensed" panose="02000000000000000000"/>
                <a:ea typeface="Roboto Condensed" panose="02000000000000000000"/>
                <a:cs typeface="Roboto Condensed" panose="02000000000000000000"/>
                <a:sym typeface="Roboto Condensed" panose="02000000000000000000"/>
              </a:defRPr>
            </a:lvl6pPr>
            <a:lvl7pPr lvl="6" algn="r">
              <a:buNone/>
              <a:defRPr sz="1200" b="1">
                <a:solidFill>
                  <a:srgbClr val="FFFFFF"/>
                </a:solidFill>
                <a:latin typeface="Roboto Condensed" panose="02000000000000000000"/>
                <a:ea typeface="Roboto Condensed" panose="02000000000000000000"/>
                <a:cs typeface="Roboto Condensed" panose="02000000000000000000"/>
                <a:sym typeface="Roboto Condensed" panose="02000000000000000000"/>
              </a:defRPr>
            </a:lvl7pPr>
            <a:lvl8pPr lvl="7" algn="r">
              <a:buNone/>
              <a:defRPr sz="1200" b="1">
                <a:solidFill>
                  <a:srgbClr val="FFFFFF"/>
                </a:solidFill>
                <a:latin typeface="Roboto Condensed" panose="02000000000000000000"/>
                <a:ea typeface="Roboto Condensed" panose="02000000000000000000"/>
                <a:cs typeface="Roboto Condensed" panose="02000000000000000000"/>
                <a:sym typeface="Roboto Condensed" panose="02000000000000000000"/>
              </a:defRPr>
            </a:lvl8pPr>
            <a:lvl9pPr lvl="8" algn="r">
              <a:buNone/>
              <a:defRPr sz="1200" b="1">
                <a:solidFill>
                  <a:srgbClr val="FFFFFF"/>
                </a:solidFill>
                <a:latin typeface="Roboto Condensed" panose="02000000000000000000"/>
                <a:ea typeface="Roboto Condensed" panose="02000000000000000000"/>
                <a:cs typeface="Roboto Condensed" panose="02000000000000000000"/>
                <a:sym typeface="Roboto Condensed" panose="02000000000000000000"/>
              </a:defRPr>
            </a:lvl9pPr>
          </a:lstStyle>
          <a:p>
            <a:pPr marL="0" lvl="0" indent="0" algn="r" rtl="0">
              <a:spcBef>
                <a:spcPts val="0"/>
              </a:spcBef>
              <a:spcAft>
                <a:spcPts val="0"/>
              </a:spcAft>
              <a:buNone/>
            </a:pPr>
            <a:fld id="{00000000-1234-1234-1234-123412341234}" type="slidenum">
              <a:rPr lang="en-GB"/>
              <a:t>‹#›</a:t>
            </a:fld>
            <a:endParaRPr lang="en-GB"/>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Lst>
  <p:transition>
    <p:fade thruBlk="1"/>
  </p:transition>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2.jfif"/><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image" Target="../media/image2.jfif"/><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3.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1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83"/>
        <p:cNvGrpSpPr/>
        <p:nvPr/>
      </p:nvGrpSpPr>
      <p:grpSpPr>
        <a:xfrm>
          <a:off x="0" y="0"/>
          <a:ext cx="0" cy="0"/>
          <a:chOff x="0" y="0"/>
          <a:chExt cx="0" cy="0"/>
        </a:xfrm>
      </p:grpSpPr>
      <p:sp>
        <p:nvSpPr>
          <p:cNvPr id="184" name="Google Shape;184;p11"/>
          <p:cNvSpPr txBox="1">
            <a:spLocks noGrp="1"/>
          </p:cNvSpPr>
          <p:nvPr>
            <p:ph type="ctrTitle"/>
          </p:nvPr>
        </p:nvSpPr>
        <p:spPr>
          <a:xfrm>
            <a:off x="210015" y="1102471"/>
            <a:ext cx="7053146" cy="2938557"/>
          </a:xfrm>
          <a:prstGeom prst="rect">
            <a:avLst/>
          </a:prstGeom>
        </p:spPr>
        <p:txBody>
          <a:bodyPr spcFirstLastPara="1" wrap="square" lIns="91425" tIns="91425" rIns="91425" bIns="91425" anchor="ctr" anchorCtr="0">
            <a:noAutofit/>
          </a:bodyPr>
          <a:lstStyle/>
          <a:p>
            <a:pPr lvl="0"/>
            <a:r>
              <a:rPr lang="en-US" sz="7200" dirty="0">
                <a:solidFill>
                  <a:schemeClr val="bg1"/>
                </a:solidFill>
              </a:rPr>
              <a:t>Exception</a:t>
            </a:r>
            <a:br>
              <a:rPr lang="en-US" sz="7200" dirty="0">
                <a:solidFill>
                  <a:schemeClr val="bg1"/>
                </a:solidFill>
              </a:rPr>
            </a:br>
            <a:r>
              <a:rPr lang="en-US" sz="7200" dirty="0">
                <a:solidFill>
                  <a:schemeClr val="bg1"/>
                </a:solidFill>
              </a:rPr>
              <a:t>Handling</a:t>
            </a:r>
            <a:endParaRPr sz="7200" dirty="0">
              <a:solidFill>
                <a:schemeClr val="bg1"/>
              </a:solidFill>
            </a:endParaRPr>
          </a:p>
        </p:txBody>
      </p:sp>
      <p:sp>
        <p:nvSpPr>
          <p:cNvPr id="2" name="Rectangle 1"/>
          <p:cNvSpPr/>
          <p:nvPr/>
        </p:nvSpPr>
        <p:spPr>
          <a:xfrm>
            <a:off x="210015" y="4243018"/>
            <a:ext cx="4572000" cy="400110"/>
          </a:xfrm>
          <a:prstGeom prst="rect">
            <a:avLst/>
          </a:prstGeom>
        </p:spPr>
        <p:txBody>
          <a:bodyPr>
            <a:spAutoFit/>
          </a:bodyPr>
          <a:lstStyle/>
          <a:p>
            <a:r>
              <a:rPr lang="en-US" sz="2000" dirty="0"/>
              <a:t>Leo Gabriel Villanueva</a:t>
            </a:r>
          </a:p>
        </p:txBody>
      </p:sp>
      <p:pic>
        <p:nvPicPr>
          <p:cNvPr id="4" name="Picture 3" descr="A group of people posing for the camera&#10;&#10;Description automatically generated"/>
          <p:cNvPicPr>
            <a:picLocks noChangeAspect="1"/>
          </p:cNvPicPr>
          <p:nvPr/>
        </p:nvPicPr>
        <p:blipFill>
          <a:blip r:embed="rId3"/>
          <a:stretch>
            <a:fillRect/>
          </a:stretch>
        </p:blipFill>
        <p:spPr>
          <a:xfrm>
            <a:off x="0" y="0"/>
            <a:ext cx="9144000" cy="5143500"/>
          </a:xfrm>
          <a:prstGeom prst="rect">
            <a:avLst/>
          </a:prstGeom>
        </p:spPr>
      </p:pic>
      <p:sp>
        <p:nvSpPr>
          <p:cNvPr id="5" name="TextBox 4"/>
          <p:cNvSpPr txBox="1"/>
          <p:nvPr/>
        </p:nvSpPr>
        <p:spPr>
          <a:xfrm>
            <a:off x="2636595" y="2342055"/>
            <a:ext cx="3826689" cy="446276"/>
          </a:xfrm>
          <a:prstGeom prst="rect">
            <a:avLst/>
          </a:prstGeom>
          <a:noFill/>
        </p:spPr>
        <p:txBody>
          <a:bodyPr wrap="none" rtlCol="0">
            <a:spAutoFit/>
          </a:bodyPr>
          <a:lstStyle/>
          <a:p>
            <a:r>
              <a:rPr lang="en-PH" sz="2300" b="1" dirty="0">
                <a:solidFill>
                  <a:schemeClr val="bg1"/>
                </a:solidFill>
                <a:latin typeface="Roboto Condensed" panose="02000000000000000000" charset="0"/>
                <a:ea typeface="Roboto Condensed" panose="02000000000000000000" charset="0"/>
              </a:rPr>
              <a:t>Fundamentals of Programming</a:t>
            </a:r>
          </a:p>
        </p:txBody>
      </p:sp>
      <p:sp>
        <p:nvSpPr>
          <p:cNvPr id="6" name="Rectangle: Rounded Corners 5"/>
          <p:cNvSpPr/>
          <p:nvPr/>
        </p:nvSpPr>
        <p:spPr>
          <a:xfrm>
            <a:off x="2636595" y="2850650"/>
            <a:ext cx="4072269" cy="578781"/>
          </a:xfrm>
          <a:prstGeom prst="round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Font typeface="Wingdings" panose="05000000000000000000" pitchFamily="2" charset="2"/>
              <a:buNone/>
            </a:pPr>
            <a:r>
              <a:rPr lang="en-US" altLang="en-US" dirty="0"/>
              <a:t>LEO GABRIEL V. VILLANUEVA, MIT</a:t>
            </a:r>
          </a:p>
        </p:txBody>
      </p:sp>
    </p:spTree>
  </p:cSld>
  <p:clrMapOvr>
    <a:masterClrMapping/>
  </p:clrMapOvr>
  <p:transition>
    <p:fade thruBlk="1"/>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PH" dirty="0"/>
              <a:t>Introductory Concepts to Programming </a:t>
            </a:r>
          </a:p>
        </p:txBody>
      </p:sp>
      <p:sp>
        <p:nvSpPr>
          <p:cNvPr id="3" name="Text Placeholder 2"/>
          <p:cNvSpPr>
            <a:spLocks noGrp="1"/>
          </p:cNvSpPr>
          <p:nvPr>
            <p:ph type="body" idx="1"/>
          </p:nvPr>
        </p:nvSpPr>
        <p:spPr>
          <a:xfrm>
            <a:off x="140125" y="1308259"/>
            <a:ext cx="8463308" cy="2724300"/>
          </a:xfrm>
        </p:spPr>
        <p:txBody>
          <a:bodyPr/>
          <a:lstStyle/>
          <a:p>
            <a:r>
              <a:rPr lang="en-PH" sz="2200" dirty="0">
                <a:latin typeface="Roboto Condensed" panose="02000000000000000000" pitchFamily="2" charset="0"/>
                <a:ea typeface="Roboto Condensed" panose="02000000000000000000" pitchFamily="2" charset="0"/>
                <a:cs typeface="Roboto Condensed" panose="02000000000000000000" pitchFamily="2" charset="0"/>
              </a:rPr>
              <a:t>1.1 Computer Systems</a:t>
            </a:r>
          </a:p>
          <a:p>
            <a:r>
              <a:rPr lang="en-PH" sz="2200" dirty="0">
                <a:latin typeface="Roboto Condensed" panose="02000000000000000000" pitchFamily="2" charset="0"/>
                <a:ea typeface="Roboto Condensed" panose="02000000000000000000" pitchFamily="2" charset="0"/>
                <a:cs typeface="Roboto Condensed" panose="02000000000000000000" pitchFamily="2" charset="0"/>
              </a:rPr>
              <a:t>1.2 Programming Tools</a:t>
            </a:r>
          </a:p>
          <a:p>
            <a:r>
              <a:rPr lang="en-PH" sz="2200" dirty="0">
                <a:latin typeface="Roboto Condensed" panose="02000000000000000000" pitchFamily="2" charset="0"/>
                <a:ea typeface="Roboto Condensed" panose="02000000000000000000" pitchFamily="2" charset="0"/>
                <a:cs typeface="Roboto Condensed" panose="02000000000000000000" pitchFamily="2" charset="0"/>
              </a:rPr>
              <a:t>1.3 Basic Steps in Problem Solving</a:t>
            </a:r>
          </a:p>
          <a:p>
            <a:pPr lvl="1"/>
            <a:r>
              <a:rPr lang="en-PH" sz="2200" dirty="0">
                <a:latin typeface="Roboto Condensed" panose="02000000000000000000" pitchFamily="2" charset="0"/>
                <a:ea typeface="Roboto Condensed" panose="02000000000000000000" pitchFamily="2" charset="0"/>
                <a:cs typeface="Roboto Condensed" panose="02000000000000000000" pitchFamily="2" charset="0"/>
              </a:rPr>
              <a:t>Problem Definition</a:t>
            </a:r>
          </a:p>
          <a:p>
            <a:pPr lvl="1"/>
            <a:r>
              <a:rPr lang="en-PH" sz="2200" dirty="0">
                <a:latin typeface="Roboto Condensed" panose="02000000000000000000" pitchFamily="2" charset="0"/>
                <a:ea typeface="Roboto Condensed" panose="02000000000000000000" pitchFamily="2" charset="0"/>
                <a:cs typeface="Roboto Condensed" panose="02000000000000000000" pitchFamily="2" charset="0"/>
              </a:rPr>
              <a:t>Problem Analysis</a:t>
            </a:r>
          </a:p>
          <a:p>
            <a:pPr lvl="1"/>
            <a:r>
              <a:rPr lang="en-PH" sz="2200" dirty="0">
                <a:latin typeface="Roboto Condensed" panose="02000000000000000000" pitchFamily="2" charset="0"/>
                <a:ea typeface="Roboto Condensed" panose="02000000000000000000" pitchFamily="2" charset="0"/>
                <a:cs typeface="Roboto Condensed" panose="02000000000000000000" pitchFamily="2" charset="0"/>
              </a:rPr>
              <a:t>Algorithm Design &amp; Representation (Flowcharting)</a:t>
            </a:r>
          </a:p>
          <a:p>
            <a:r>
              <a:rPr lang="en-PH" sz="2200" dirty="0">
                <a:latin typeface="Roboto Condensed" panose="02000000000000000000" pitchFamily="2" charset="0"/>
                <a:ea typeface="Roboto Condensed" panose="02000000000000000000" pitchFamily="2" charset="0"/>
                <a:cs typeface="Roboto Condensed" panose="02000000000000000000" pitchFamily="2" charset="0"/>
              </a:rPr>
              <a:t>1.4 Coding &amp; Debugging</a:t>
            </a:r>
          </a:p>
        </p:txBody>
      </p:sp>
      <p:sp>
        <p:nvSpPr>
          <p:cNvPr id="5" name="Slide Number Placeholder 4"/>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GB" smtClean="0"/>
              <a:t>2</a:t>
            </a:fld>
            <a:endParaRPr lang="en-GB"/>
          </a:p>
        </p:txBody>
      </p:sp>
      <p:grpSp>
        <p:nvGrpSpPr>
          <p:cNvPr id="6" name="Google Shape;194;p12"/>
          <p:cNvGrpSpPr/>
          <p:nvPr/>
        </p:nvGrpSpPr>
        <p:grpSpPr>
          <a:xfrm>
            <a:off x="293683" y="574116"/>
            <a:ext cx="309041" cy="403123"/>
            <a:chOff x="590250" y="244200"/>
            <a:chExt cx="407975" cy="532175"/>
          </a:xfrm>
        </p:grpSpPr>
        <p:sp>
          <p:nvSpPr>
            <p:cNvPr id="7" name="Google Shape;195;p12"/>
            <p:cNvSpPr/>
            <p:nvPr/>
          </p:nvSpPr>
          <p:spPr>
            <a:xfrm>
              <a:off x="623125" y="313625"/>
              <a:ext cx="375100" cy="462750"/>
            </a:xfrm>
            <a:custGeom>
              <a:avLst/>
              <a:gdLst/>
              <a:ahLst/>
              <a:cxnLst/>
              <a:rect l="l" t="t" r="r" b="b"/>
              <a:pathLst>
                <a:path w="15004" h="18510" fill="none" extrusionOk="0">
                  <a:moveTo>
                    <a:pt x="1" y="17536"/>
                  </a:moveTo>
                  <a:lnTo>
                    <a:pt x="1" y="17536"/>
                  </a:lnTo>
                  <a:lnTo>
                    <a:pt x="1" y="17536"/>
                  </a:lnTo>
                  <a:lnTo>
                    <a:pt x="25" y="17682"/>
                  </a:lnTo>
                  <a:lnTo>
                    <a:pt x="49" y="17852"/>
                  </a:lnTo>
                  <a:lnTo>
                    <a:pt x="123" y="18023"/>
                  </a:lnTo>
                  <a:lnTo>
                    <a:pt x="220" y="18193"/>
                  </a:lnTo>
                  <a:lnTo>
                    <a:pt x="293" y="18291"/>
                  </a:lnTo>
                  <a:lnTo>
                    <a:pt x="390" y="18364"/>
                  </a:lnTo>
                  <a:lnTo>
                    <a:pt x="488" y="18412"/>
                  </a:lnTo>
                  <a:lnTo>
                    <a:pt x="610" y="18461"/>
                  </a:lnTo>
                  <a:lnTo>
                    <a:pt x="756" y="18510"/>
                  </a:lnTo>
                  <a:lnTo>
                    <a:pt x="926" y="18510"/>
                  </a:lnTo>
                  <a:lnTo>
                    <a:pt x="14468" y="18510"/>
                  </a:lnTo>
                  <a:lnTo>
                    <a:pt x="14468" y="18510"/>
                  </a:lnTo>
                  <a:lnTo>
                    <a:pt x="14541" y="18510"/>
                  </a:lnTo>
                  <a:lnTo>
                    <a:pt x="14614" y="18485"/>
                  </a:lnTo>
                  <a:lnTo>
                    <a:pt x="14736" y="18412"/>
                  </a:lnTo>
                  <a:lnTo>
                    <a:pt x="14833" y="18291"/>
                  </a:lnTo>
                  <a:lnTo>
                    <a:pt x="14906" y="18144"/>
                  </a:lnTo>
                  <a:lnTo>
                    <a:pt x="14955" y="17974"/>
                  </a:lnTo>
                  <a:lnTo>
                    <a:pt x="14979" y="17779"/>
                  </a:lnTo>
                  <a:lnTo>
                    <a:pt x="15003" y="17438"/>
                  </a:lnTo>
                  <a:lnTo>
                    <a:pt x="15003" y="487"/>
                  </a:lnTo>
                  <a:lnTo>
                    <a:pt x="15003" y="487"/>
                  </a:lnTo>
                  <a:lnTo>
                    <a:pt x="15003" y="341"/>
                  </a:lnTo>
                  <a:lnTo>
                    <a:pt x="14979" y="219"/>
                  </a:lnTo>
                  <a:lnTo>
                    <a:pt x="14955" y="146"/>
                  </a:lnTo>
                  <a:lnTo>
                    <a:pt x="14906" y="73"/>
                  </a:lnTo>
                  <a:lnTo>
                    <a:pt x="14833" y="49"/>
                  </a:lnTo>
                  <a:lnTo>
                    <a:pt x="14736" y="24"/>
                  </a:lnTo>
                  <a:lnTo>
                    <a:pt x="14468" y="0"/>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 name="Google Shape;196;p12"/>
            <p:cNvSpPr/>
            <p:nvPr/>
          </p:nvSpPr>
          <p:spPr>
            <a:xfrm>
              <a:off x="590250" y="269775"/>
              <a:ext cx="377525" cy="462775"/>
            </a:xfrm>
            <a:custGeom>
              <a:avLst/>
              <a:gdLst/>
              <a:ahLst/>
              <a:cxnLst/>
              <a:rect l="l" t="t" r="r" b="b"/>
              <a:pathLst>
                <a:path w="15101" h="18511" fill="none" extrusionOk="0">
                  <a:moveTo>
                    <a:pt x="14321" y="0"/>
                  </a:moveTo>
                  <a:lnTo>
                    <a:pt x="780" y="0"/>
                  </a:lnTo>
                  <a:lnTo>
                    <a:pt x="780" y="0"/>
                  </a:lnTo>
                  <a:lnTo>
                    <a:pt x="634" y="25"/>
                  </a:lnTo>
                  <a:lnTo>
                    <a:pt x="488" y="74"/>
                  </a:lnTo>
                  <a:lnTo>
                    <a:pt x="342" y="122"/>
                  </a:lnTo>
                  <a:lnTo>
                    <a:pt x="220" y="220"/>
                  </a:lnTo>
                  <a:lnTo>
                    <a:pt x="122" y="341"/>
                  </a:lnTo>
                  <a:lnTo>
                    <a:pt x="74" y="488"/>
                  </a:lnTo>
                  <a:lnTo>
                    <a:pt x="25" y="634"/>
                  </a:lnTo>
                  <a:lnTo>
                    <a:pt x="1" y="780"/>
                  </a:lnTo>
                  <a:lnTo>
                    <a:pt x="1" y="17731"/>
                  </a:lnTo>
                  <a:lnTo>
                    <a:pt x="1" y="17731"/>
                  </a:lnTo>
                  <a:lnTo>
                    <a:pt x="25" y="17877"/>
                  </a:lnTo>
                  <a:lnTo>
                    <a:pt x="74" y="18023"/>
                  </a:lnTo>
                  <a:lnTo>
                    <a:pt x="122" y="18169"/>
                  </a:lnTo>
                  <a:lnTo>
                    <a:pt x="220" y="18291"/>
                  </a:lnTo>
                  <a:lnTo>
                    <a:pt x="342" y="18388"/>
                  </a:lnTo>
                  <a:lnTo>
                    <a:pt x="488" y="18437"/>
                  </a:lnTo>
                  <a:lnTo>
                    <a:pt x="634" y="18486"/>
                  </a:lnTo>
                  <a:lnTo>
                    <a:pt x="780" y="18510"/>
                  </a:lnTo>
                  <a:lnTo>
                    <a:pt x="14321" y="18510"/>
                  </a:lnTo>
                  <a:lnTo>
                    <a:pt x="14321" y="18510"/>
                  </a:lnTo>
                  <a:lnTo>
                    <a:pt x="14467" y="18486"/>
                  </a:lnTo>
                  <a:lnTo>
                    <a:pt x="14614" y="18437"/>
                  </a:lnTo>
                  <a:lnTo>
                    <a:pt x="14760" y="18388"/>
                  </a:lnTo>
                  <a:lnTo>
                    <a:pt x="14881" y="18291"/>
                  </a:lnTo>
                  <a:lnTo>
                    <a:pt x="14979" y="18169"/>
                  </a:lnTo>
                  <a:lnTo>
                    <a:pt x="15028" y="18023"/>
                  </a:lnTo>
                  <a:lnTo>
                    <a:pt x="15076" y="17877"/>
                  </a:lnTo>
                  <a:lnTo>
                    <a:pt x="15101" y="17731"/>
                  </a:lnTo>
                  <a:lnTo>
                    <a:pt x="15101" y="780"/>
                  </a:lnTo>
                  <a:lnTo>
                    <a:pt x="15101" y="780"/>
                  </a:lnTo>
                  <a:lnTo>
                    <a:pt x="15076" y="634"/>
                  </a:lnTo>
                  <a:lnTo>
                    <a:pt x="15028" y="488"/>
                  </a:lnTo>
                  <a:lnTo>
                    <a:pt x="14979" y="341"/>
                  </a:lnTo>
                  <a:lnTo>
                    <a:pt x="14881" y="220"/>
                  </a:lnTo>
                  <a:lnTo>
                    <a:pt x="14760" y="122"/>
                  </a:lnTo>
                  <a:lnTo>
                    <a:pt x="14614" y="74"/>
                  </a:lnTo>
                  <a:lnTo>
                    <a:pt x="14467" y="25"/>
                  </a:lnTo>
                  <a:lnTo>
                    <a:pt x="14321" y="0"/>
                  </a:lnTo>
                  <a:lnTo>
                    <a:pt x="14321" y="0"/>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 name="Google Shape;197;p12"/>
            <p:cNvSpPr/>
            <p:nvPr/>
          </p:nvSpPr>
          <p:spPr>
            <a:xfrm>
              <a:off x="796650" y="274025"/>
              <a:ext cx="45100" cy="45100"/>
            </a:xfrm>
            <a:custGeom>
              <a:avLst/>
              <a:gdLst/>
              <a:ahLst/>
              <a:cxnLst/>
              <a:rect l="l" t="t" r="r" b="b"/>
              <a:pathLst>
                <a:path w="1804" h="1804" fill="none" extrusionOk="0">
                  <a:moveTo>
                    <a:pt x="902" y="1"/>
                  </a:moveTo>
                  <a:lnTo>
                    <a:pt x="902" y="1"/>
                  </a:lnTo>
                  <a:lnTo>
                    <a:pt x="1073" y="25"/>
                  </a:lnTo>
                  <a:lnTo>
                    <a:pt x="1243" y="74"/>
                  </a:lnTo>
                  <a:lnTo>
                    <a:pt x="1414" y="147"/>
                  </a:lnTo>
                  <a:lnTo>
                    <a:pt x="1535" y="269"/>
                  </a:lnTo>
                  <a:lnTo>
                    <a:pt x="1657" y="391"/>
                  </a:lnTo>
                  <a:lnTo>
                    <a:pt x="1730" y="561"/>
                  </a:lnTo>
                  <a:lnTo>
                    <a:pt x="1779" y="732"/>
                  </a:lnTo>
                  <a:lnTo>
                    <a:pt x="1803" y="902"/>
                  </a:lnTo>
                  <a:lnTo>
                    <a:pt x="1803" y="902"/>
                  </a:lnTo>
                  <a:lnTo>
                    <a:pt x="1779" y="1073"/>
                  </a:lnTo>
                  <a:lnTo>
                    <a:pt x="1730" y="1243"/>
                  </a:lnTo>
                  <a:lnTo>
                    <a:pt x="1657" y="1414"/>
                  </a:lnTo>
                  <a:lnTo>
                    <a:pt x="1535" y="1535"/>
                  </a:lnTo>
                  <a:lnTo>
                    <a:pt x="1414" y="1657"/>
                  </a:lnTo>
                  <a:lnTo>
                    <a:pt x="1243" y="1730"/>
                  </a:lnTo>
                  <a:lnTo>
                    <a:pt x="1073" y="1779"/>
                  </a:lnTo>
                  <a:lnTo>
                    <a:pt x="902" y="1803"/>
                  </a:lnTo>
                  <a:lnTo>
                    <a:pt x="902" y="1803"/>
                  </a:lnTo>
                  <a:lnTo>
                    <a:pt x="732" y="1779"/>
                  </a:lnTo>
                  <a:lnTo>
                    <a:pt x="561" y="1730"/>
                  </a:lnTo>
                  <a:lnTo>
                    <a:pt x="391" y="1657"/>
                  </a:lnTo>
                  <a:lnTo>
                    <a:pt x="269" y="1535"/>
                  </a:lnTo>
                  <a:lnTo>
                    <a:pt x="147" y="1414"/>
                  </a:lnTo>
                  <a:lnTo>
                    <a:pt x="74" y="1243"/>
                  </a:lnTo>
                  <a:lnTo>
                    <a:pt x="25" y="1073"/>
                  </a:lnTo>
                  <a:lnTo>
                    <a:pt x="1" y="902"/>
                  </a:lnTo>
                  <a:lnTo>
                    <a:pt x="1" y="902"/>
                  </a:lnTo>
                  <a:lnTo>
                    <a:pt x="25" y="732"/>
                  </a:lnTo>
                  <a:lnTo>
                    <a:pt x="74" y="561"/>
                  </a:lnTo>
                  <a:lnTo>
                    <a:pt x="147" y="391"/>
                  </a:lnTo>
                  <a:lnTo>
                    <a:pt x="269" y="269"/>
                  </a:lnTo>
                  <a:lnTo>
                    <a:pt x="391" y="147"/>
                  </a:lnTo>
                  <a:lnTo>
                    <a:pt x="561" y="74"/>
                  </a:lnTo>
                  <a:lnTo>
                    <a:pt x="732" y="25"/>
                  </a:lnTo>
                  <a:lnTo>
                    <a:pt x="902" y="1"/>
                  </a:lnTo>
                  <a:lnTo>
                    <a:pt x="902" y="1"/>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 name="Google Shape;198;p12"/>
            <p:cNvSpPr/>
            <p:nvPr/>
          </p:nvSpPr>
          <p:spPr>
            <a:xfrm>
              <a:off x="713850" y="274025"/>
              <a:ext cx="45075" cy="45100"/>
            </a:xfrm>
            <a:custGeom>
              <a:avLst/>
              <a:gdLst/>
              <a:ahLst/>
              <a:cxnLst/>
              <a:rect l="l" t="t" r="r" b="b"/>
              <a:pathLst>
                <a:path w="1803" h="1804" fill="none" extrusionOk="0">
                  <a:moveTo>
                    <a:pt x="902" y="1"/>
                  </a:moveTo>
                  <a:lnTo>
                    <a:pt x="902" y="1"/>
                  </a:lnTo>
                  <a:lnTo>
                    <a:pt x="1072" y="25"/>
                  </a:lnTo>
                  <a:lnTo>
                    <a:pt x="1243" y="74"/>
                  </a:lnTo>
                  <a:lnTo>
                    <a:pt x="1413" y="147"/>
                  </a:lnTo>
                  <a:lnTo>
                    <a:pt x="1535" y="269"/>
                  </a:lnTo>
                  <a:lnTo>
                    <a:pt x="1657" y="391"/>
                  </a:lnTo>
                  <a:lnTo>
                    <a:pt x="1730" y="561"/>
                  </a:lnTo>
                  <a:lnTo>
                    <a:pt x="1779" y="732"/>
                  </a:lnTo>
                  <a:lnTo>
                    <a:pt x="1803" y="902"/>
                  </a:lnTo>
                  <a:lnTo>
                    <a:pt x="1803" y="902"/>
                  </a:lnTo>
                  <a:lnTo>
                    <a:pt x="1779" y="1073"/>
                  </a:lnTo>
                  <a:lnTo>
                    <a:pt x="1730" y="1243"/>
                  </a:lnTo>
                  <a:lnTo>
                    <a:pt x="1657" y="1414"/>
                  </a:lnTo>
                  <a:lnTo>
                    <a:pt x="1535" y="1535"/>
                  </a:lnTo>
                  <a:lnTo>
                    <a:pt x="1413" y="1657"/>
                  </a:lnTo>
                  <a:lnTo>
                    <a:pt x="1243" y="1730"/>
                  </a:lnTo>
                  <a:lnTo>
                    <a:pt x="1072" y="1779"/>
                  </a:lnTo>
                  <a:lnTo>
                    <a:pt x="902" y="1803"/>
                  </a:lnTo>
                  <a:lnTo>
                    <a:pt x="902" y="1803"/>
                  </a:lnTo>
                  <a:lnTo>
                    <a:pt x="731" y="1779"/>
                  </a:lnTo>
                  <a:lnTo>
                    <a:pt x="561" y="1730"/>
                  </a:lnTo>
                  <a:lnTo>
                    <a:pt x="390" y="1657"/>
                  </a:lnTo>
                  <a:lnTo>
                    <a:pt x="269" y="1535"/>
                  </a:lnTo>
                  <a:lnTo>
                    <a:pt x="147" y="1414"/>
                  </a:lnTo>
                  <a:lnTo>
                    <a:pt x="74" y="1243"/>
                  </a:lnTo>
                  <a:lnTo>
                    <a:pt x="25" y="1073"/>
                  </a:lnTo>
                  <a:lnTo>
                    <a:pt x="1" y="902"/>
                  </a:lnTo>
                  <a:lnTo>
                    <a:pt x="1" y="902"/>
                  </a:lnTo>
                  <a:lnTo>
                    <a:pt x="25" y="732"/>
                  </a:lnTo>
                  <a:lnTo>
                    <a:pt x="74" y="561"/>
                  </a:lnTo>
                  <a:lnTo>
                    <a:pt x="147" y="391"/>
                  </a:lnTo>
                  <a:lnTo>
                    <a:pt x="269" y="269"/>
                  </a:lnTo>
                  <a:lnTo>
                    <a:pt x="390" y="147"/>
                  </a:lnTo>
                  <a:lnTo>
                    <a:pt x="561" y="74"/>
                  </a:lnTo>
                  <a:lnTo>
                    <a:pt x="731" y="25"/>
                  </a:lnTo>
                  <a:lnTo>
                    <a:pt x="902" y="1"/>
                  </a:lnTo>
                  <a:lnTo>
                    <a:pt x="902" y="1"/>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Google Shape;199;p12"/>
            <p:cNvSpPr/>
            <p:nvPr/>
          </p:nvSpPr>
          <p:spPr>
            <a:xfrm>
              <a:off x="631050" y="274025"/>
              <a:ext cx="45075" cy="45100"/>
            </a:xfrm>
            <a:custGeom>
              <a:avLst/>
              <a:gdLst/>
              <a:ahLst/>
              <a:cxnLst/>
              <a:rect l="l" t="t" r="r" b="b"/>
              <a:pathLst>
                <a:path w="1803" h="1804" fill="none" extrusionOk="0">
                  <a:moveTo>
                    <a:pt x="0" y="902"/>
                  </a:moveTo>
                  <a:lnTo>
                    <a:pt x="0" y="902"/>
                  </a:lnTo>
                  <a:lnTo>
                    <a:pt x="25" y="732"/>
                  </a:lnTo>
                  <a:lnTo>
                    <a:pt x="73" y="561"/>
                  </a:lnTo>
                  <a:lnTo>
                    <a:pt x="147" y="391"/>
                  </a:lnTo>
                  <a:lnTo>
                    <a:pt x="268" y="269"/>
                  </a:lnTo>
                  <a:lnTo>
                    <a:pt x="390" y="147"/>
                  </a:lnTo>
                  <a:lnTo>
                    <a:pt x="561" y="74"/>
                  </a:lnTo>
                  <a:lnTo>
                    <a:pt x="731" y="25"/>
                  </a:lnTo>
                  <a:lnTo>
                    <a:pt x="902" y="1"/>
                  </a:lnTo>
                  <a:lnTo>
                    <a:pt x="902" y="1"/>
                  </a:lnTo>
                  <a:lnTo>
                    <a:pt x="1072" y="25"/>
                  </a:lnTo>
                  <a:lnTo>
                    <a:pt x="1243" y="74"/>
                  </a:lnTo>
                  <a:lnTo>
                    <a:pt x="1413" y="147"/>
                  </a:lnTo>
                  <a:lnTo>
                    <a:pt x="1535" y="269"/>
                  </a:lnTo>
                  <a:lnTo>
                    <a:pt x="1657" y="391"/>
                  </a:lnTo>
                  <a:lnTo>
                    <a:pt x="1730" y="561"/>
                  </a:lnTo>
                  <a:lnTo>
                    <a:pt x="1778" y="732"/>
                  </a:lnTo>
                  <a:lnTo>
                    <a:pt x="1803" y="902"/>
                  </a:lnTo>
                  <a:lnTo>
                    <a:pt x="1803" y="902"/>
                  </a:lnTo>
                  <a:lnTo>
                    <a:pt x="1778" y="1073"/>
                  </a:lnTo>
                  <a:lnTo>
                    <a:pt x="1730" y="1243"/>
                  </a:lnTo>
                  <a:lnTo>
                    <a:pt x="1657" y="1414"/>
                  </a:lnTo>
                  <a:lnTo>
                    <a:pt x="1535" y="1535"/>
                  </a:lnTo>
                  <a:lnTo>
                    <a:pt x="1413" y="1657"/>
                  </a:lnTo>
                  <a:lnTo>
                    <a:pt x="1243" y="1730"/>
                  </a:lnTo>
                  <a:lnTo>
                    <a:pt x="1072" y="1779"/>
                  </a:lnTo>
                  <a:lnTo>
                    <a:pt x="902" y="1803"/>
                  </a:lnTo>
                  <a:lnTo>
                    <a:pt x="902" y="1803"/>
                  </a:lnTo>
                  <a:lnTo>
                    <a:pt x="731" y="1779"/>
                  </a:lnTo>
                  <a:lnTo>
                    <a:pt x="561" y="1730"/>
                  </a:lnTo>
                  <a:lnTo>
                    <a:pt x="390" y="1657"/>
                  </a:lnTo>
                  <a:lnTo>
                    <a:pt x="268" y="1535"/>
                  </a:lnTo>
                  <a:lnTo>
                    <a:pt x="147" y="1414"/>
                  </a:lnTo>
                  <a:lnTo>
                    <a:pt x="73" y="1243"/>
                  </a:lnTo>
                  <a:lnTo>
                    <a:pt x="25" y="1073"/>
                  </a:lnTo>
                  <a:lnTo>
                    <a:pt x="0" y="902"/>
                  </a:lnTo>
                  <a:lnTo>
                    <a:pt x="0" y="902"/>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200;p12"/>
            <p:cNvSpPr/>
            <p:nvPr/>
          </p:nvSpPr>
          <p:spPr>
            <a:xfrm>
              <a:off x="649925" y="590050"/>
              <a:ext cx="133975" cy="25"/>
            </a:xfrm>
            <a:custGeom>
              <a:avLst/>
              <a:gdLst/>
              <a:ahLst/>
              <a:cxnLst/>
              <a:rect l="l" t="t" r="r" b="b"/>
              <a:pathLst>
                <a:path w="5359" h="1" fill="none" extrusionOk="0">
                  <a:moveTo>
                    <a:pt x="5358" y="0"/>
                  </a:moveTo>
                  <a:lnTo>
                    <a:pt x="0" y="0"/>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201;p12"/>
            <p:cNvSpPr/>
            <p:nvPr/>
          </p:nvSpPr>
          <p:spPr>
            <a:xfrm>
              <a:off x="649925" y="534625"/>
              <a:ext cx="255750" cy="25"/>
            </a:xfrm>
            <a:custGeom>
              <a:avLst/>
              <a:gdLst/>
              <a:ahLst/>
              <a:cxnLst/>
              <a:rect l="l" t="t" r="r" b="b"/>
              <a:pathLst>
                <a:path w="10230" h="1" fill="none" extrusionOk="0">
                  <a:moveTo>
                    <a:pt x="10229" y="1"/>
                  </a:moveTo>
                  <a:lnTo>
                    <a:pt x="0" y="1"/>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202;p12"/>
            <p:cNvSpPr/>
            <p:nvPr/>
          </p:nvSpPr>
          <p:spPr>
            <a:xfrm>
              <a:off x="649925" y="479825"/>
              <a:ext cx="255750" cy="25"/>
            </a:xfrm>
            <a:custGeom>
              <a:avLst/>
              <a:gdLst/>
              <a:ahLst/>
              <a:cxnLst/>
              <a:rect l="l" t="t" r="r" b="b"/>
              <a:pathLst>
                <a:path w="10230" h="1" fill="none" extrusionOk="0">
                  <a:moveTo>
                    <a:pt x="10229" y="1"/>
                  </a:moveTo>
                  <a:lnTo>
                    <a:pt x="0" y="1"/>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203;p12"/>
            <p:cNvSpPr/>
            <p:nvPr/>
          </p:nvSpPr>
          <p:spPr>
            <a:xfrm>
              <a:off x="649925" y="424425"/>
              <a:ext cx="255750" cy="25"/>
            </a:xfrm>
            <a:custGeom>
              <a:avLst/>
              <a:gdLst/>
              <a:ahLst/>
              <a:cxnLst/>
              <a:rect l="l" t="t" r="r" b="b"/>
              <a:pathLst>
                <a:path w="10230" h="1" fill="none" extrusionOk="0">
                  <a:moveTo>
                    <a:pt x="10229" y="1"/>
                  </a:moveTo>
                  <a:lnTo>
                    <a:pt x="0" y="1"/>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204;p12"/>
            <p:cNvSpPr/>
            <p:nvPr/>
          </p:nvSpPr>
          <p:spPr>
            <a:xfrm>
              <a:off x="879475" y="274025"/>
              <a:ext cx="45075" cy="45100"/>
            </a:xfrm>
            <a:custGeom>
              <a:avLst/>
              <a:gdLst/>
              <a:ahLst/>
              <a:cxnLst/>
              <a:rect l="l" t="t" r="r" b="b"/>
              <a:pathLst>
                <a:path w="1803" h="1804" fill="none" extrusionOk="0">
                  <a:moveTo>
                    <a:pt x="901" y="1803"/>
                  </a:moveTo>
                  <a:lnTo>
                    <a:pt x="901" y="1803"/>
                  </a:lnTo>
                  <a:lnTo>
                    <a:pt x="731" y="1779"/>
                  </a:lnTo>
                  <a:lnTo>
                    <a:pt x="560" y="1730"/>
                  </a:lnTo>
                  <a:lnTo>
                    <a:pt x="390" y="1657"/>
                  </a:lnTo>
                  <a:lnTo>
                    <a:pt x="268" y="1535"/>
                  </a:lnTo>
                  <a:lnTo>
                    <a:pt x="146" y="1414"/>
                  </a:lnTo>
                  <a:lnTo>
                    <a:pt x="73" y="1243"/>
                  </a:lnTo>
                  <a:lnTo>
                    <a:pt x="25" y="1073"/>
                  </a:lnTo>
                  <a:lnTo>
                    <a:pt x="0" y="902"/>
                  </a:lnTo>
                  <a:lnTo>
                    <a:pt x="0" y="902"/>
                  </a:lnTo>
                  <a:lnTo>
                    <a:pt x="25" y="732"/>
                  </a:lnTo>
                  <a:lnTo>
                    <a:pt x="73" y="561"/>
                  </a:lnTo>
                  <a:lnTo>
                    <a:pt x="146" y="391"/>
                  </a:lnTo>
                  <a:lnTo>
                    <a:pt x="268" y="269"/>
                  </a:lnTo>
                  <a:lnTo>
                    <a:pt x="390" y="147"/>
                  </a:lnTo>
                  <a:lnTo>
                    <a:pt x="560" y="74"/>
                  </a:lnTo>
                  <a:lnTo>
                    <a:pt x="731" y="25"/>
                  </a:lnTo>
                  <a:lnTo>
                    <a:pt x="901" y="1"/>
                  </a:lnTo>
                  <a:lnTo>
                    <a:pt x="901" y="1"/>
                  </a:lnTo>
                  <a:lnTo>
                    <a:pt x="1072" y="25"/>
                  </a:lnTo>
                  <a:lnTo>
                    <a:pt x="1242" y="74"/>
                  </a:lnTo>
                  <a:lnTo>
                    <a:pt x="1413" y="147"/>
                  </a:lnTo>
                  <a:lnTo>
                    <a:pt x="1535" y="269"/>
                  </a:lnTo>
                  <a:lnTo>
                    <a:pt x="1656" y="391"/>
                  </a:lnTo>
                  <a:lnTo>
                    <a:pt x="1729" y="561"/>
                  </a:lnTo>
                  <a:lnTo>
                    <a:pt x="1778" y="732"/>
                  </a:lnTo>
                  <a:lnTo>
                    <a:pt x="1802" y="902"/>
                  </a:lnTo>
                  <a:lnTo>
                    <a:pt x="1802" y="902"/>
                  </a:lnTo>
                  <a:lnTo>
                    <a:pt x="1778" y="1073"/>
                  </a:lnTo>
                  <a:lnTo>
                    <a:pt x="1729" y="1243"/>
                  </a:lnTo>
                  <a:lnTo>
                    <a:pt x="1656" y="1414"/>
                  </a:lnTo>
                  <a:lnTo>
                    <a:pt x="1535" y="1535"/>
                  </a:lnTo>
                  <a:lnTo>
                    <a:pt x="1413" y="1657"/>
                  </a:lnTo>
                  <a:lnTo>
                    <a:pt x="1242" y="1730"/>
                  </a:lnTo>
                  <a:lnTo>
                    <a:pt x="1072" y="1779"/>
                  </a:lnTo>
                  <a:lnTo>
                    <a:pt x="901" y="1803"/>
                  </a:lnTo>
                  <a:lnTo>
                    <a:pt x="901" y="1803"/>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205;p12"/>
            <p:cNvSpPr/>
            <p:nvPr/>
          </p:nvSpPr>
          <p:spPr>
            <a:xfrm>
              <a:off x="654800" y="244200"/>
              <a:ext cx="25" cy="51175"/>
            </a:xfrm>
            <a:custGeom>
              <a:avLst/>
              <a:gdLst/>
              <a:ahLst/>
              <a:cxnLst/>
              <a:rect l="l" t="t" r="r" b="b"/>
              <a:pathLst>
                <a:path w="1" h="2047" fill="none" extrusionOk="0">
                  <a:moveTo>
                    <a:pt x="0" y="1"/>
                  </a:moveTo>
                  <a:lnTo>
                    <a:pt x="0" y="2046"/>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 name="Google Shape;206;p12"/>
            <p:cNvSpPr/>
            <p:nvPr/>
          </p:nvSpPr>
          <p:spPr>
            <a:xfrm>
              <a:off x="737600" y="244200"/>
              <a:ext cx="25" cy="51175"/>
            </a:xfrm>
            <a:custGeom>
              <a:avLst/>
              <a:gdLst/>
              <a:ahLst/>
              <a:cxnLst/>
              <a:rect l="l" t="t" r="r" b="b"/>
              <a:pathLst>
                <a:path w="1" h="2047" fill="none" extrusionOk="0">
                  <a:moveTo>
                    <a:pt x="1" y="1"/>
                  </a:moveTo>
                  <a:lnTo>
                    <a:pt x="1" y="2046"/>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 name="Google Shape;207;p12"/>
            <p:cNvSpPr/>
            <p:nvPr/>
          </p:nvSpPr>
          <p:spPr>
            <a:xfrm>
              <a:off x="820400" y="244200"/>
              <a:ext cx="25" cy="51175"/>
            </a:xfrm>
            <a:custGeom>
              <a:avLst/>
              <a:gdLst/>
              <a:ahLst/>
              <a:cxnLst/>
              <a:rect l="l" t="t" r="r" b="b"/>
              <a:pathLst>
                <a:path w="1" h="2047" fill="none" extrusionOk="0">
                  <a:moveTo>
                    <a:pt x="1" y="1"/>
                  </a:moveTo>
                  <a:lnTo>
                    <a:pt x="1" y="2046"/>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208;p12"/>
            <p:cNvSpPr/>
            <p:nvPr/>
          </p:nvSpPr>
          <p:spPr>
            <a:xfrm>
              <a:off x="903225" y="244200"/>
              <a:ext cx="25" cy="51175"/>
            </a:xfrm>
            <a:custGeom>
              <a:avLst/>
              <a:gdLst/>
              <a:ahLst/>
              <a:cxnLst/>
              <a:rect l="l" t="t" r="r" b="b"/>
              <a:pathLst>
                <a:path w="1" h="2047" fill="none" extrusionOk="0">
                  <a:moveTo>
                    <a:pt x="0" y="1"/>
                  </a:moveTo>
                  <a:lnTo>
                    <a:pt x="0" y="2046"/>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transition>
    <p:fade thruBlk="1"/>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FE98B5-6A5F-B815-AA71-B92B53E5DF3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3BED0B7-658C-6D0F-6FFD-CFF4EC43526E}"/>
              </a:ext>
            </a:extLst>
          </p:cNvPr>
          <p:cNvSpPr>
            <a:spLocks noGrp="1"/>
          </p:cNvSpPr>
          <p:nvPr>
            <p:ph type="title"/>
          </p:nvPr>
        </p:nvSpPr>
        <p:spPr/>
        <p:txBody>
          <a:bodyPr/>
          <a:lstStyle/>
          <a:p>
            <a:r>
              <a:rPr lang="en-PH" dirty="0"/>
              <a:t>Pretest : Introductory Concepts to Programming </a:t>
            </a:r>
          </a:p>
        </p:txBody>
      </p:sp>
      <p:sp>
        <p:nvSpPr>
          <p:cNvPr id="3" name="Text Placeholder 2">
            <a:extLst>
              <a:ext uri="{FF2B5EF4-FFF2-40B4-BE49-F238E27FC236}">
                <a16:creationId xmlns:a16="http://schemas.microsoft.com/office/drawing/2014/main" id="{E01BE5A1-306A-424F-1B38-39D808B336F0}"/>
              </a:ext>
            </a:extLst>
          </p:cNvPr>
          <p:cNvSpPr>
            <a:spLocks noGrp="1"/>
          </p:cNvSpPr>
          <p:nvPr>
            <p:ph type="body" idx="1"/>
          </p:nvPr>
        </p:nvSpPr>
        <p:spPr>
          <a:xfrm>
            <a:off x="140125" y="1308259"/>
            <a:ext cx="8463308" cy="2724300"/>
          </a:xfrm>
        </p:spPr>
        <p:txBody>
          <a:bodyPr/>
          <a:lstStyle/>
          <a:p>
            <a:r>
              <a:rPr lang="en-PH" sz="2400" b="1" dirty="0">
                <a:latin typeface="Roboto Condensed" panose="02000000000000000000" pitchFamily="2" charset="0"/>
                <a:ea typeface="Roboto Condensed" panose="02000000000000000000" pitchFamily="2" charset="0"/>
                <a:cs typeface="Roboto Condensed" panose="02000000000000000000" pitchFamily="2" charset="0"/>
              </a:rPr>
              <a:t>1. Hardware vs. Software</a:t>
            </a:r>
            <a:r>
              <a:rPr lang="en-PH" sz="2400" dirty="0">
                <a:latin typeface="Roboto Condensed" panose="02000000000000000000" pitchFamily="2" charset="0"/>
                <a:ea typeface="Roboto Condensed" panose="02000000000000000000" pitchFamily="2" charset="0"/>
                <a:cs typeface="Roboto Condensed" panose="02000000000000000000" pitchFamily="2" charset="0"/>
              </a:rPr>
              <a:t> Which component of a computer system refers to the tangible, physical parts you can touch, such as the Central Processing Unit (CPU) or Random Access Memory (RAM)? </a:t>
            </a:r>
          </a:p>
          <a:p>
            <a:r>
              <a:rPr lang="en-PH" sz="2400" dirty="0">
                <a:latin typeface="Roboto Condensed" panose="02000000000000000000" pitchFamily="2" charset="0"/>
                <a:ea typeface="Roboto Condensed" panose="02000000000000000000" pitchFamily="2" charset="0"/>
                <a:cs typeface="Roboto Condensed" panose="02000000000000000000" pitchFamily="2" charset="0"/>
              </a:rPr>
              <a:t>a) Operating System </a:t>
            </a:r>
          </a:p>
          <a:p>
            <a:r>
              <a:rPr lang="en-PH" sz="2400" dirty="0">
                <a:latin typeface="Roboto Condensed" panose="02000000000000000000" pitchFamily="2" charset="0"/>
                <a:ea typeface="Roboto Condensed" panose="02000000000000000000" pitchFamily="2" charset="0"/>
                <a:cs typeface="Roboto Condensed" panose="02000000000000000000" pitchFamily="2" charset="0"/>
              </a:rPr>
              <a:t>b) Hardware </a:t>
            </a:r>
          </a:p>
          <a:p>
            <a:r>
              <a:rPr lang="en-PH" sz="2400" dirty="0">
                <a:latin typeface="Roboto Condensed" panose="02000000000000000000" pitchFamily="2" charset="0"/>
                <a:ea typeface="Roboto Condensed" panose="02000000000000000000" pitchFamily="2" charset="0"/>
                <a:cs typeface="Roboto Condensed" panose="02000000000000000000" pitchFamily="2" charset="0"/>
              </a:rPr>
              <a:t>c) Application Software </a:t>
            </a:r>
          </a:p>
          <a:p>
            <a:r>
              <a:rPr lang="en-PH" sz="2400" dirty="0">
                <a:latin typeface="Roboto Condensed" panose="02000000000000000000" pitchFamily="2" charset="0"/>
                <a:ea typeface="Roboto Condensed" panose="02000000000000000000" pitchFamily="2" charset="0"/>
                <a:cs typeface="Roboto Condensed" panose="02000000000000000000" pitchFamily="2" charset="0"/>
              </a:rPr>
              <a:t>d) IDE</a:t>
            </a:r>
            <a:endParaRPr lang="en-PH" sz="2200" dirty="0">
              <a:latin typeface="Roboto Condensed" panose="02000000000000000000" pitchFamily="2" charset="0"/>
              <a:ea typeface="Roboto Condensed" panose="02000000000000000000" pitchFamily="2" charset="0"/>
              <a:cs typeface="Roboto Condensed" panose="02000000000000000000" pitchFamily="2" charset="0"/>
            </a:endParaRPr>
          </a:p>
        </p:txBody>
      </p:sp>
      <p:sp>
        <p:nvSpPr>
          <p:cNvPr id="5" name="Slide Number Placeholder 4">
            <a:extLst>
              <a:ext uri="{FF2B5EF4-FFF2-40B4-BE49-F238E27FC236}">
                <a16:creationId xmlns:a16="http://schemas.microsoft.com/office/drawing/2014/main" id="{3B9E2673-67EB-3B8C-88CB-0AE7BE382C22}"/>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GB" smtClean="0"/>
              <a:t>3</a:t>
            </a:fld>
            <a:endParaRPr lang="en-GB"/>
          </a:p>
        </p:txBody>
      </p:sp>
      <p:grpSp>
        <p:nvGrpSpPr>
          <p:cNvPr id="6" name="Google Shape;194;p12">
            <a:extLst>
              <a:ext uri="{FF2B5EF4-FFF2-40B4-BE49-F238E27FC236}">
                <a16:creationId xmlns:a16="http://schemas.microsoft.com/office/drawing/2014/main" id="{419EF2AB-C483-BAFE-0299-EC9DE09E53F3}"/>
              </a:ext>
            </a:extLst>
          </p:cNvPr>
          <p:cNvGrpSpPr/>
          <p:nvPr/>
        </p:nvGrpSpPr>
        <p:grpSpPr>
          <a:xfrm>
            <a:off x="293683" y="574116"/>
            <a:ext cx="309041" cy="403123"/>
            <a:chOff x="590250" y="244200"/>
            <a:chExt cx="407975" cy="532175"/>
          </a:xfrm>
        </p:grpSpPr>
        <p:sp>
          <p:nvSpPr>
            <p:cNvPr id="7" name="Google Shape;195;p12">
              <a:extLst>
                <a:ext uri="{FF2B5EF4-FFF2-40B4-BE49-F238E27FC236}">
                  <a16:creationId xmlns:a16="http://schemas.microsoft.com/office/drawing/2014/main" id="{F0784F79-C7F7-4BC4-72CC-D785923AAB3D}"/>
                </a:ext>
              </a:extLst>
            </p:cNvPr>
            <p:cNvSpPr/>
            <p:nvPr/>
          </p:nvSpPr>
          <p:spPr>
            <a:xfrm>
              <a:off x="623125" y="313625"/>
              <a:ext cx="375100" cy="462750"/>
            </a:xfrm>
            <a:custGeom>
              <a:avLst/>
              <a:gdLst/>
              <a:ahLst/>
              <a:cxnLst/>
              <a:rect l="l" t="t" r="r" b="b"/>
              <a:pathLst>
                <a:path w="15004" h="18510" fill="none" extrusionOk="0">
                  <a:moveTo>
                    <a:pt x="1" y="17536"/>
                  </a:moveTo>
                  <a:lnTo>
                    <a:pt x="1" y="17536"/>
                  </a:lnTo>
                  <a:lnTo>
                    <a:pt x="1" y="17536"/>
                  </a:lnTo>
                  <a:lnTo>
                    <a:pt x="25" y="17682"/>
                  </a:lnTo>
                  <a:lnTo>
                    <a:pt x="49" y="17852"/>
                  </a:lnTo>
                  <a:lnTo>
                    <a:pt x="123" y="18023"/>
                  </a:lnTo>
                  <a:lnTo>
                    <a:pt x="220" y="18193"/>
                  </a:lnTo>
                  <a:lnTo>
                    <a:pt x="293" y="18291"/>
                  </a:lnTo>
                  <a:lnTo>
                    <a:pt x="390" y="18364"/>
                  </a:lnTo>
                  <a:lnTo>
                    <a:pt x="488" y="18412"/>
                  </a:lnTo>
                  <a:lnTo>
                    <a:pt x="610" y="18461"/>
                  </a:lnTo>
                  <a:lnTo>
                    <a:pt x="756" y="18510"/>
                  </a:lnTo>
                  <a:lnTo>
                    <a:pt x="926" y="18510"/>
                  </a:lnTo>
                  <a:lnTo>
                    <a:pt x="14468" y="18510"/>
                  </a:lnTo>
                  <a:lnTo>
                    <a:pt x="14468" y="18510"/>
                  </a:lnTo>
                  <a:lnTo>
                    <a:pt x="14541" y="18510"/>
                  </a:lnTo>
                  <a:lnTo>
                    <a:pt x="14614" y="18485"/>
                  </a:lnTo>
                  <a:lnTo>
                    <a:pt x="14736" y="18412"/>
                  </a:lnTo>
                  <a:lnTo>
                    <a:pt x="14833" y="18291"/>
                  </a:lnTo>
                  <a:lnTo>
                    <a:pt x="14906" y="18144"/>
                  </a:lnTo>
                  <a:lnTo>
                    <a:pt x="14955" y="17974"/>
                  </a:lnTo>
                  <a:lnTo>
                    <a:pt x="14979" y="17779"/>
                  </a:lnTo>
                  <a:lnTo>
                    <a:pt x="15003" y="17438"/>
                  </a:lnTo>
                  <a:lnTo>
                    <a:pt x="15003" y="487"/>
                  </a:lnTo>
                  <a:lnTo>
                    <a:pt x="15003" y="487"/>
                  </a:lnTo>
                  <a:lnTo>
                    <a:pt x="15003" y="341"/>
                  </a:lnTo>
                  <a:lnTo>
                    <a:pt x="14979" y="219"/>
                  </a:lnTo>
                  <a:lnTo>
                    <a:pt x="14955" y="146"/>
                  </a:lnTo>
                  <a:lnTo>
                    <a:pt x="14906" y="73"/>
                  </a:lnTo>
                  <a:lnTo>
                    <a:pt x="14833" y="49"/>
                  </a:lnTo>
                  <a:lnTo>
                    <a:pt x="14736" y="24"/>
                  </a:lnTo>
                  <a:lnTo>
                    <a:pt x="14468" y="0"/>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 name="Google Shape;196;p12">
              <a:extLst>
                <a:ext uri="{FF2B5EF4-FFF2-40B4-BE49-F238E27FC236}">
                  <a16:creationId xmlns:a16="http://schemas.microsoft.com/office/drawing/2014/main" id="{3ABD4A4E-5E58-604B-496E-6DA8B7F79C15}"/>
                </a:ext>
              </a:extLst>
            </p:cNvPr>
            <p:cNvSpPr/>
            <p:nvPr/>
          </p:nvSpPr>
          <p:spPr>
            <a:xfrm>
              <a:off x="590250" y="269775"/>
              <a:ext cx="377525" cy="462775"/>
            </a:xfrm>
            <a:custGeom>
              <a:avLst/>
              <a:gdLst/>
              <a:ahLst/>
              <a:cxnLst/>
              <a:rect l="l" t="t" r="r" b="b"/>
              <a:pathLst>
                <a:path w="15101" h="18511" fill="none" extrusionOk="0">
                  <a:moveTo>
                    <a:pt x="14321" y="0"/>
                  </a:moveTo>
                  <a:lnTo>
                    <a:pt x="780" y="0"/>
                  </a:lnTo>
                  <a:lnTo>
                    <a:pt x="780" y="0"/>
                  </a:lnTo>
                  <a:lnTo>
                    <a:pt x="634" y="25"/>
                  </a:lnTo>
                  <a:lnTo>
                    <a:pt x="488" y="74"/>
                  </a:lnTo>
                  <a:lnTo>
                    <a:pt x="342" y="122"/>
                  </a:lnTo>
                  <a:lnTo>
                    <a:pt x="220" y="220"/>
                  </a:lnTo>
                  <a:lnTo>
                    <a:pt x="122" y="341"/>
                  </a:lnTo>
                  <a:lnTo>
                    <a:pt x="74" y="488"/>
                  </a:lnTo>
                  <a:lnTo>
                    <a:pt x="25" y="634"/>
                  </a:lnTo>
                  <a:lnTo>
                    <a:pt x="1" y="780"/>
                  </a:lnTo>
                  <a:lnTo>
                    <a:pt x="1" y="17731"/>
                  </a:lnTo>
                  <a:lnTo>
                    <a:pt x="1" y="17731"/>
                  </a:lnTo>
                  <a:lnTo>
                    <a:pt x="25" y="17877"/>
                  </a:lnTo>
                  <a:lnTo>
                    <a:pt x="74" y="18023"/>
                  </a:lnTo>
                  <a:lnTo>
                    <a:pt x="122" y="18169"/>
                  </a:lnTo>
                  <a:lnTo>
                    <a:pt x="220" y="18291"/>
                  </a:lnTo>
                  <a:lnTo>
                    <a:pt x="342" y="18388"/>
                  </a:lnTo>
                  <a:lnTo>
                    <a:pt x="488" y="18437"/>
                  </a:lnTo>
                  <a:lnTo>
                    <a:pt x="634" y="18486"/>
                  </a:lnTo>
                  <a:lnTo>
                    <a:pt x="780" y="18510"/>
                  </a:lnTo>
                  <a:lnTo>
                    <a:pt x="14321" y="18510"/>
                  </a:lnTo>
                  <a:lnTo>
                    <a:pt x="14321" y="18510"/>
                  </a:lnTo>
                  <a:lnTo>
                    <a:pt x="14467" y="18486"/>
                  </a:lnTo>
                  <a:lnTo>
                    <a:pt x="14614" y="18437"/>
                  </a:lnTo>
                  <a:lnTo>
                    <a:pt x="14760" y="18388"/>
                  </a:lnTo>
                  <a:lnTo>
                    <a:pt x="14881" y="18291"/>
                  </a:lnTo>
                  <a:lnTo>
                    <a:pt x="14979" y="18169"/>
                  </a:lnTo>
                  <a:lnTo>
                    <a:pt x="15028" y="18023"/>
                  </a:lnTo>
                  <a:lnTo>
                    <a:pt x="15076" y="17877"/>
                  </a:lnTo>
                  <a:lnTo>
                    <a:pt x="15101" y="17731"/>
                  </a:lnTo>
                  <a:lnTo>
                    <a:pt x="15101" y="780"/>
                  </a:lnTo>
                  <a:lnTo>
                    <a:pt x="15101" y="780"/>
                  </a:lnTo>
                  <a:lnTo>
                    <a:pt x="15076" y="634"/>
                  </a:lnTo>
                  <a:lnTo>
                    <a:pt x="15028" y="488"/>
                  </a:lnTo>
                  <a:lnTo>
                    <a:pt x="14979" y="341"/>
                  </a:lnTo>
                  <a:lnTo>
                    <a:pt x="14881" y="220"/>
                  </a:lnTo>
                  <a:lnTo>
                    <a:pt x="14760" y="122"/>
                  </a:lnTo>
                  <a:lnTo>
                    <a:pt x="14614" y="74"/>
                  </a:lnTo>
                  <a:lnTo>
                    <a:pt x="14467" y="25"/>
                  </a:lnTo>
                  <a:lnTo>
                    <a:pt x="14321" y="0"/>
                  </a:lnTo>
                  <a:lnTo>
                    <a:pt x="14321" y="0"/>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 name="Google Shape;197;p12">
              <a:extLst>
                <a:ext uri="{FF2B5EF4-FFF2-40B4-BE49-F238E27FC236}">
                  <a16:creationId xmlns:a16="http://schemas.microsoft.com/office/drawing/2014/main" id="{7B19F3F4-F131-B6F9-D359-44760EF73C81}"/>
                </a:ext>
              </a:extLst>
            </p:cNvPr>
            <p:cNvSpPr/>
            <p:nvPr/>
          </p:nvSpPr>
          <p:spPr>
            <a:xfrm>
              <a:off x="796650" y="274025"/>
              <a:ext cx="45100" cy="45100"/>
            </a:xfrm>
            <a:custGeom>
              <a:avLst/>
              <a:gdLst/>
              <a:ahLst/>
              <a:cxnLst/>
              <a:rect l="l" t="t" r="r" b="b"/>
              <a:pathLst>
                <a:path w="1804" h="1804" fill="none" extrusionOk="0">
                  <a:moveTo>
                    <a:pt x="902" y="1"/>
                  </a:moveTo>
                  <a:lnTo>
                    <a:pt x="902" y="1"/>
                  </a:lnTo>
                  <a:lnTo>
                    <a:pt x="1073" y="25"/>
                  </a:lnTo>
                  <a:lnTo>
                    <a:pt x="1243" y="74"/>
                  </a:lnTo>
                  <a:lnTo>
                    <a:pt x="1414" y="147"/>
                  </a:lnTo>
                  <a:lnTo>
                    <a:pt x="1535" y="269"/>
                  </a:lnTo>
                  <a:lnTo>
                    <a:pt x="1657" y="391"/>
                  </a:lnTo>
                  <a:lnTo>
                    <a:pt x="1730" y="561"/>
                  </a:lnTo>
                  <a:lnTo>
                    <a:pt x="1779" y="732"/>
                  </a:lnTo>
                  <a:lnTo>
                    <a:pt x="1803" y="902"/>
                  </a:lnTo>
                  <a:lnTo>
                    <a:pt x="1803" y="902"/>
                  </a:lnTo>
                  <a:lnTo>
                    <a:pt x="1779" y="1073"/>
                  </a:lnTo>
                  <a:lnTo>
                    <a:pt x="1730" y="1243"/>
                  </a:lnTo>
                  <a:lnTo>
                    <a:pt x="1657" y="1414"/>
                  </a:lnTo>
                  <a:lnTo>
                    <a:pt x="1535" y="1535"/>
                  </a:lnTo>
                  <a:lnTo>
                    <a:pt x="1414" y="1657"/>
                  </a:lnTo>
                  <a:lnTo>
                    <a:pt x="1243" y="1730"/>
                  </a:lnTo>
                  <a:lnTo>
                    <a:pt x="1073" y="1779"/>
                  </a:lnTo>
                  <a:lnTo>
                    <a:pt x="902" y="1803"/>
                  </a:lnTo>
                  <a:lnTo>
                    <a:pt x="902" y="1803"/>
                  </a:lnTo>
                  <a:lnTo>
                    <a:pt x="732" y="1779"/>
                  </a:lnTo>
                  <a:lnTo>
                    <a:pt x="561" y="1730"/>
                  </a:lnTo>
                  <a:lnTo>
                    <a:pt x="391" y="1657"/>
                  </a:lnTo>
                  <a:lnTo>
                    <a:pt x="269" y="1535"/>
                  </a:lnTo>
                  <a:lnTo>
                    <a:pt x="147" y="1414"/>
                  </a:lnTo>
                  <a:lnTo>
                    <a:pt x="74" y="1243"/>
                  </a:lnTo>
                  <a:lnTo>
                    <a:pt x="25" y="1073"/>
                  </a:lnTo>
                  <a:lnTo>
                    <a:pt x="1" y="902"/>
                  </a:lnTo>
                  <a:lnTo>
                    <a:pt x="1" y="902"/>
                  </a:lnTo>
                  <a:lnTo>
                    <a:pt x="25" y="732"/>
                  </a:lnTo>
                  <a:lnTo>
                    <a:pt x="74" y="561"/>
                  </a:lnTo>
                  <a:lnTo>
                    <a:pt x="147" y="391"/>
                  </a:lnTo>
                  <a:lnTo>
                    <a:pt x="269" y="269"/>
                  </a:lnTo>
                  <a:lnTo>
                    <a:pt x="391" y="147"/>
                  </a:lnTo>
                  <a:lnTo>
                    <a:pt x="561" y="74"/>
                  </a:lnTo>
                  <a:lnTo>
                    <a:pt x="732" y="25"/>
                  </a:lnTo>
                  <a:lnTo>
                    <a:pt x="902" y="1"/>
                  </a:lnTo>
                  <a:lnTo>
                    <a:pt x="902" y="1"/>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 name="Google Shape;198;p12">
              <a:extLst>
                <a:ext uri="{FF2B5EF4-FFF2-40B4-BE49-F238E27FC236}">
                  <a16:creationId xmlns:a16="http://schemas.microsoft.com/office/drawing/2014/main" id="{74C09F9F-002D-1BC7-649E-7B83CA6FC0A6}"/>
                </a:ext>
              </a:extLst>
            </p:cNvPr>
            <p:cNvSpPr/>
            <p:nvPr/>
          </p:nvSpPr>
          <p:spPr>
            <a:xfrm>
              <a:off x="713850" y="274025"/>
              <a:ext cx="45075" cy="45100"/>
            </a:xfrm>
            <a:custGeom>
              <a:avLst/>
              <a:gdLst/>
              <a:ahLst/>
              <a:cxnLst/>
              <a:rect l="l" t="t" r="r" b="b"/>
              <a:pathLst>
                <a:path w="1803" h="1804" fill="none" extrusionOk="0">
                  <a:moveTo>
                    <a:pt x="902" y="1"/>
                  </a:moveTo>
                  <a:lnTo>
                    <a:pt x="902" y="1"/>
                  </a:lnTo>
                  <a:lnTo>
                    <a:pt x="1072" y="25"/>
                  </a:lnTo>
                  <a:lnTo>
                    <a:pt x="1243" y="74"/>
                  </a:lnTo>
                  <a:lnTo>
                    <a:pt x="1413" y="147"/>
                  </a:lnTo>
                  <a:lnTo>
                    <a:pt x="1535" y="269"/>
                  </a:lnTo>
                  <a:lnTo>
                    <a:pt x="1657" y="391"/>
                  </a:lnTo>
                  <a:lnTo>
                    <a:pt x="1730" y="561"/>
                  </a:lnTo>
                  <a:lnTo>
                    <a:pt x="1779" y="732"/>
                  </a:lnTo>
                  <a:lnTo>
                    <a:pt x="1803" y="902"/>
                  </a:lnTo>
                  <a:lnTo>
                    <a:pt x="1803" y="902"/>
                  </a:lnTo>
                  <a:lnTo>
                    <a:pt x="1779" y="1073"/>
                  </a:lnTo>
                  <a:lnTo>
                    <a:pt x="1730" y="1243"/>
                  </a:lnTo>
                  <a:lnTo>
                    <a:pt x="1657" y="1414"/>
                  </a:lnTo>
                  <a:lnTo>
                    <a:pt x="1535" y="1535"/>
                  </a:lnTo>
                  <a:lnTo>
                    <a:pt x="1413" y="1657"/>
                  </a:lnTo>
                  <a:lnTo>
                    <a:pt x="1243" y="1730"/>
                  </a:lnTo>
                  <a:lnTo>
                    <a:pt x="1072" y="1779"/>
                  </a:lnTo>
                  <a:lnTo>
                    <a:pt x="902" y="1803"/>
                  </a:lnTo>
                  <a:lnTo>
                    <a:pt x="902" y="1803"/>
                  </a:lnTo>
                  <a:lnTo>
                    <a:pt x="731" y="1779"/>
                  </a:lnTo>
                  <a:lnTo>
                    <a:pt x="561" y="1730"/>
                  </a:lnTo>
                  <a:lnTo>
                    <a:pt x="390" y="1657"/>
                  </a:lnTo>
                  <a:lnTo>
                    <a:pt x="269" y="1535"/>
                  </a:lnTo>
                  <a:lnTo>
                    <a:pt x="147" y="1414"/>
                  </a:lnTo>
                  <a:lnTo>
                    <a:pt x="74" y="1243"/>
                  </a:lnTo>
                  <a:lnTo>
                    <a:pt x="25" y="1073"/>
                  </a:lnTo>
                  <a:lnTo>
                    <a:pt x="1" y="902"/>
                  </a:lnTo>
                  <a:lnTo>
                    <a:pt x="1" y="902"/>
                  </a:lnTo>
                  <a:lnTo>
                    <a:pt x="25" y="732"/>
                  </a:lnTo>
                  <a:lnTo>
                    <a:pt x="74" y="561"/>
                  </a:lnTo>
                  <a:lnTo>
                    <a:pt x="147" y="391"/>
                  </a:lnTo>
                  <a:lnTo>
                    <a:pt x="269" y="269"/>
                  </a:lnTo>
                  <a:lnTo>
                    <a:pt x="390" y="147"/>
                  </a:lnTo>
                  <a:lnTo>
                    <a:pt x="561" y="74"/>
                  </a:lnTo>
                  <a:lnTo>
                    <a:pt x="731" y="25"/>
                  </a:lnTo>
                  <a:lnTo>
                    <a:pt x="902" y="1"/>
                  </a:lnTo>
                  <a:lnTo>
                    <a:pt x="902" y="1"/>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Google Shape;199;p12">
              <a:extLst>
                <a:ext uri="{FF2B5EF4-FFF2-40B4-BE49-F238E27FC236}">
                  <a16:creationId xmlns:a16="http://schemas.microsoft.com/office/drawing/2014/main" id="{34C318A1-DFEC-1C95-F388-1DF4B7635F06}"/>
                </a:ext>
              </a:extLst>
            </p:cNvPr>
            <p:cNvSpPr/>
            <p:nvPr/>
          </p:nvSpPr>
          <p:spPr>
            <a:xfrm>
              <a:off x="631050" y="274025"/>
              <a:ext cx="45075" cy="45100"/>
            </a:xfrm>
            <a:custGeom>
              <a:avLst/>
              <a:gdLst/>
              <a:ahLst/>
              <a:cxnLst/>
              <a:rect l="l" t="t" r="r" b="b"/>
              <a:pathLst>
                <a:path w="1803" h="1804" fill="none" extrusionOk="0">
                  <a:moveTo>
                    <a:pt x="0" y="902"/>
                  </a:moveTo>
                  <a:lnTo>
                    <a:pt x="0" y="902"/>
                  </a:lnTo>
                  <a:lnTo>
                    <a:pt x="25" y="732"/>
                  </a:lnTo>
                  <a:lnTo>
                    <a:pt x="73" y="561"/>
                  </a:lnTo>
                  <a:lnTo>
                    <a:pt x="147" y="391"/>
                  </a:lnTo>
                  <a:lnTo>
                    <a:pt x="268" y="269"/>
                  </a:lnTo>
                  <a:lnTo>
                    <a:pt x="390" y="147"/>
                  </a:lnTo>
                  <a:lnTo>
                    <a:pt x="561" y="74"/>
                  </a:lnTo>
                  <a:lnTo>
                    <a:pt x="731" y="25"/>
                  </a:lnTo>
                  <a:lnTo>
                    <a:pt x="902" y="1"/>
                  </a:lnTo>
                  <a:lnTo>
                    <a:pt x="902" y="1"/>
                  </a:lnTo>
                  <a:lnTo>
                    <a:pt x="1072" y="25"/>
                  </a:lnTo>
                  <a:lnTo>
                    <a:pt x="1243" y="74"/>
                  </a:lnTo>
                  <a:lnTo>
                    <a:pt x="1413" y="147"/>
                  </a:lnTo>
                  <a:lnTo>
                    <a:pt x="1535" y="269"/>
                  </a:lnTo>
                  <a:lnTo>
                    <a:pt x="1657" y="391"/>
                  </a:lnTo>
                  <a:lnTo>
                    <a:pt x="1730" y="561"/>
                  </a:lnTo>
                  <a:lnTo>
                    <a:pt x="1778" y="732"/>
                  </a:lnTo>
                  <a:lnTo>
                    <a:pt x="1803" y="902"/>
                  </a:lnTo>
                  <a:lnTo>
                    <a:pt x="1803" y="902"/>
                  </a:lnTo>
                  <a:lnTo>
                    <a:pt x="1778" y="1073"/>
                  </a:lnTo>
                  <a:lnTo>
                    <a:pt x="1730" y="1243"/>
                  </a:lnTo>
                  <a:lnTo>
                    <a:pt x="1657" y="1414"/>
                  </a:lnTo>
                  <a:lnTo>
                    <a:pt x="1535" y="1535"/>
                  </a:lnTo>
                  <a:lnTo>
                    <a:pt x="1413" y="1657"/>
                  </a:lnTo>
                  <a:lnTo>
                    <a:pt x="1243" y="1730"/>
                  </a:lnTo>
                  <a:lnTo>
                    <a:pt x="1072" y="1779"/>
                  </a:lnTo>
                  <a:lnTo>
                    <a:pt x="902" y="1803"/>
                  </a:lnTo>
                  <a:lnTo>
                    <a:pt x="902" y="1803"/>
                  </a:lnTo>
                  <a:lnTo>
                    <a:pt x="731" y="1779"/>
                  </a:lnTo>
                  <a:lnTo>
                    <a:pt x="561" y="1730"/>
                  </a:lnTo>
                  <a:lnTo>
                    <a:pt x="390" y="1657"/>
                  </a:lnTo>
                  <a:lnTo>
                    <a:pt x="268" y="1535"/>
                  </a:lnTo>
                  <a:lnTo>
                    <a:pt x="147" y="1414"/>
                  </a:lnTo>
                  <a:lnTo>
                    <a:pt x="73" y="1243"/>
                  </a:lnTo>
                  <a:lnTo>
                    <a:pt x="25" y="1073"/>
                  </a:lnTo>
                  <a:lnTo>
                    <a:pt x="0" y="902"/>
                  </a:lnTo>
                  <a:lnTo>
                    <a:pt x="0" y="902"/>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200;p12">
              <a:extLst>
                <a:ext uri="{FF2B5EF4-FFF2-40B4-BE49-F238E27FC236}">
                  <a16:creationId xmlns:a16="http://schemas.microsoft.com/office/drawing/2014/main" id="{1E8B8A04-2CDF-9B67-3ED5-C638AE532A71}"/>
                </a:ext>
              </a:extLst>
            </p:cNvPr>
            <p:cNvSpPr/>
            <p:nvPr/>
          </p:nvSpPr>
          <p:spPr>
            <a:xfrm>
              <a:off x="649925" y="590050"/>
              <a:ext cx="133975" cy="25"/>
            </a:xfrm>
            <a:custGeom>
              <a:avLst/>
              <a:gdLst/>
              <a:ahLst/>
              <a:cxnLst/>
              <a:rect l="l" t="t" r="r" b="b"/>
              <a:pathLst>
                <a:path w="5359" h="1" fill="none" extrusionOk="0">
                  <a:moveTo>
                    <a:pt x="5358" y="0"/>
                  </a:moveTo>
                  <a:lnTo>
                    <a:pt x="0" y="0"/>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201;p12">
              <a:extLst>
                <a:ext uri="{FF2B5EF4-FFF2-40B4-BE49-F238E27FC236}">
                  <a16:creationId xmlns:a16="http://schemas.microsoft.com/office/drawing/2014/main" id="{0D84F2EF-C350-4419-24EA-9822FEC323EE}"/>
                </a:ext>
              </a:extLst>
            </p:cNvPr>
            <p:cNvSpPr/>
            <p:nvPr/>
          </p:nvSpPr>
          <p:spPr>
            <a:xfrm>
              <a:off x="649925" y="534625"/>
              <a:ext cx="255750" cy="25"/>
            </a:xfrm>
            <a:custGeom>
              <a:avLst/>
              <a:gdLst/>
              <a:ahLst/>
              <a:cxnLst/>
              <a:rect l="l" t="t" r="r" b="b"/>
              <a:pathLst>
                <a:path w="10230" h="1" fill="none" extrusionOk="0">
                  <a:moveTo>
                    <a:pt x="10229" y="1"/>
                  </a:moveTo>
                  <a:lnTo>
                    <a:pt x="0" y="1"/>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202;p12">
              <a:extLst>
                <a:ext uri="{FF2B5EF4-FFF2-40B4-BE49-F238E27FC236}">
                  <a16:creationId xmlns:a16="http://schemas.microsoft.com/office/drawing/2014/main" id="{E0C918EA-7C95-B06D-9AA6-30306EE838AB}"/>
                </a:ext>
              </a:extLst>
            </p:cNvPr>
            <p:cNvSpPr/>
            <p:nvPr/>
          </p:nvSpPr>
          <p:spPr>
            <a:xfrm>
              <a:off x="649925" y="479825"/>
              <a:ext cx="255750" cy="25"/>
            </a:xfrm>
            <a:custGeom>
              <a:avLst/>
              <a:gdLst/>
              <a:ahLst/>
              <a:cxnLst/>
              <a:rect l="l" t="t" r="r" b="b"/>
              <a:pathLst>
                <a:path w="10230" h="1" fill="none" extrusionOk="0">
                  <a:moveTo>
                    <a:pt x="10229" y="1"/>
                  </a:moveTo>
                  <a:lnTo>
                    <a:pt x="0" y="1"/>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203;p12">
              <a:extLst>
                <a:ext uri="{FF2B5EF4-FFF2-40B4-BE49-F238E27FC236}">
                  <a16:creationId xmlns:a16="http://schemas.microsoft.com/office/drawing/2014/main" id="{F96A3BDF-2285-9740-112F-7BDEF3530E77}"/>
                </a:ext>
              </a:extLst>
            </p:cNvPr>
            <p:cNvSpPr/>
            <p:nvPr/>
          </p:nvSpPr>
          <p:spPr>
            <a:xfrm>
              <a:off x="649925" y="424425"/>
              <a:ext cx="255750" cy="25"/>
            </a:xfrm>
            <a:custGeom>
              <a:avLst/>
              <a:gdLst/>
              <a:ahLst/>
              <a:cxnLst/>
              <a:rect l="l" t="t" r="r" b="b"/>
              <a:pathLst>
                <a:path w="10230" h="1" fill="none" extrusionOk="0">
                  <a:moveTo>
                    <a:pt x="10229" y="1"/>
                  </a:moveTo>
                  <a:lnTo>
                    <a:pt x="0" y="1"/>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204;p12">
              <a:extLst>
                <a:ext uri="{FF2B5EF4-FFF2-40B4-BE49-F238E27FC236}">
                  <a16:creationId xmlns:a16="http://schemas.microsoft.com/office/drawing/2014/main" id="{A754D96E-94A3-F56E-8356-68CCE1265ED3}"/>
                </a:ext>
              </a:extLst>
            </p:cNvPr>
            <p:cNvSpPr/>
            <p:nvPr/>
          </p:nvSpPr>
          <p:spPr>
            <a:xfrm>
              <a:off x="879475" y="274025"/>
              <a:ext cx="45075" cy="45100"/>
            </a:xfrm>
            <a:custGeom>
              <a:avLst/>
              <a:gdLst/>
              <a:ahLst/>
              <a:cxnLst/>
              <a:rect l="l" t="t" r="r" b="b"/>
              <a:pathLst>
                <a:path w="1803" h="1804" fill="none" extrusionOk="0">
                  <a:moveTo>
                    <a:pt x="901" y="1803"/>
                  </a:moveTo>
                  <a:lnTo>
                    <a:pt x="901" y="1803"/>
                  </a:lnTo>
                  <a:lnTo>
                    <a:pt x="731" y="1779"/>
                  </a:lnTo>
                  <a:lnTo>
                    <a:pt x="560" y="1730"/>
                  </a:lnTo>
                  <a:lnTo>
                    <a:pt x="390" y="1657"/>
                  </a:lnTo>
                  <a:lnTo>
                    <a:pt x="268" y="1535"/>
                  </a:lnTo>
                  <a:lnTo>
                    <a:pt x="146" y="1414"/>
                  </a:lnTo>
                  <a:lnTo>
                    <a:pt x="73" y="1243"/>
                  </a:lnTo>
                  <a:lnTo>
                    <a:pt x="25" y="1073"/>
                  </a:lnTo>
                  <a:lnTo>
                    <a:pt x="0" y="902"/>
                  </a:lnTo>
                  <a:lnTo>
                    <a:pt x="0" y="902"/>
                  </a:lnTo>
                  <a:lnTo>
                    <a:pt x="25" y="732"/>
                  </a:lnTo>
                  <a:lnTo>
                    <a:pt x="73" y="561"/>
                  </a:lnTo>
                  <a:lnTo>
                    <a:pt x="146" y="391"/>
                  </a:lnTo>
                  <a:lnTo>
                    <a:pt x="268" y="269"/>
                  </a:lnTo>
                  <a:lnTo>
                    <a:pt x="390" y="147"/>
                  </a:lnTo>
                  <a:lnTo>
                    <a:pt x="560" y="74"/>
                  </a:lnTo>
                  <a:lnTo>
                    <a:pt x="731" y="25"/>
                  </a:lnTo>
                  <a:lnTo>
                    <a:pt x="901" y="1"/>
                  </a:lnTo>
                  <a:lnTo>
                    <a:pt x="901" y="1"/>
                  </a:lnTo>
                  <a:lnTo>
                    <a:pt x="1072" y="25"/>
                  </a:lnTo>
                  <a:lnTo>
                    <a:pt x="1242" y="74"/>
                  </a:lnTo>
                  <a:lnTo>
                    <a:pt x="1413" y="147"/>
                  </a:lnTo>
                  <a:lnTo>
                    <a:pt x="1535" y="269"/>
                  </a:lnTo>
                  <a:lnTo>
                    <a:pt x="1656" y="391"/>
                  </a:lnTo>
                  <a:lnTo>
                    <a:pt x="1729" y="561"/>
                  </a:lnTo>
                  <a:lnTo>
                    <a:pt x="1778" y="732"/>
                  </a:lnTo>
                  <a:lnTo>
                    <a:pt x="1802" y="902"/>
                  </a:lnTo>
                  <a:lnTo>
                    <a:pt x="1802" y="902"/>
                  </a:lnTo>
                  <a:lnTo>
                    <a:pt x="1778" y="1073"/>
                  </a:lnTo>
                  <a:lnTo>
                    <a:pt x="1729" y="1243"/>
                  </a:lnTo>
                  <a:lnTo>
                    <a:pt x="1656" y="1414"/>
                  </a:lnTo>
                  <a:lnTo>
                    <a:pt x="1535" y="1535"/>
                  </a:lnTo>
                  <a:lnTo>
                    <a:pt x="1413" y="1657"/>
                  </a:lnTo>
                  <a:lnTo>
                    <a:pt x="1242" y="1730"/>
                  </a:lnTo>
                  <a:lnTo>
                    <a:pt x="1072" y="1779"/>
                  </a:lnTo>
                  <a:lnTo>
                    <a:pt x="901" y="1803"/>
                  </a:lnTo>
                  <a:lnTo>
                    <a:pt x="901" y="1803"/>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205;p12">
              <a:extLst>
                <a:ext uri="{FF2B5EF4-FFF2-40B4-BE49-F238E27FC236}">
                  <a16:creationId xmlns:a16="http://schemas.microsoft.com/office/drawing/2014/main" id="{B7AF17C5-271D-1306-524E-C3648C20439B}"/>
                </a:ext>
              </a:extLst>
            </p:cNvPr>
            <p:cNvSpPr/>
            <p:nvPr/>
          </p:nvSpPr>
          <p:spPr>
            <a:xfrm>
              <a:off x="654800" y="244200"/>
              <a:ext cx="25" cy="51175"/>
            </a:xfrm>
            <a:custGeom>
              <a:avLst/>
              <a:gdLst/>
              <a:ahLst/>
              <a:cxnLst/>
              <a:rect l="l" t="t" r="r" b="b"/>
              <a:pathLst>
                <a:path w="1" h="2047" fill="none" extrusionOk="0">
                  <a:moveTo>
                    <a:pt x="0" y="1"/>
                  </a:moveTo>
                  <a:lnTo>
                    <a:pt x="0" y="2046"/>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 name="Google Shape;206;p12">
              <a:extLst>
                <a:ext uri="{FF2B5EF4-FFF2-40B4-BE49-F238E27FC236}">
                  <a16:creationId xmlns:a16="http://schemas.microsoft.com/office/drawing/2014/main" id="{3BDE0F00-CD78-30B2-3D42-B446293A5F34}"/>
                </a:ext>
              </a:extLst>
            </p:cNvPr>
            <p:cNvSpPr/>
            <p:nvPr/>
          </p:nvSpPr>
          <p:spPr>
            <a:xfrm>
              <a:off x="737600" y="244200"/>
              <a:ext cx="25" cy="51175"/>
            </a:xfrm>
            <a:custGeom>
              <a:avLst/>
              <a:gdLst/>
              <a:ahLst/>
              <a:cxnLst/>
              <a:rect l="l" t="t" r="r" b="b"/>
              <a:pathLst>
                <a:path w="1" h="2047" fill="none" extrusionOk="0">
                  <a:moveTo>
                    <a:pt x="1" y="1"/>
                  </a:moveTo>
                  <a:lnTo>
                    <a:pt x="1" y="2046"/>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 name="Google Shape;207;p12">
              <a:extLst>
                <a:ext uri="{FF2B5EF4-FFF2-40B4-BE49-F238E27FC236}">
                  <a16:creationId xmlns:a16="http://schemas.microsoft.com/office/drawing/2014/main" id="{1F6E237C-E501-3879-9F19-8D64D4F36BE3}"/>
                </a:ext>
              </a:extLst>
            </p:cNvPr>
            <p:cNvSpPr/>
            <p:nvPr/>
          </p:nvSpPr>
          <p:spPr>
            <a:xfrm>
              <a:off x="820400" y="244200"/>
              <a:ext cx="25" cy="51175"/>
            </a:xfrm>
            <a:custGeom>
              <a:avLst/>
              <a:gdLst/>
              <a:ahLst/>
              <a:cxnLst/>
              <a:rect l="l" t="t" r="r" b="b"/>
              <a:pathLst>
                <a:path w="1" h="2047" fill="none" extrusionOk="0">
                  <a:moveTo>
                    <a:pt x="1" y="1"/>
                  </a:moveTo>
                  <a:lnTo>
                    <a:pt x="1" y="2046"/>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208;p12">
              <a:extLst>
                <a:ext uri="{FF2B5EF4-FFF2-40B4-BE49-F238E27FC236}">
                  <a16:creationId xmlns:a16="http://schemas.microsoft.com/office/drawing/2014/main" id="{3EE1F23C-63CA-9981-67E5-FA032D4E377C}"/>
                </a:ext>
              </a:extLst>
            </p:cNvPr>
            <p:cNvSpPr/>
            <p:nvPr/>
          </p:nvSpPr>
          <p:spPr>
            <a:xfrm>
              <a:off x="903225" y="244200"/>
              <a:ext cx="25" cy="51175"/>
            </a:xfrm>
            <a:custGeom>
              <a:avLst/>
              <a:gdLst/>
              <a:ahLst/>
              <a:cxnLst/>
              <a:rect l="l" t="t" r="r" b="b"/>
              <a:pathLst>
                <a:path w="1" h="2047" fill="none" extrusionOk="0">
                  <a:moveTo>
                    <a:pt x="0" y="1"/>
                  </a:moveTo>
                  <a:lnTo>
                    <a:pt x="0" y="2046"/>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1138817452"/>
      </p:ext>
    </p:extLst>
  </p:cSld>
  <p:clrMapOvr>
    <a:masterClrMapping/>
  </p:clrMapOvr>
  <p:transition>
    <p:fade thruBlk="1"/>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813BF1-B249-3A6C-CE8E-254C70AD68C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A9F8DBA-CF87-7368-C920-DEBC221C2CE2}"/>
              </a:ext>
            </a:extLst>
          </p:cNvPr>
          <p:cNvSpPr>
            <a:spLocks noGrp="1"/>
          </p:cNvSpPr>
          <p:nvPr>
            <p:ph type="title"/>
          </p:nvPr>
        </p:nvSpPr>
        <p:spPr/>
        <p:txBody>
          <a:bodyPr/>
          <a:lstStyle/>
          <a:p>
            <a:r>
              <a:rPr lang="en-PH" dirty="0"/>
              <a:t>Pretest : Introductory Concepts to Programming </a:t>
            </a:r>
          </a:p>
        </p:txBody>
      </p:sp>
      <p:sp>
        <p:nvSpPr>
          <p:cNvPr id="3" name="Text Placeholder 2">
            <a:extLst>
              <a:ext uri="{FF2B5EF4-FFF2-40B4-BE49-F238E27FC236}">
                <a16:creationId xmlns:a16="http://schemas.microsoft.com/office/drawing/2014/main" id="{FE3E6AEE-78CC-DC2C-4D26-3CF123E838E3}"/>
              </a:ext>
            </a:extLst>
          </p:cNvPr>
          <p:cNvSpPr>
            <a:spLocks noGrp="1"/>
          </p:cNvSpPr>
          <p:nvPr>
            <p:ph type="body" idx="1"/>
          </p:nvPr>
        </p:nvSpPr>
        <p:spPr>
          <a:xfrm>
            <a:off x="140125" y="1308259"/>
            <a:ext cx="8463308" cy="2724300"/>
          </a:xfrm>
        </p:spPr>
        <p:txBody>
          <a:bodyPr/>
          <a:lstStyle/>
          <a:p>
            <a:r>
              <a:rPr lang="en-PH" sz="2400" b="1" dirty="0">
                <a:latin typeface="Roboto Condensed" panose="02000000000000000000" pitchFamily="2" charset="0"/>
                <a:ea typeface="Roboto Condensed" panose="02000000000000000000" pitchFamily="2" charset="0"/>
                <a:cs typeface="Roboto Condensed" panose="02000000000000000000" pitchFamily="2" charset="0"/>
              </a:rPr>
              <a:t>2. Programming Tools</a:t>
            </a:r>
            <a:r>
              <a:rPr lang="en-PH" sz="2400" dirty="0">
                <a:latin typeface="Roboto Condensed" panose="02000000000000000000" pitchFamily="2" charset="0"/>
                <a:ea typeface="Roboto Condensed" panose="02000000000000000000" pitchFamily="2" charset="0"/>
                <a:cs typeface="Roboto Condensed" panose="02000000000000000000" pitchFamily="2" charset="0"/>
              </a:rPr>
              <a:t> When translating source code into machine code, which tool translates and executes the code line-by-line on the fly, rather than translating the entire file at once? </a:t>
            </a:r>
          </a:p>
          <a:p>
            <a:r>
              <a:rPr lang="en-PH" sz="2400" dirty="0">
                <a:latin typeface="Roboto Condensed" panose="02000000000000000000" pitchFamily="2" charset="0"/>
                <a:ea typeface="Roboto Condensed" panose="02000000000000000000" pitchFamily="2" charset="0"/>
                <a:cs typeface="Roboto Condensed" panose="02000000000000000000" pitchFamily="2" charset="0"/>
              </a:rPr>
              <a:t>a) Compiler </a:t>
            </a:r>
          </a:p>
          <a:p>
            <a:r>
              <a:rPr lang="en-PH" sz="2400" dirty="0">
                <a:latin typeface="Roboto Condensed" panose="02000000000000000000" pitchFamily="2" charset="0"/>
                <a:ea typeface="Roboto Condensed" panose="02000000000000000000" pitchFamily="2" charset="0"/>
                <a:cs typeface="Roboto Condensed" panose="02000000000000000000" pitchFamily="2" charset="0"/>
              </a:rPr>
              <a:t>b) Text Editor </a:t>
            </a:r>
          </a:p>
          <a:p>
            <a:r>
              <a:rPr lang="en-PH" sz="2400" dirty="0">
                <a:latin typeface="Roboto Condensed" panose="02000000000000000000" pitchFamily="2" charset="0"/>
                <a:ea typeface="Roboto Condensed" panose="02000000000000000000" pitchFamily="2" charset="0"/>
                <a:cs typeface="Roboto Condensed" panose="02000000000000000000" pitchFamily="2" charset="0"/>
              </a:rPr>
              <a:t>c) Interpreter </a:t>
            </a:r>
          </a:p>
          <a:p>
            <a:r>
              <a:rPr lang="en-PH" sz="2400" dirty="0">
                <a:latin typeface="Roboto Condensed" panose="02000000000000000000" pitchFamily="2" charset="0"/>
                <a:ea typeface="Roboto Condensed" panose="02000000000000000000" pitchFamily="2" charset="0"/>
                <a:cs typeface="Roboto Condensed" panose="02000000000000000000" pitchFamily="2" charset="0"/>
              </a:rPr>
              <a:t>d) Operating System</a:t>
            </a:r>
            <a:endParaRPr lang="en-PH" sz="2200" dirty="0">
              <a:latin typeface="Roboto Condensed" panose="02000000000000000000" pitchFamily="2" charset="0"/>
              <a:ea typeface="Roboto Condensed" panose="02000000000000000000" pitchFamily="2" charset="0"/>
              <a:cs typeface="Roboto Condensed" panose="02000000000000000000" pitchFamily="2" charset="0"/>
            </a:endParaRPr>
          </a:p>
        </p:txBody>
      </p:sp>
      <p:sp>
        <p:nvSpPr>
          <p:cNvPr id="5" name="Slide Number Placeholder 4">
            <a:extLst>
              <a:ext uri="{FF2B5EF4-FFF2-40B4-BE49-F238E27FC236}">
                <a16:creationId xmlns:a16="http://schemas.microsoft.com/office/drawing/2014/main" id="{3583CB63-4998-30A2-0A63-E6B5BC1F8CBF}"/>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GB" smtClean="0"/>
              <a:t>4</a:t>
            </a:fld>
            <a:endParaRPr lang="en-GB"/>
          </a:p>
        </p:txBody>
      </p:sp>
      <p:grpSp>
        <p:nvGrpSpPr>
          <p:cNvPr id="6" name="Google Shape;194;p12">
            <a:extLst>
              <a:ext uri="{FF2B5EF4-FFF2-40B4-BE49-F238E27FC236}">
                <a16:creationId xmlns:a16="http://schemas.microsoft.com/office/drawing/2014/main" id="{4C0A86F7-A78C-2E40-DCD5-FED3609D66FD}"/>
              </a:ext>
            </a:extLst>
          </p:cNvPr>
          <p:cNvGrpSpPr/>
          <p:nvPr/>
        </p:nvGrpSpPr>
        <p:grpSpPr>
          <a:xfrm>
            <a:off x="293683" y="574116"/>
            <a:ext cx="309041" cy="403123"/>
            <a:chOff x="590250" y="244200"/>
            <a:chExt cx="407975" cy="532175"/>
          </a:xfrm>
        </p:grpSpPr>
        <p:sp>
          <p:nvSpPr>
            <p:cNvPr id="7" name="Google Shape;195;p12">
              <a:extLst>
                <a:ext uri="{FF2B5EF4-FFF2-40B4-BE49-F238E27FC236}">
                  <a16:creationId xmlns:a16="http://schemas.microsoft.com/office/drawing/2014/main" id="{58466A0E-1C7B-1122-5FC8-AE2349E3B74C}"/>
                </a:ext>
              </a:extLst>
            </p:cNvPr>
            <p:cNvSpPr/>
            <p:nvPr/>
          </p:nvSpPr>
          <p:spPr>
            <a:xfrm>
              <a:off x="623125" y="313625"/>
              <a:ext cx="375100" cy="462750"/>
            </a:xfrm>
            <a:custGeom>
              <a:avLst/>
              <a:gdLst/>
              <a:ahLst/>
              <a:cxnLst/>
              <a:rect l="l" t="t" r="r" b="b"/>
              <a:pathLst>
                <a:path w="15004" h="18510" fill="none" extrusionOk="0">
                  <a:moveTo>
                    <a:pt x="1" y="17536"/>
                  </a:moveTo>
                  <a:lnTo>
                    <a:pt x="1" y="17536"/>
                  </a:lnTo>
                  <a:lnTo>
                    <a:pt x="1" y="17536"/>
                  </a:lnTo>
                  <a:lnTo>
                    <a:pt x="25" y="17682"/>
                  </a:lnTo>
                  <a:lnTo>
                    <a:pt x="49" y="17852"/>
                  </a:lnTo>
                  <a:lnTo>
                    <a:pt x="123" y="18023"/>
                  </a:lnTo>
                  <a:lnTo>
                    <a:pt x="220" y="18193"/>
                  </a:lnTo>
                  <a:lnTo>
                    <a:pt x="293" y="18291"/>
                  </a:lnTo>
                  <a:lnTo>
                    <a:pt x="390" y="18364"/>
                  </a:lnTo>
                  <a:lnTo>
                    <a:pt x="488" y="18412"/>
                  </a:lnTo>
                  <a:lnTo>
                    <a:pt x="610" y="18461"/>
                  </a:lnTo>
                  <a:lnTo>
                    <a:pt x="756" y="18510"/>
                  </a:lnTo>
                  <a:lnTo>
                    <a:pt x="926" y="18510"/>
                  </a:lnTo>
                  <a:lnTo>
                    <a:pt x="14468" y="18510"/>
                  </a:lnTo>
                  <a:lnTo>
                    <a:pt x="14468" y="18510"/>
                  </a:lnTo>
                  <a:lnTo>
                    <a:pt x="14541" y="18510"/>
                  </a:lnTo>
                  <a:lnTo>
                    <a:pt x="14614" y="18485"/>
                  </a:lnTo>
                  <a:lnTo>
                    <a:pt x="14736" y="18412"/>
                  </a:lnTo>
                  <a:lnTo>
                    <a:pt x="14833" y="18291"/>
                  </a:lnTo>
                  <a:lnTo>
                    <a:pt x="14906" y="18144"/>
                  </a:lnTo>
                  <a:lnTo>
                    <a:pt x="14955" y="17974"/>
                  </a:lnTo>
                  <a:lnTo>
                    <a:pt x="14979" y="17779"/>
                  </a:lnTo>
                  <a:lnTo>
                    <a:pt x="15003" y="17438"/>
                  </a:lnTo>
                  <a:lnTo>
                    <a:pt x="15003" y="487"/>
                  </a:lnTo>
                  <a:lnTo>
                    <a:pt x="15003" y="487"/>
                  </a:lnTo>
                  <a:lnTo>
                    <a:pt x="15003" y="341"/>
                  </a:lnTo>
                  <a:lnTo>
                    <a:pt x="14979" y="219"/>
                  </a:lnTo>
                  <a:lnTo>
                    <a:pt x="14955" y="146"/>
                  </a:lnTo>
                  <a:lnTo>
                    <a:pt x="14906" y="73"/>
                  </a:lnTo>
                  <a:lnTo>
                    <a:pt x="14833" y="49"/>
                  </a:lnTo>
                  <a:lnTo>
                    <a:pt x="14736" y="24"/>
                  </a:lnTo>
                  <a:lnTo>
                    <a:pt x="14468" y="0"/>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 name="Google Shape;196;p12">
              <a:extLst>
                <a:ext uri="{FF2B5EF4-FFF2-40B4-BE49-F238E27FC236}">
                  <a16:creationId xmlns:a16="http://schemas.microsoft.com/office/drawing/2014/main" id="{12E675F8-1B7D-E5B7-59C0-8C765FD0B5AC}"/>
                </a:ext>
              </a:extLst>
            </p:cNvPr>
            <p:cNvSpPr/>
            <p:nvPr/>
          </p:nvSpPr>
          <p:spPr>
            <a:xfrm>
              <a:off x="590250" y="269775"/>
              <a:ext cx="377525" cy="462775"/>
            </a:xfrm>
            <a:custGeom>
              <a:avLst/>
              <a:gdLst/>
              <a:ahLst/>
              <a:cxnLst/>
              <a:rect l="l" t="t" r="r" b="b"/>
              <a:pathLst>
                <a:path w="15101" h="18511" fill="none" extrusionOk="0">
                  <a:moveTo>
                    <a:pt x="14321" y="0"/>
                  </a:moveTo>
                  <a:lnTo>
                    <a:pt x="780" y="0"/>
                  </a:lnTo>
                  <a:lnTo>
                    <a:pt x="780" y="0"/>
                  </a:lnTo>
                  <a:lnTo>
                    <a:pt x="634" y="25"/>
                  </a:lnTo>
                  <a:lnTo>
                    <a:pt x="488" y="74"/>
                  </a:lnTo>
                  <a:lnTo>
                    <a:pt x="342" y="122"/>
                  </a:lnTo>
                  <a:lnTo>
                    <a:pt x="220" y="220"/>
                  </a:lnTo>
                  <a:lnTo>
                    <a:pt x="122" y="341"/>
                  </a:lnTo>
                  <a:lnTo>
                    <a:pt x="74" y="488"/>
                  </a:lnTo>
                  <a:lnTo>
                    <a:pt x="25" y="634"/>
                  </a:lnTo>
                  <a:lnTo>
                    <a:pt x="1" y="780"/>
                  </a:lnTo>
                  <a:lnTo>
                    <a:pt x="1" y="17731"/>
                  </a:lnTo>
                  <a:lnTo>
                    <a:pt x="1" y="17731"/>
                  </a:lnTo>
                  <a:lnTo>
                    <a:pt x="25" y="17877"/>
                  </a:lnTo>
                  <a:lnTo>
                    <a:pt x="74" y="18023"/>
                  </a:lnTo>
                  <a:lnTo>
                    <a:pt x="122" y="18169"/>
                  </a:lnTo>
                  <a:lnTo>
                    <a:pt x="220" y="18291"/>
                  </a:lnTo>
                  <a:lnTo>
                    <a:pt x="342" y="18388"/>
                  </a:lnTo>
                  <a:lnTo>
                    <a:pt x="488" y="18437"/>
                  </a:lnTo>
                  <a:lnTo>
                    <a:pt x="634" y="18486"/>
                  </a:lnTo>
                  <a:lnTo>
                    <a:pt x="780" y="18510"/>
                  </a:lnTo>
                  <a:lnTo>
                    <a:pt x="14321" y="18510"/>
                  </a:lnTo>
                  <a:lnTo>
                    <a:pt x="14321" y="18510"/>
                  </a:lnTo>
                  <a:lnTo>
                    <a:pt x="14467" y="18486"/>
                  </a:lnTo>
                  <a:lnTo>
                    <a:pt x="14614" y="18437"/>
                  </a:lnTo>
                  <a:lnTo>
                    <a:pt x="14760" y="18388"/>
                  </a:lnTo>
                  <a:lnTo>
                    <a:pt x="14881" y="18291"/>
                  </a:lnTo>
                  <a:lnTo>
                    <a:pt x="14979" y="18169"/>
                  </a:lnTo>
                  <a:lnTo>
                    <a:pt x="15028" y="18023"/>
                  </a:lnTo>
                  <a:lnTo>
                    <a:pt x="15076" y="17877"/>
                  </a:lnTo>
                  <a:lnTo>
                    <a:pt x="15101" y="17731"/>
                  </a:lnTo>
                  <a:lnTo>
                    <a:pt x="15101" y="780"/>
                  </a:lnTo>
                  <a:lnTo>
                    <a:pt x="15101" y="780"/>
                  </a:lnTo>
                  <a:lnTo>
                    <a:pt x="15076" y="634"/>
                  </a:lnTo>
                  <a:lnTo>
                    <a:pt x="15028" y="488"/>
                  </a:lnTo>
                  <a:lnTo>
                    <a:pt x="14979" y="341"/>
                  </a:lnTo>
                  <a:lnTo>
                    <a:pt x="14881" y="220"/>
                  </a:lnTo>
                  <a:lnTo>
                    <a:pt x="14760" y="122"/>
                  </a:lnTo>
                  <a:lnTo>
                    <a:pt x="14614" y="74"/>
                  </a:lnTo>
                  <a:lnTo>
                    <a:pt x="14467" y="25"/>
                  </a:lnTo>
                  <a:lnTo>
                    <a:pt x="14321" y="0"/>
                  </a:lnTo>
                  <a:lnTo>
                    <a:pt x="14321" y="0"/>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 name="Google Shape;197;p12">
              <a:extLst>
                <a:ext uri="{FF2B5EF4-FFF2-40B4-BE49-F238E27FC236}">
                  <a16:creationId xmlns:a16="http://schemas.microsoft.com/office/drawing/2014/main" id="{D42CE266-82A5-7582-5B29-53E483C54131}"/>
                </a:ext>
              </a:extLst>
            </p:cNvPr>
            <p:cNvSpPr/>
            <p:nvPr/>
          </p:nvSpPr>
          <p:spPr>
            <a:xfrm>
              <a:off x="796650" y="274025"/>
              <a:ext cx="45100" cy="45100"/>
            </a:xfrm>
            <a:custGeom>
              <a:avLst/>
              <a:gdLst/>
              <a:ahLst/>
              <a:cxnLst/>
              <a:rect l="l" t="t" r="r" b="b"/>
              <a:pathLst>
                <a:path w="1804" h="1804" fill="none" extrusionOk="0">
                  <a:moveTo>
                    <a:pt x="902" y="1"/>
                  </a:moveTo>
                  <a:lnTo>
                    <a:pt x="902" y="1"/>
                  </a:lnTo>
                  <a:lnTo>
                    <a:pt x="1073" y="25"/>
                  </a:lnTo>
                  <a:lnTo>
                    <a:pt x="1243" y="74"/>
                  </a:lnTo>
                  <a:lnTo>
                    <a:pt x="1414" y="147"/>
                  </a:lnTo>
                  <a:lnTo>
                    <a:pt x="1535" y="269"/>
                  </a:lnTo>
                  <a:lnTo>
                    <a:pt x="1657" y="391"/>
                  </a:lnTo>
                  <a:lnTo>
                    <a:pt x="1730" y="561"/>
                  </a:lnTo>
                  <a:lnTo>
                    <a:pt x="1779" y="732"/>
                  </a:lnTo>
                  <a:lnTo>
                    <a:pt x="1803" y="902"/>
                  </a:lnTo>
                  <a:lnTo>
                    <a:pt x="1803" y="902"/>
                  </a:lnTo>
                  <a:lnTo>
                    <a:pt x="1779" y="1073"/>
                  </a:lnTo>
                  <a:lnTo>
                    <a:pt x="1730" y="1243"/>
                  </a:lnTo>
                  <a:lnTo>
                    <a:pt x="1657" y="1414"/>
                  </a:lnTo>
                  <a:lnTo>
                    <a:pt x="1535" y="1535"/>
                  </a:lnTo>
                  <a:lnTo>
                    <a:pt x="1414" y="1657"/>
                  </a:lnTo>
                  <a:lnTo>
                    <a:pt x="1243" y="1730"/>
                  </a:lnTo>
                  <a:lnTo>
                    <a:pt x="1073" y="1779"/>
                  </a:lnTo>
                  <a:lnTo>
                    <a:pt x="902" y="1803"/>
                  </a:lnTo>
                  <a:lnTo>
                    <a:pt x="902" y="1803"/>
                  </a:lnTo>
                  <a:lnTo>
                    <a:pt x="732" y="1779"/>
                  </a:lnTo>
                  <a:lnTo>
                    <a:pt x="561" y="1730"/>
                  </a:lnTo>
                  <a:lnTo>
                    <a:pt x="391" y="1657"/>
                  </a:lnTo>
                  <a:lnTo>
                    <a:pt x="269" y="1535"/>
                  </a:lnTo>
                  <a:lnTo>
                    <a:pt x="147" y="1414"/>
                  </a:lnTo>
                  <a:lnTo>
                    <a:pt x="74" y="1243"/>
                  </a:lnTo>
                  <a:lnTo>
                    <a:pt x="25" y="1073"/>
                  </a:lnTo>
                  <a:lnTo>
                    <a:pt x="1" y="902"/>
                  </a:lnTo>
                  <a:lnTo>
                    <a:pt x="1" y="902"/>
                  </a:lnTo>
                  <a:lnTo>
                    <a:pt x="25" y="732"/>
                  </a:lnTo>
                  <a:lnTo>
                    <a:pt x="74" y="561"/>
                  </a:lnTo>
                  <a:lnTo>
                    <a:pt x="147" y="391"/>
                  </a:lnTo>
                  <a:lnTo>
                    <a:pt x="269" y="269"/>
                  </a:lnTo>
                  <a:lnTo>
                    <a:pt x="391" y="147"/>
                  </a:lnTo>
                  <a:lnTo>
                    <a:pt x="561" y="74"/>
                  </a:lnTo>
                  <a:lnTo>
                    <a:pt x="732" y="25"/>
                  </a:lnTo>
                  <a:lnTo>
                    <a:pt x="902" y="1"/>
                  </a:lnTo>
                  <a:lnTo>
                    <a:pt x="902" y="1"/>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 name="Google Shape;198;p12">
              <a:extLst>
                <a:ext uri="{FF2B5EF4-FFF2-40B4-BE49-F238E27FC236}">
                  <a16:creationId xmlns:a16="http://schemas.microsoft.com/office/drawing/2014/main" id="{8BC58BB8-A62B-430B-C70D-DC57375FFFE3}"/>
                </a:ext>
              </a:extLst>
            </p:cNvPr>
            <p:cNvSpPr/>
            <p:nvPr/>
          </p:nvSpPr>
          <p:spPr>
            <a:xfrm>
              <a:off x="713850" y="274025"/>
              <a:ext cx="45075" cy="45100"/>
            </a:xfrm>
            <a:custGeom>
              <a:avLst/>
              <a:gdLst/>
              <a:ahLst/>
              <a:cxnLst/>
              <a:rect l="l" t="t" r="r" b="b"/>
              <a:pathLst>
                <a:path w="1803" h="1804" fill="none" extrusionOk="0">
                  <a:moveTo>
                    <a:pt x="902" y="1"/>
                  </a:moveTo>
                  <a:lnTo>
                    <a:pt x="902" y="1"/>
                  </a:lnTo>
                  <a:lnTo>
                    <a:pt x="1072" y="25"/>
                  </a:lnTo>
                  <a:lnTo>
                    <a:pt x="1243" y="74"/>
                  </a:lnTo>
                  <a:lnTo>
                    <a:pt x="1413" y="147"/>
                  </a:lnTo>
                  <a:lnTo>
                    <a:pt x="1535" y="269"/>
                  </a:lnTo>
                  <a:lnTo>
                    <a:pt x="1657" y="391"/>
                  </a:lnTo>
                  <a:lnTo>
                    <a:pt x="1730" y="561"/>
                  </a:lnTo>
                  <a:lnTo>
                    <a:pt x="1779" y="732"/>
                  </a:lnTo>
                  <a:lnTo>
                    <a:pt x="1803" y="902"/>
                  </a:lnTo>
                  <a:lnTo>
                    <a:pt x="1803" y="902"/>
                  </a:lnTo>
                  <a:lnTo>
                    <a:pt x="1779" y="1073"/>
                  </a:lnTo>
                  <a:lnTo>
                    <a:pt x="1730" y="1243"/>
                  </a:lnTo>
                  <a:lnTo>
                    <a:pt x="1657" y="1414"/>
                  </a:lnTo>
                  <a:lnTo>
                    <a:pt x="1535" y="1535"/>
                  </a:lnTo>
                  <a:lnTo>
                    <a:pt x="1413" y="1657"/>
                  </a:lnTo>
                  <a:lnTo>
                    <a:pt x="1243" y="1730"/>
                  </a:lnTo>
                  <a:lnTo>
                    <a:pt x="1072" y="1779"/>
                  </a:lnTo>
                  <a:lnTo>
                    <a:pt x="902" y="1803"/>
                  </a:lnTo>
                  <a:lnTo>
                    <a:pt x="902" y="1803"/>
                  </a:lnTo>
                  <a:lnTo>
                    <a:pt x="731" y="1779"/>
                  </a:lnTo>
                  <a:lnTo>
                    <a:pt x="561" y="1730"/>
                  </a:lnTo>
                  <a:lnTo>
                    <a:pt x="390" y="1657"/>
                  </a:lnTo>
                  <a:lnTo>
                    <a:pt x="269" y="1535"/>
                  </a:lnTo>
                  <a:lnTo>
                    <a:pt x="147" y="1414"/>
                  </a:lnTo>
                  <a:lnTo>
                    <a:pt x="74" y="1243"/>
                  </a:lnTo>
                  <a:lnTo>
                    <a:pt x="25" y="1073"/>
                  </a:lnTo>
                  <a:lnTo>
                    <a:pt x="1" y="902"/>
                  </a:lnTo>
                  <a:lnTo>
                    <a:pt x="1" y="902"/>
                  </a:lnTo>
                  <a:lnTo>
                    <a:pt x="25" y="732"/>
                  </a:lnTo>
                  <a:lnTo>
                    <a:pt x="74" y="561"/>
                  </a:lnTo>
                  <a:lnTo>
                    <a:pt x="147" y="391"/>
                  </a:lnTo>
                  <a:lnTo>
                    <a:pt x="269" y="269"/>
                  </a:lnTo>
                  <a:lnTo>
                    <a:pt x="390" y="147"/>
                  </a:lnTo>
                  <a:lnTo>
                    <a:pt x="561" y="74"/>
                  </a:lnTo>
                  <a:lnTo>
                    <a:pt x="731" y="25"/>
                  </a:lnTo>
                  <a:lnTo>
                    <a:pt x="902" y="1"/>
                  </a:lnTo>
                  <a:lnTo>
                    <a:pt x="902" y="1"/>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Google Shape;199;p12">
              <a:extLst>
                <a:ext uri="{FF2B5EF4-FFF2-40B4-BE49-F238E27FC236}">
                  <a16:creationId xmlns:a16="http://schemas.microsoft.com/office/drawing/2014/main" id="{61CEFD91-53B3-8196-3A68-9DFC13A9422B}"/>
                </a:ext>
              </a:extLst>
            </p:cNvPr>
            <p:cNvSpPr/>
            <p:nvPr/>
          </p:nvSpPr>
          <p:spPr>
            <a:xfrm>
              <a:off x="631050" y="274025"/>
              <a:ext cx="45075" cy="45100"/>
            </a:xfrm>
            <a:custGeom>
              <a:avLst/>
              <a:gdLst/>
              <a:ahLst/>
              <a:cxnLst/>
              <a:rect l="l" t="t" r="r" b="b"/>
              <a:pathLst>
                <a:path w="1803" h="1804" fill="none" extrusionOk="0">
                  <a:moveTo>
                    <a:pt x="0" y="902"/>
                  </a:moveTo>
                  <a:lnTo>
                    <a:pt x="0" y="902"/>
                  </a:lnTo>
                  <a:lnTo>
                    <a:pt x="25" y="732"/>
                  </a:lnTo>
                  <a:lnTo>
                    <a:pt x="73" y="561"/>
                  </a:lnTo>
                  <a:lnTo>
                    <a:pt x="147" y="391"/>
                  </a:lnTo>
                  <a:lnTo>
                    <a:pt x="268" y="269"/>
                  </a:lnTo>
                  <a:lnTo>
                    <a:pt x="390" y="147"/>
                  </a:lnTo>
                  <a:lnTo>
                    <a:pt x="561" y="74"/>
                  </a:lnTo>
                  <a:lnTo>
                    <a:pt x="731" y="25"/>
                  </a:lnTo>
                  <a:lnTo>
                    <a:pt x="902" y="1"/>
                  </a:lnTo>
                  <a:lnTo>
                    <a:pt x="902" y="1"/>
                  </a:lnTo>
                  <a:lnTo>
                    <a:pt x="1072" y="25"/>
                  </a:lnTo>
                  <a:lnTo>
                    <a:pt x="1243" y="74"/>
                  </a:lnTo>
                  <a:lnTo>
                    <a:pt x="1413" y="147"/>
                  </a:lnTo>
                  <a:lnTo>
                    <a:pt x="1535" y="269"/>
                  </a:lnTo>
                  <a:lnTo>
                    <a:pt x="1657" y="391"/>
                  </a:lnTo>
                  <a:lnTo>
                    <a:pt x="1730" y="561"/>
                  </a:lnTo>
                  <a:lnTo>
                    <a:pt x="1778" y="732"/>
                  </a:lnTo>
                  <a:lnTo>
                    <a:pt x="1803" y="902"/>
                  </a:lnTo>
                  <a:lnTo>
                    <a:pt x="1803" y="902"/>
                  </a:lnTo>
                  <a:lnTo>
                    <a:pt x="1778" y="1073"/>
                  </a:lnTo>
                  <a:lnTo>
                    <a:pt x="1730" y="1243"/>
                  </a:lnTo>
                  <a:lnTo>
                    <a:pt x="1657" y="1414"/>
                  </a:lnTo>
                  <a:lnTo>
                    <a:pt x="1535" y="1535"/>
                  </a:lnTo>
                  <a:lnTo>
                    <a:pt x="1413" y="1657"/>
                  </a:lnTo>
                  <a:lnTo>
                    <a:pt x="1243" y="1730"/>
                  </a:lnTo>
                  <a:lnTo>
                    <a:pt x="1072" y="1779"/>
                  </a:lnTo>
                  <a:lnTo>
                    <a:pt x="902" y="1803"/>
                  </a:lnTo>
                  <a:lnTo>
                    <a:pt x="902" y="1803"/>
                  </a:lnTo>
                  <a:lnTo>
                    <a:pt x="731" y="1779"/>
                  </a:lnTo>
                  <a:lnTo>
                    <a:pt x="561" y="1730"/>
                  </a:lnTo>
                  <a:lnTo>
                    <a:pt x="390" y="1657"/>
                  </a:lnTo>
                  <a:lnTo>
                    <a:pt x="268" y="1535"/>
                  </a:lnTo>
                  <a:lnTo>
                    <a:pt x="147" y="1414"/>
                  </a:lnTo>
                  <a:lnTo>
                    <a:pt x="73" y="1243"/>
                  </a:lnTo>
                  <a:lnTo>
                    <a:pt x="25" y="1073"/>
                  </a:lnTo>
                  <a:lnTo>
                    <a:pt x="0" y="902"/>
                  </a:lnTo>
                  <a:lnTo>
                    <a:pt x="0" y="902"/>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200;p12">
              <a:extLst>
                <a:ext uri="{FF2B5EF4-FFF2-40B4-BE49-F238E27FC236}">
                  <a16:creationId xmlns:a16="http://schemas.microsoft.com/office/drawing/2014/main" id="{35477F1B-AC18-D265-9A63-425FAD75F639}"/>
                </a:ext>
              </a:extLst>
            </p:cNvPr>
            <p:cNvSpPr/>
            <p:nvPr/>
          </p:nvSpPr>
          <p:spPr>
            <a:xfrm>
              <a:off x="649925" y="590050"/>
              <a:ext cx="133975" cy="25"/>
            </a:xfrm>
            <a:custGeom>
              <a:avLst/>
              <a:gdLst/>
              <a:ahLst/>
              <a:cxnLst/>
              <a:rect l="l" t="t" r="r" b="b"/>
              <a:pathLst>
                <a:path w="5359" h="1" fill="none" extrusionOk="0">
                  <a:moveTo>
                    <a:pt x="5358" y="0"/>
                  </a:moveTo>
                  <a:lnTo>
                    <a:pt x="0" y="0"/>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201;p12">
              <a:extLst>
                <a:ext uri="{FF2B5EF4-FFF2-40B4-BE49-F238E27FC236}">
                  <a16:creationId xmlns:a16="http://schemas.microsoft.com/office/drawing/2014/main" id="{17A41E80-75CE-0325-E28E-8F983B4C321D}"/>
                </a:ext>
              </a:extLst>
            </p:cNvPr>
            <p:cNvSpPr/>
            <p:nvPr/>
          </p:nvSpPr>
          <p:spPr>
            <a:xfrm>
              <a:off x="649925" y="534625"/>
              <a:ext cx="255750" cy="25"/>
            </a:xfrm>
            <a:custGeom>
              <a:avLst/>
              <a:gdLst/>
              <a:ahLst/>
              <a:cxnLst/>
              <a:rect l="l" t="t" r="r" b="b"/>
              <a:pathLst>
                <a:path w="10230" h="1" fill="none" extrusionOk="0">
                  <a:moveTo>
                    <a:pt x="10229" y="1"/>
                  </a:moveTo>
                  <a:lnTo>
                    <a:pt x="0" y="1"/>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202;p12">
              <a:extLst>
                <a:ext uri="{FF2B5EF4-FFF2-40B4-BE49-F238E27FC236}">
                  <a16:creationId xmlns:a16="http://schemas.microsoft.com/office/drawing/2014/main" id="{7519633D-6CBC-75F0-C49F-EA01313405E8}"/>
                </a:ext>
              </a:extLst>
            </p:cNvPr>
            <p:cNvSpPr/>
            <p:nvPr/>
          </p:nvSpPr>
          <p:spPr>
            <a:xfrm>
              <a:off x="649925" y="479825"/>
              <a:ext cx="255750" cy="25"/>
            </a:xfrm>
            <a:custGeom>
              <a:avLst/>
              <a:gdLst/>
              <a:ahLst/>
              <a:cxnLst/>
              <a:rect l="l" t="t" r="r" b="b"/>
              <a:pathLst>
                <a:path w="10230" h="1" fill="none" extrusionOk="0">
                  <a:moveTo>
                    <a:pt x="10229" y="1"/>
                  </a:moveTo>
                  <a:lnTo>
                    <a:pt x="0" y="1"/>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203;p12">
              <a:extLst>
                <a:ext uri="{FF2B5EF4-FFF2-40B4-BE49-F238E27FC236}">
                  <a16:creationId xmlns:a16="http://schemas.microsoft.com/office/drawing/2014/main" id="{96496599-769E-7020-38CF-48B5756F31A7}"/>
                </a:ext>
              </a:extLst>
            </p:cNvPr>
            <p:cNvSpPr/>
            <p:nvPr/>
          </p:nvSpPr>
          <p:spPr>
            <a:xfrm>
              <a:off x="649925" y="424425"/>
              <a:ext cx="255750" cy="25"/>
            </a:xfrm>
            <a:custGeom>
              <a:avLst/>
              <a:gdLst/>
              <a:ahLst/>
              <a:cxnLst/>
              <a:rect l="l" t="t" r="r" b="b"/>
              <a:pathLst>
                <a:path w="10230" h="1" fill="none" extrusionOk="0">
                  <a:moveTo>
                    <a:pt x="10229" y="1"/>
                  </a:moveTo>
                  <a:lnTo>
                    <a:pt x="0" y="1"/>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204;p12">
              <a:extLst>
                <a:ext uri="{FF2B5EF4-FFF2-40B4-BE49-F238E27FC236}">
                  <a16:creationId xmlns:a16="http://schemas.microsoft.com/office/drawing/2014/main" id="{438ADDE0-F10B-6E67-2D38-3C496FC511D1}"/>
                </a:ext>
              </a:extLst>
            </p:cNvPr>
            <p:cNvSpPr/>
            <p:nvPr/>
          </p:nvSpPr>
          <p:spPr>
            <a:xfrm>
              <a:off x="879475" y="274025"/>
              <a:ext cx="45075" cy="45100"/>
            </a:xfrm>
            <a:custGeom>
              <a:avLst/>
              <a:gdLst/>
              <a:ahLst/>
              <a:cxnLst/>
              <a:rect l="l" t="t" r="r" b="b"/>
              <a:pathLst>
                <a:path w="1803" h="1804" fill="none" extrusionOk="0">
                  <a:moveTo>
                    <a:pt x="901" y="1803"/>
                  </a:moveTo>
                  <a:lnTo>
                    <a:pt x="901" y="1803"/>
                  </a:lnTo>
                  <a:lnTo>
                    <a:pt x="731" y="1779"/>
                  </a:lnTo>
                  <a:lnTo>
                    <a:pt x="560" y="1730"/>
                  </a:lnTo>
                  <a:lnTo>
                    <a:pt x="390" y="1657"/>
                  </a:lnTo>
                  <a:lnTo>
                    <a:pt x="268" y="1535"/>
                  </a:lnTo>
                  <a:lnTo>
                    <a:pt x="146" y="1414"/>
                  </a:lnTo>
                  <a:lnTo>
                    <a:pt x="73" y="1243"/>
                  </a:lnTo>
                  <a:lnTo>
                    <a:pt x="25" y="1073"/>
                  </a:lnTo>
                  <a:lnTo>
                    <a:pt x="0" y="902"/>
                  </a:lnTo>
                  <a:lnTo>
                    <a:pt x="0" y="902"/>
                  </a:lnTo>
                  <a:lnTo>
                    <a:pt x="25" y="732"/>
                  </a:lnTo>
                  <a:lnTo>
                    <a:pt x="73" y="561"/>
                  </a:lnTo>
                  <a:lnTo>
                    <a:pt x="146" y="391"/>
                  </a:lnTo>
                  <a:lnTo>
                    <a:pt x="268" y="269"/>
                  </a:lnTo>
                  <a:lnTo>
                    <a:pt x="390" y="147"/>
                  </a:lnTo>
                  <a:lnTo>
                    <a:pt x="560" y="74"/>
                  </a:lnTo>
                  <a:lnTo>
                    <a:pt x="731" y="25"/>
                  </a:lnTo>
                  <a:lnTo>
                    <a:pt x="901" y="1"/>
                  </a:lnTo>
                  <a:lnTo>
                    <a:pt x="901" y="1"/>
                  </a:lnTo>
                  <a:lnTo>
                    <a:pt x="1072" y="25"/>
                  </a:lnTo>
                  <a:lnTo>
                    <a:pt x="1242" y="74"/>
                  </a:lnTo>
                  <a:lnTo>
                    <a:pt x="1413" y="147"/>
                  </a:lnTo>
                  <a:lnTo>
                    <a:pt x="1535" y="269"/>
                  </a:lnTo>
                  <a:lnTo>
                    <a:pt x="1656" y="391"/>
                  </a:lnTo>
                  <a:lnTo>
                    <a:pt x="1729" y="561"/>
                  </a:lnTo>
                  <a:lnTo>
                    <a:pt x="1778" y="732"/>
                  </a:lnTo>
                  <a:lnTo>
                    <a:pt x="1802" y="902"/>
                  </a:lnTo>
                  <a:lnTo>
                    <a:pt x="1802" y="902"/>
                  </a:lnTo>
                  <a:lnTo>
                    <a:pt x="1778" y="1073"/>
                  </a:lnTo>
                  <a:lnTo>
                    <a:pt x="1729" y="1243"/>
                  </a:lnTo>
                  <a:lnTo>
                    <a:pt x="1656" y="1414"/>
                  </a:lnTo>
                  <a:lnTo>
                    <a:pt x="1535" y="1535"/>
                  </a:lnTo>
                  <a:lnTo>
                    <a:pt x="1413" y="1657"/>
                  </a:lnTo>
                  <a:lnTo>
                    <a:pt x="1242" y="1730"/>
                  </a:lnTo>
                  <a:lnTo>
                    <a:pt x="1072" y="1779"/>
                  </a:lnTo>
                  <a:lnTo>
                    <a:pt x="901" y="1803"/>
                  </a:lnTo>
                  <a:lnTo>
                    <a:pt x="901" y="1803"/>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205;p12">
              <a:extLst>
                <a:ext uri="{FF2B5EF4-FFF2-40B4-BE49-F238E27FC236}">
                  <a16:creationId xmlns:a16="http://schemas.microsoft.com/office/drawing/2014/main" id="{56A42FAD-130B-8F35-1592-7960FC89457A}"/>
                </a:ext>
              </a:extLst>
            </p:cNvPr>
            <p:cNvSpPr/>
            <p:nvPr/>
          </p:nvSpPr>
          <p:spPr>
            <a:xfrm>
              <a:off x="654800" y="244200"/>
              <a:ext cx="25" cy="51175"/>
            </a:xfrm>
            <a:custGeom>
              <a:avLst/>
              <a:gdLst/>
              <a:ahLst/>
              <a:cxnLst/>
              <a:rect l="l" t="t" r="r" b="b"/>
              <a:pathLst>
                <a:path w="1" h="2047" fill="none" extrusionOk="0">
                  <a:moveTo>
                    <a:pt x="0" y="1"/>
                  </a:moveTo>
                  <a:lnTo>
                    <a:pt x="0" y="2046"/>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 name="Google Shape;206;p12">
              <a:extLst>
                <a:ext uri="{FF2B5EF4-FFF2-40B4-BE49-F238E27FC236}">
                  <a16:creationId xmlns:a16="http://schemas.microsoft.com/office/drawing/2014/main" id="{ACD57EF8-2ED9-9F3B-AE70-EFD61646719E}"/>
                </a:ext>
              </a:extLst>
            </p:cNvPr>
            <p:cNvSpPr/>
            <p:nvPr/>
          </p:nvSpPr>
          <p:spPr>
            <a:xfrm>
              <a:off x="737600" y="244200"/>
              <a:ext cx="25" cy="51175"/>
            </a:xfrm>
            <a:custGeom>
              <a:avLst/>
              <a:gdLst/>
              <a:ahLst/>
              <a:cxnLst/>
              <a:rect l="l" t="t" r="r" b="b"/>
              <a:pathLst>
                <a:path w="1" h="2047" fill="none" extrusionOk="0">
                  <a:moveTo>
                    <a:pt x="1" y="1"/>
                  </a:moveTo>
                  <a:lnTo>
                    <a:pt x="1" y="2046"/>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 name="Google Shape;207;p12">
              <a:extLst>
                <a:ext uri="{FF2B5EF4-FFF2-40B4-BE49-F238E27FC236}">
                  <a16:creationId xmlns:a16="http://schemas.microsoft.com/office/drawing/2014/main" id="{11B97E18-3F65-CE18-7452-2DED1C1CC314}"/>
                </a:ext>
              </a:extLst>
            </p:cNvPr>
            <p:cNvSpPr/>
            <p:nvPr/>
          </p:nvSpPr>
          <p:spPr>
            <a:xfrm>
              <a:off x="820400" y="244200"/>
              <a:ext cx="25" cy="51175"/>
            </a:xfrm>
            <a:custGeom>
              <a:avLst/>
              <a:gdLst/>
              <a:ahLst/>
              <a:cxnLst/>
              <a:rect l="l" t="t" r="r" b="b"/>
              <a:pathLst>
                <a:path w="1" h="2047" fill="none" extrusionOk="0">
                  <a:moveTo>
                    <a:pt x="1" y="1"/>
                  </a:moveTo>
                  <a:lnTo>
                    <a:pt x="1" y="2046"/>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208;p12">
              <a:extLst>
                <a:ext uri="{FF2B5EF4-FFF2-40B4-BE49-F238E27FC236}">
                  <a16:creationId xmlns:a16="http://schemas.microsoft.com/office/drawing/2014/main" id="{D5A41D17-F376-E92C-D7A4-616A153EA05A}"/>
                </a:ext>
              </a:extLst>
            </p:cNvPr>
            <p:cNvSpPr/>
            <p:nvPr/>
          </p:nvSpPr>
          <p:spPr>
            <a:xfrm>
              <a:off x="903225" y="244200"/>
              <a:ext cx="25" cy="51175"/>
            </a:xfrm>
            <a:custGeom>
              <a:avLst/>
              <a:gdLst/>
              <a:ahLst/>
              <a:cxnLst/>
              <a:rect l="l" t="t" r="r" b="b"/>
              <a:pathLst>
                <a:path w="1" h="2047" fill="none" extrusionOk="0">
                  <a:moveTo>
                    <a:pt x="0" y="1"/>
                  </a:moveTo>
                  <a:lnTo>
                    <a:pt x="0" y="2046"/>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4130026413"/>
      </p:ext>
    </p:extLst>
  </p:cSld>
  <p:clrMapOvr>
    <a:masterClrMapping/>
  </p:clrMapOvr>
  <p:transition>
    <p:fade thruBlk="1"/>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A8D73E-0905-791F-2AD1-737C88D11B9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123E2E9-8662-0EF8-A5E9-0FF896599142}"/>
              </a:ext>
            </a:extLst>
          </p:cNvPr>
          <p:cNvSpPr>
            <a:spLocks noGrp="1"/>
          </p:cNvSpPr>
          <p:nvPr>
            <p:ph type="title"/>
          </p:nvPr>
        </p:nvSpPr>
        <p:spPr/>
        <p:txBody>
          <a:bodyPr/>
          <a:lstStyle/>
          <a:p>
            <a:r>
              <a:rPr lang="en-PH" dirty="0"/>
              <a:t>Pretest : Introductory Concepts to Programming </a:t>
            </a:r>
          </a:p>
        </p:txBody>
      </p:sp>
      <p:sp>
        <p:nvSpPr>
          <p:cNvPr id="3" name="Text Placeholder 2">
            <a:extLst>
              <a:ext uri="{FF2B5EF4-FFF2-40B4-BE49-F238E27FC236}">
                <a16:creationId xmlns:a16="http://schemas.microsoft.com/office/drawing/2014/main" id="{DCDCB60B-0DF6-EF44-2F0B-DCF3879A1AC8}"/>
              </a:ext>
            </a:extLst>
          </p:cNvPr>
          <p:cNvSpPr>
            <a:spLocks noGrp="1"/>
          </p:cNvSpPr>
          <p:nvPr>
            <p:ph type="body" idx="1"/>
          </p:nvPr>
        </p:nvSpPr>
        <p:spPr>
          <a:xfrm>
            <a:off x="140125" y="1308259"/>
            <a:ext cx="8463308" cy="2724300"/>
          </a:xfrm>
        </p:spPr>
        <p:txBody>
          <a:bodyPr/>
          <a:lstStyle/>
          <a:p>
            <a:r>
              <a:rPr lang="en-PH" sz="2400" b="1" dirty="0">
                <a:latin typeface="Roboto Condensed" panose="02000000000000000000" pitchFamily="2" charset="0"/>
                <a:ea typeface="Roboto Condensed" panose="02000000000000000000" pitchFamily="2" charset="0"/>
                <a:cs typeface="Roboto Condensed" panose="02000000000000000000" pitchFamily="2" charset="0"/>
              </a:rPr>
              <a:t>3. Problem Definition</a:t>
            </a:r>
            <a:r>
              <a:rPr lang="en-PH" sz="2400" dirty="0">
                <a:latin typeface="Roboto Condensed" panose="02000000000000000000" pitchFamily="2" charset="0"/>
                <a:ea typeface="Roboto Condensed" panose="02000000000000000000" pitchFamily="2" charset="0"/>
                <a:cs typeface="Roboto Condensed" panose="02000000000000000000" pitchFamily="2" charset="0"/>
              </a:rPr>
              <a:t> What is the primary risk of skipping the "Problem Definition" phase when developing a program? </a:t>
            </a:r>
          </a:p>
          <a:p>
            <a:r>
              <a:rPr lang="en-PH" sz="2400" dirty="0">
                <a:latin typeface="Roboto Condensed" panose="02000000000000000000" pitchFamily="2" charset="0"/>
                <a:ea typeface="Roboto Condensed" panose="02000000000000000000" pitchFamily="2" charset="0"/>
                <a:cs typeface="Roboto Condensed" panose="02000000000000000000" pitchFamily="2" charset="0"/>
              </a:rPr>
              <a:t>a) The code will run too slowly. </a:t>
            </a:r>
          </a:p>
          <a:p>
            <a:r>
              <a:rPr lang="en-PH" sz="2400" dirty="0">
                <a:latin typeface="Roboto Condensed" panose="02000000000000000000" pitchFamily="2" charset="0"/>
                <a:ea typeface="Roboto Condensed" panose="02000000000000000000" pitchFamily="2" charset="0"/>
                <a:cs typeface="Roboto Condensed" panose="02000000000000000000" pitchFamily="2" charset="0"/>
              </a:rPr>
              <a:t>b) You risk building a brilliant solution to the wrong problem. </a:t>
            </a:r>
          </a:p>
          <a:p>
            <a:r>
              <a:rPr lang="en-PH" sz="2400" dirty="0">
                <a:latin typeface="Roboto Condensed" panose="02000000000000000000" pitchFamily="2" charset="0"/>
                <a:ea typeface="Roboto Condensed" panose="02000000000000000000" pitchFamily="2" charset="0"/>
                <a:cs typeface="Roboto Condensed" panose="02000000000000000000" pitchFamily="2" charset="0"/>
              </a:rPr>
              <a:t>c) The computer will run out of RAM. </a:t>
            </a:r>
          </a:p>
          <a:p>
            <a:r>
              <a:rPr lang="en-PH" sz="2400" dirty="0">
                <a:latin typeface="Roboto Condensed" panose="02000000000000000000" pitchFamily="2" charset="0"/>
                <a:ea typeface="Roboto Condensed" panose="02000000000000000000" pitchFamily="2" charset="0"/>
                <a:cs typeface="Roboto Condensed" panose="02000000000000000000" pitchFamily="2" charset="0"/>
              </a:rPr>
              <a:t>d) The flowchart will have crossed lines.</a:t>
            </a:r>
            <a:endParaRPr lang="en-PH" sz="2200" dirty="0">
              <a:latin typeface="Roboto Condensed" panose="02000000000000000000" pitchFamily="2" charset="0"/>
              <a:ea typeface="Roboto Condensed" panose="02000000000000000000" pitchFamily="2" charset="0"/>
              <a:cs typeface="Roboto Condensed" panose="02000000000000000000" pitchFamily="2" charset="0"/>
            </a:endParaRPr>
          </a:p>
        </p:txBody>
      </p:sp>
      <p:sp>
        <p:nvSpPr>
          <p:cNvPr id="5" name="Slide Number Placeholder 4">
            <a:extLst>
              <a:ext uri="{FF2B5EF4-FFF2-40B4-BE49-F238E27FC236}">
                <a16:creationId xmlns:a16="http://schemas.microsoft.com/office/drawing/2014/main" id="{7A35E6F4-D60A-71FD-52B5-7DE7135D81EC}"/>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GB" smtClean="0"/>
              <a:t>5</a:t>
            </a:fld>
            <a:endParaRPr lang="en-GB"/>
          </a:p>
        </p:txBody>
      </p:sp>
      <p:grpSp>
        <p:nvGrpSpPr>
          <p:cNvPr id="6" name="Google Shape;194;p12">
            <a:extLst>
              <a:ext uri="{FF2B5EF4-FFF2-40B4-BE49-F238E27FC236}">
                <a16:creationId xmlns:a16="http://schemas.microsoft.com/office/drawing/2014/main" id="{CF356D8C-3646-7C61-C414-9303DC088AE3}"/>
              </a:ext>
            </a:extLst>
          </p:cNvPr>
          <p:cNvGrpSpPr/>
          <p:nvPr/>
        </p:nvGrpSpPr>
        <p:grpSpPr>
          <a:xfrm>
            <a:off x="293683" y="574116"/>
            <a:ext cx="309041" cy="403123"/>
            <a:chOff x="590250" y="244200"/>
            <a:chExt cx="407975" cy="532175"/>
          </a:xfrm>
        </p:grpSpPr>
        <p:sp>
          <p:nvSpPr>
            <p:cNvPr id="7" name="Google Shape;195;p12">
              <a:extLst>
                <a:ext uri="{FF2B5EF4-FFF2-40B4-BE49-F238E27FC236}">
                  <a16:creationId xmlns:a16="http://schemas.microsoft.com/office/drawing/2014/main" id="{5AF0A1D4-0852-9ACA-CE02-9D8BC81311C4}"/>
                </a:ext>
              </a:extLst>
            </p:cNvPr>
            <p:cNvSpPr/>
            <p:nvPr/>
          </p:nvSpPr>
          <p:spPr>
            <a:xfrm>
              <a:off x="623125" y="313625"/>
              <a:ext cx="375100" cy="462750"/>
            </a:xfrm>
            <a:custGeom>
              <a:avLst/>
              <a:gdLst/>
              <a:ahLst/>
              <a:cxnLst/>
              <a:rect l="l" t="t" r="r" b="b"/>
              <a:pathLst>
                <a:path w="15004" h="18510" fill="none" extrusionOk="0">
                  <a:moveTo>
                    <a:pt x="1" y="17536"/>
                  </a:moveTo>
                  <a:lnTo>
                    <a:pt x="1" y="17536"/>
                  </a:lnTo>
                  <a:lnTo>
                    <a:pt x="1" y="17536"/>
                  </a:lnTo>
                  <a:lnTo>
                    <a:pt x="25" y="17682"/>
                  </a:lnTo>
                  <a:lnTo>
                    <a:pt x="49" y="17852"/>
                  </a:lnTo>
                  <a:lnTo>
                    <a:pt x="123" y="18023"/>
                  </a:lnTo>
                  <a:lnTo>
                    <a:pt x="220" y="18193"/>
                  </a:lnTo>
                  <a:lnTo>
                    <a:pt x="293" y="18291"/>
                  </a:lnTo>
                  <a:lnTo>
                    <a:pt x="390" y="18364"/>
                  </a:lnTo>
                  <a:lnTo>
                    <a:pt x="488" y="18412"/>
                  </a:lnTo>
                  <a:lnTo>
                    <a:pt x="610" y="18461"/>
                  </a:lnTo>
                  <a:lnTo>
                    <a:pt x="756" y="18510"/>
                  </a:lnTo>
                  <a:lnTo>
                    <a:pt x="926" y="18510"/>
                  </a:lnTo>
                  <a:lnTo>
                    <a:pt x="14468" y="18510"/>
                  </a:lnTo>
                  <a:lnTo>
                    <a:pt x="14468" y="18510"/>
                  </a:lnTo>
                  <a:lnTo>
                    <a:pt x="14541" y="18510"/>
                  </a:lnTo>
                  <a:lnTo>
                    <a:pt x="14614" y="18485"/>
                  </a:lnTo>
                  <a:lnTo>
                    <a:pt x="14736" y="18412"/>
                  </a:lnTo>
                  <a:lnTo>
                    <a:pt x="14833" y="18291"/>
                  </a:lnTo>
                  <a:lnTo>
                    <a:pt x="14906" y="18144"/>
                  </a:lnTo>
                  <a:lnTo>
                    <a:pt x="14955" y="17974"/>
                  </a:lnTo>
                  <a:lnTo>
                    <a:pt x="14979" y="17779"/>
                  </a:lnTo>
                  <a:lnTo>
                    <a:pt x="15003" y="17438"/>
                  </a:lnTo>
                  <a:lnTo>
                    <a:pt x="15003" y="487"/>
                  </a:lnTo>
                  <a:lnTo>
                    <a:pt x="15003" y="487"/>
                  </a:lnTo>
                  <a:lnTo>
                    <a:pt x="15003" y="341"/>
                  </a:lnTo>
                  <a:lnTo>
                    <a:pt x="14979" y="219"/>
                  </a:lnTo>
                  <a:lnTo>
                    <a:pt x="14955" y="146"/>
                  </a:lnTo>
                  <a:lnTo>
                    <a:pt x="14906" y="73"/>
                  </a:lnTo>
                  <a:lnTo>
                    <a:pt x="14833" y="49"/>
                  </a:lnTo>
                  <a:lnTo>
                    <a:pt x="14736" y="24"/>
                  </a:lnTo>
                  <a:lnTo>
                    <a:pt x="14468" y="0"/>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 name="Google Shape;196;p12">
              <a:extLst>
                <a:ext uri="{FF2B5EF4-FFF2-40B4-BE49-F238E27FC236}">
                  <a16:creationId xmlns:a16="http://schemas.microsoft.com/office/drawing/2014/main" id="{F8D034BB-FCE9-51E4-ED1B-325F0E356484}"/>
                </a:ext>
              </a:extLst>
            </p:cNvPr>
            <p:cNvSpPr/>
            <p:nvPr/>
          </p:nvSpPr>
          <p:spPr>
            <a:xfrm>
              <a:off x="590250" y="269775"/>
              <a:ext cx="377525" cy="462775"/>
            </a:xfrm>
            <a:custGeom>
              <a:avLst/>
              <a:gdLst/>
              <a:ahLst/>
              <a:cxnLst/>
              <a:rect l="l" t="t" r="r" b="b"/>
              <a:pathLst>
                <a:path w="15101" h="18511" fill="none" extrusionOk="0">
                  <a:moveTo>
                    <a:pt x="14321" y="0"/>
                  </a:moveTo>
                  <a:lnTo>
                    <a:pt x="780" y="0"/>
                  </a:lnTo>
                  <a:lnTo>
                    <a:pt x="780" y="0"/>
                  </a:lnTo>
                  <a:lnTo>
                    <a:pt x="634" y="25"/>
                  </a:lnTo>
                  <a:lnTo>
                    <a:pt x="488" y="74"/>
                  </a:lnTo>
                  <a:lnTo>
                    <a:pt x="342" y="122"/>
                  </a:lnTo>
                  <a:lnTo>
                    <a:pt x="220" y="220"/>
                  </a:lnTo>
                  <a:lnTo>
                    <a:pt x="122" y="341"/>
                  </a:lnTo>
                  <a:lnTo>
                    <a:pt x="74" y="488"/>
                  </a:lnTo>
                  <a:lnTo>
                    <a:pt x="25" y="634"/>
                  </a:lnTo>
                  <a:lnTo>
                    <a:pt x="1" y="780"/>
                  </a:lnTo>
                  <a:lnTo>
                    <a:pt x="1" y="17731"/>
                  </a:lnTo>
                  <a:lnTo>
                    <a:pt x="1" y="17731"/>
                  </a:lnTo>
                  <a:lnTo>
                    <a:pt x="25" y="17877"/>
                  </a:lnTo>
                  <a:lnTo>
                    <a:pt x="74" y="18023"/>
                  </a:lnTo>
                  <a:lnTo>
                    <a:pt x="122" y="18169"/>
                  </a:lnTo>
                  <a:lnTo>
                    <a:pt x="220" y="18291"/>
                  </a:lnTo>
                  <a:lnTo>
                    <a:pt x="342" y="18388"/>
                  </a:lnTo>
                  <a:lnTo>
                    <a:pt x="488" y="18437"/>
                  </a:lnTo>
                  <a:lnTo>
                    <a:pt x="634" y="18486"/>
                  </a:lnTo>
                  <a:lnTo>
                    <a:pt x="780" y="18510"/>
                  </a:lnTo>
                  <a:lnTo>
                    <a:pt x="14321" y="18510"/>
                  </a:lnTo>
                  <a:lnTo>
                    <a:pt x="14321" y="18510"/>
                  </a:lnTo>
                  <a:lnTo>
                    <a:pt x="14467" y="18486"/>
                  </a:lnTo>
                  <a:lnTo>
                    <a:pt x="14614" y="18437"/>
                  </a:lnTo>
                  <a:lnTo>
                    <a:pt x="14760" y="18388"/>
                  </a:lnTo>
                  <a:lnTo>
                    <a:pt x="14881" y="18291"/>
                  </a:lnTo>
                  <a:lnTo>
                    <a:pt x="14979" y="18169"/>
                  </a:lnTo>
                  <a:lnTo>
                    <a:pt x="15028" y="18023"/>
                  </a:lnTo>
                  <a:lnTo>
                    <a:pt x="15076" y="17877"/>
                  </a:lnTo>
                  <a:lnTo>
                    <a:pt x="15101" y="17731"/>
                  </a:lnTo>
                  <a:lnTo>
                    <a:pt x="15101" y="780"/>
                  </a:lnTo>
                  <a:lnTo>
                    <a:pt x="15101" y="780"/>
                  </a:lnTo>
                  <a:lnTo>
                    <a:pt x="15076" y="634"/>
                  </a:lnTo>
                  <a:lnTo>
                    <a:pt x="15028" y="488"/>
                  </a:lnTo>
                  <a:lnTo>
                    <a:pt x="14979" y="341"/>
                  </a:lnTo>
                  <a:lnTo>
                    <a:pt x="14881" y="220"/>
                  </a:lnTo>
                  <a:lnTo>
                    <a:pt x="14760" y="122"/>
                  </a:lnTo>
                  <a:lnTo>
                    <a:pt x="14614" y="74"/>
                  </a:lnTo>
                  <a:lnTo>
                    <a:pt x="14467" y="25"/>
                  </a:lnTo>
                  <a:lnTo>
                    <a:pt x="14321" y="0"/>
                  </a:lnTo>
                  <a:lnTo>
                    <a:pt x="14321" y="0"/>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 name="Google Shape;197;p12">
              <a:extLst>
                <a:ext uri="{FF2B5EF4-FFF2-40B4-BE49-F238E27FC236}">
                  <a16:creationId xmlns:a16="http://schemas.microsoft.com/office/drawing/2014/main" id="{CCB191CD-DBD7-64CA-A44F-45417A940108}"/>
                </a:ext>
              </a:extLst>
            </p:cNvPr>
            <p:cNvSpPr/>
            <p:nvPr/>
          </p:nvSpPr>
          <p:spPr>
            <a:xfrm>
              <a:off x="796650" y="274025"/>
              <a:ext cx="45100" cy="45100"/>
            </a:xfrm>
            <a:custGeom>
              <a:avLst/>
              <a:gdLst/>
              <a:ahLst/>
              <a:cxnLst/>
              <a:rect l="l" t="t" r="r" b="b"/>
              <a:pathLst>
                <a:path w="1804" h="1804" fill="none" extrusionOk="0">
                  <a:moveTo>
                    <a:pt x="902" y="1"/>
                  </a:moveTo>
                  <a:lnTo>
                    <a:pt x="902" y="1"/>
                  </a:lnTo>
                  <a:lnTo>
                    <a:pt x="1073" y="25"/>
                  </a:lnTo>
                  <a:lnTo>
                    <a:pt x="1243" y="74"/>
                  </a:lnTo>
                  <a:lnTo>
                    <a:pt x="1414" y="147"/>
                  </a:lnTo>
                  <a:lnTo>
                    <a:pt x="1535" y="269"/>
                  </a:lnTo>
                  <a:lnTo>
                    <a:pt x="1657" y="391"/>
                  </a:lnTo>
                  <a:lnTo>
                    <a:pt x="1730" y="561"/>
                  </a:lnTo>
                  <a:lnTo>
                    <a:pt x="1779" y="732"/>
                  </a:lnTo>
                  <a:lnTo>
                    <a:pt x="1803" y="902"/>
                  </a:lnTo>
                  <a:lnTo>
                    <a:pt x="1803" y="902"/>
                  </a:lnTo>
                  <a:lnTo>
                    <a:pt x="1779" y="1073"/>
                  </a:lnTo>
                  <a:lnTo>
                    <a:pt x="1730" y="1243"/>
                  </a:lnTo>
                  <a:lnTo>
                    <a:pt x="1657" y="1414"/>
                  </a:lnTo>
                  <a:lnTo>
                    <a:pt x="1535" y="1535"/>
                  </a:lnTo>
                  <a:lnTo>
                    <a:pt x="1414" y="1657"/>
                  </a:lnTo>
                  <a:lnTo>
                    <a:pt x="1243" y="1730"/>
                  </a:lnTo>
                  <a:lnTo>
                    <a:pt x="1073" y="1779"/>
                  </a:lnTo>
                  <a:lnTo>
                    <a:pt x="902" y="1803"/>
                  </a:lnTo>
                  <a:lnTo>
                    <a:pt x="902" y="1803"/>
                  </a:lnTo>
                  <a:lnTo>
                    <a:pt x="732" y="1779"/>
                  </a:lnTo>
                  <a:lnTo>
                    <a:pt x="561" y="1730"/>
                  </a:lnTo>
                  <a:lnTo>
                    <a:pt x="391" y="1657"/>
                  </a:lnTo>
                  <a:lnTo>
                    <a:pt x="269" y="1535"/>
                  </a:lnTo>
                  <a:lnTo>
                    <a:pt x="147" y="1414"/>
                  </a:lnTo>
                  <a:lnTo>
                    <a:pt x="74" y="1243"/>
                  </a:lnTo>
                  <a:lnTo>
                    <a:pt x="25" y="1073"/>
                  </a:lnTo>
                  <a:lnTo>
                    <a:pt x="1" y="902"/>
                  </a:lnTo>
                  <a:lnTo>
                    <a:pt x="1" y="902"/>
                  </a:lnTo>
                  <a:lnTo>
                    <a:pt x="25" y="732"/>
                  </a:lnTo>
                  <a:lnTo>
                    <a:pt x="74" y="561"/>
                  </a:lnTo>
                  <a:lnTo>
                    <a:pt x="147" y="391"/>
                  </a:lnTo>
                  <a:lnTo>
                    <a:pt x="269" y="269"/>
                  </a:lnTo>
                  <a:lnTo>
                    <a:pt x="391" y="147"/>
                  </a:lnTo>
                  <a:lnTo>
                    <a:pt x="561" y="74"/>
                  </a:lnTo>
                  <a:lnTo>
                    <a:pt x="732" y="25"/>
                  </a:lnTo>
                  <a:lnTo>
                    <a:pt x="902" y="1"/>
                  </a:lnTo>
                  <a:lnTo>
                    <a:pt x="902" y="1"/>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 name="Google Shape;198;p12">
              <a:extLst>
                <a:ext uri="{FF2B5EF4-FFF2-40B4-BE49-F238E27FC236}">
                  <a16:creationId xmlns:a16="http://schemas.microsoft.com/office/drawing/2014/main" id="{FDFE37D1-62BF-726A-F1D4-44F10F96F3A8}"/>
                </a:ext>
              </a:extLst>
            </p:cNvPr>
            <p:cNvSpPr/>
            <p:nvPr/>
          </p:nvSpPr>
          <p:spPr>
            <a:xfrm>
              <a:off x="713850" y="274025"/>
              <a:ext cx="45075" cy="45100"/>
            </a:xfrm>
            <a:custGeom>
              <a:avLst/>
              <a:gdLst/>
              <a:ahLst/>
              <a:cxnLst/>
              <a:rect l="l" t="t" r="r" b="b"/>
              <a:pathLst>
                <a:path w="1803" h="1804" fill="none" extrusionOk="0">
                  <a:moveTo>
                    <a:pt x="902" y="1"/>
                  </a:moveTo>
                  <a:lnTo>
                    <a:pt x="902" y="1"/>
                  </a:lnTo>
                  <a:lnTo>
                    <a:pt x="1072" y="25"/>
                  </a:lnTo>
                  <a:lnTo>
                    <a:pt x="1243" y="74"/>
                  </a:lnTo>
                  <a:lnTo>
                    <a:pt x="1413" y="147"/>
                  </a:lnTo>
                  <a:lnTo>
                    <a:pt x="1535" y="269"/>
                  </a:lnTo>
                  <a:lnTo>
                    <a:pt x="1657" y="391"/>
                  </a:lnTo>
                  <a:lnTo>
                    <a:pt x="1730" y="561"/>
                  </a:lnTo>
                  <a:lnTo>
                    <a:pt x="1779" y="732"/>
                  </a:lnTo>
                  <a:lnTo>
                    <a:pt x="1803" y="902"/>
                  </a:lnTo>
                  <a:lnTo>
                    <a:pt x="1803" y="902"/>
                  </a:lnTo>
                  <a:lnTo>
                    <a:pt x="1779" y="1073"/>
                  </a:lnTo>
                  <a:lnTo>
                    <a:pt x="1730" y="1243"/>
                  </a:lnTo>
                  <a:lnTo>
                    <a:pt x="1657" y="1414"/>
                  </a:lnTo>
                  <a:lnTo>
                    <a:pt x="1535" y="1535"/>
                  </a:lnTo>
                  <a:lnTo>
                    <a:pt x="1413" y="1657"/>
                  </a:lnTo>
                  <a:lnTo>
                    <a:pt x="1243" y="1730"/>
                  </a:lnTo>
                  <a:lnTo>
                    <a:pt x="1072" y="1779"/>
                  </a:lnTo>
                  <a:lnTo>
                    <a:pt x="902" y="1803"/>
                  </a:lnTo>
                  <a:lnTo>
                    <a:pt x="902" y="1803"/>
                  </a:lnTo>
                  <a:lnTo>
                    <a:pt x="731" y="1779"/>
                  </a:lnTo>
                  <a:lnTo>
                    <a:pt x="561" y="1730"/>
                  </a:lnTo>
                  <a:lnTo>
                    <a:pt x="390" y="1657"/>
                  </a:lnTo>
                  <a:lnTo>
                    <a:pt x="269" y="1535"/>
                  </a:lnTo>
                  <a:lnTo>
                    <a:pt x="147" y="1414"/>
                  </a:lnTo>
                  <a:lnTo>
                    <a:pt x="74" y="1243"/>
                  </a:lnTo>
                  <a:lnTo>
                    <a:pt x="25" y="1073"/>
                  </a:lnTo>
                  <a:lnTo>
                    <a:pt x="1" y="902"/>
                  </a:lnTo>
                  <a:lnTo>
                    <a:pt x="1" y="902"/>
                  </a:lnTo>
                  <a:lnTo>
                    <a:pt x="25" y="732"/>
                  </a:lnTo>
                  <a:lnTo>
                    <a:pt x="74" y="561"/>
                  </a:lnTo>
                  <a:lnTo>
                    <a:pt x="147" y="391"/>
                  </a:lnTo>
                  <a:lnTo>
                    <a:pt x="269" y="269"/>
                  </a:lnTo>
                  <a:lnTo>
                    <a:pt x="390" y="147"/>
                  </a:lnTo>
                  <a:lnTo>
                    <a:pt x="561" y="74"/>
                  </a:lnTo>
                  <a:lnTo>
                    <a:pt x="731" y="25"/>
                  </a:lnTo>
                  <a:lnTo>
                    <a:pt x="902" y="1"/>
                  </a:lnTo>
                  <a:lnTo>
                    <a:pt x="902" y="1"/>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Google Shape;199;p12">
              <a:extLst>
                <a:ext uri="{FF2B5EF4-FFF2-40B4-BE49-F238E27FC236}">
                  <a16:creationId xmlns:a16="http://schemas.microsoft.com/office/drawing/2014/main" id="{1F23C3A9-37FD-EB38-42ED-6A4DE8A9259A}"/>
                </a:ext>
              </a:extLst>
            </p:cNvPr>
            <p:cNvSpPr/>
            <p:nvPr/>
          </p:nvSpPr>
          <p:spPr>
            <a:xfrm>
              <a:off x="631050" y="274025"/>
              <a:ext cx="45075" cy="45100"/>
            </a:xfrm>
            <a:custGeom>
              <a:avLst/>
              <a:gdLst/>
              <a:ahLst/>
              <a:cxnLst/>
              <a:rect l="l" t="t" r="r" b="b"/>
              <a:pathLst>
                <a:path w="1803" h="1804" fill="none" extrusionOk="0">
                  <a:moveTo>
                    <a:pt x="0" y="902"/>
                  </a:moveTo>
                  <a:lnTo>
                    <a:pt x="0" y="902"/>
                  </a:lnTo>
                  <a:lnTo>
                    <a:pt x="25" y="732"/>
                  </a:lnTo>
                  <a:lnTo>
                    <a:pt x="73" y="561"/>
                  </a:lnTo>
                  <a:lnTo>
                    <a:pt x="147" y="391"/>
                  </a:lnTo>
                  <a:lnTo>
                    <a:pt x="268" y="269"/>
                  </a:lnTo>
                  <a:lnTo>
                    <a:pt x="390" y="147"/>
                  </a:lnTo>
                  <a:lnTo>
                    <a:pt x="561" y="74"/>
                  </a:lnTo>
                  <a:lnTo>
                    <a:pt x="731" y="25"/>
                  </a:lnTo>
                  <a:lnTo>
                    <a:pt x="902" y="1"/>
                  </a:lnTo>
                  <a:lnTo>
                    <a:pt x="902" y="1"/>
                  </a:lnTo>
                  <a:lnTo>
                    <a:pt x="1072" y="25"/>
                  </a:lnTo>
                  <a:lnTo>
                    <a:pt x="1243" y="74"/>
                  </a:lnTo>
                  <a:lnTo>
                    <a:pt x="1413" y="147"/>
                  </a:lnTo>
                  <a:lnTo>
                    <a:pt x="1535" y="269"/>
                  </a:lnTo>
                  <a:lnTo>
                    <a:pt x="1657" y="391"/>
                  </a:lnTo>
                  <a:lnTo>
                    <a:pt x="1730" y="561"/>
                  </a:lnTo>
                  <a:lnTo>
                    <a:pt x="1778" y="732"/>
                  </a:lnTo>
                  <a:lnTo>
                    <a:pt x="1803" y="902"/>
                  </a:lnTo>
                  <a:lnTo>
                    <a:pt x="1803" y="902"/>
                  </a:lnTo>
                  <a:lnTo>
                    <a:pt x="1778" y="1073"/>
                  </a:lnTo>
                  <a:lnTo>
                    <a:pt x="1730" y="1243"/>
                  </a:lnTo>
                  <a:lnTo>
                    <a:pt x="1657" y="1414"/>
                  </a:lnTo>
                  <a:lnTo>
                    <a:pt x="1535" y="1535"/>
                  </a:lnTo>
                  <a:lnTo>
                    <a:pt x="1413" y="1657"/>
                  </a:lnTo>
                  <a:lnTo>
                    <a:pt x="1243" y="1730"/>
                  </a:lnTo>
                  <a:lnTo>
                    <a:pt x="1072" y="1779"/>
                  </a:lnTo>
                  <a:lnTo>
                    <a:pt x="902" y="1803"/>
                  </a:lnTo>
                  <a:lnTo>
                    <a:pt x="902" y="1803"/>
                  </a:lnTo>
                  <a:lnTo>
                    <a:pt x="731" y="1779"/>
                  </a:lnTo>
                  <a:lnTo>
                    <a:pt x="561" y="1730"/>
                  </a:lnTo>
                  <a:lnTo>
                    <a:pt x="390" y="1657"/>
                  </a:lnTo>
                  <a:lnTo>
                    <a:pt x="268" y="1535"/>
                  </a:lnTo>
                  <a:lnTo>
                    <a:pt x="147" y="1414"/>
                  </a:lnTo>
                  <a:lnTo>
                    <a:pt x="73" y="1243"/>
                  </a:lnTo>
                  <a:lnTo>
                    <a:pt x="25" y="1073"/>
                  </a:lnTo>
                  <a:lnTo>
                    <a:pt x="0" y="902"/>
                  </a:lnTo>
                  <a:lnTo>
                    <a:pt x="0" y="902"/>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200;p12">
              <a:extLst>
                <a:ext uri="{FF2B5EF4-FFF2-40B4-BE49-F238E27FC236}">
                  <a16:creationId xmlns:a16="http://schemas.microsoft.com/office/drawing/2014/main" id="{D692F727-9A90-65F9-7882-8076AB49521E}"/>
                </a:ext>
              </a:extLst>
            </p:cNvPr>
            <p:cNvSpPr/>
            <p:nvPr/>
          </p:nvSpPr>
          <p:spPr>
            <a:xfrm>
              <a:off x="649925" y="590050"/>
              <a:ext cx="133975" cy="25"/>
            </a:xfrm>
            <a:custGeom>
              <a:avLst/>
              <a:gdLst/>
              <a:ahLst/>
              <a:cxnLst/>
              <a:rect l="l" t="t" r="r" b="b"/>
              <a:pathLst>
                <a:path w="5359" h="1" fill="none" extrusionOk="0">
                  <a:moveTo>
                    <a:pt x="5358" y="0"/>
                  </a:moveTo>
                  <a:lnTo>
                    <a:pt x="0" y="0"/>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201;p12">
              <a:extLst>
                <a:ext uri="{FF2B5EF4-FFF2-40B4-BE49-F238E27FC236}">
                  <a16:creationId xmlns:a16="http://schemas.microsoft.com/office/drawing/2014/main" id="{62352338-B3CD-5299-A7EA-A2E7171C7E6A}"/>
                </a:ext>
              </a:extLst>
            </p:cNvPr>
            <p:cNvSpPr/>
            <p:nvPr/>
          </p:nvSpPr>
          <p:spPr>
            <a:xfrm>
              <a:off x="649925" y="534625"/>
              <a:ext cx="255750" cy="25"/>
            </a:xfrm>
            <a:custGeom>
              <a:avLst/>
              <a:gdLst/>
              <a:ahLst/>
              <a:cxnLst/>
              <a:rect l="l" t="t" r="r" b="b"/>
              <a:pathLst>
                <a:path w="10230" h="1" fill="none" extrusionOk="0">
                  <a:moveTo>
                    <a:pt x="10229" y="1"/>
                  </a:moveTo>
                  <a:lnTo>
                    <a:pt x="0" y="1"/>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202;p12">
              <a:extLst>
                <a:ext uri="{FF2B5EF4-FFF2-40B4-BE49-F238E27FC236}">
                  <a16:creationId xmlns:a16="http://schemas.microsoft.com/office/drawing/2014/main" id="{A10F47FB-0CD3-C426-98CF-24235F88C6F5}"/>
                </a:ext>
              </a:extLst>
            </p:cNvPr>
            <p:cNvSpPr/>
            <p:nvPr/>
          </p:nvSpPr>
          <p:spPr>
            <a:xfrm>
              <a:off x="649925" y="479825"/>
              <a:ext cx="255750" cy="25"/>
            </a:xfrm>
            <a:custGeom>
              <a:avLst/>
              <a:gdLst/>
              <a:ahLst/>
              <a:cxnLst/>
              <a:rect l="l" t="t" r="r" b="b"/>
              <a:pathLst>
                <a:path w="10230" h="1" fill="none" extrusionOk="0">
                  <a:moveTo>
                    <a:pt x="10229" y="1"/>
                  </a:moveTo>
                  <a:lnTo>
                    <a:pt x="0" y="1"/>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203;p12">
              <a:extLst>
                <a:ext uri="{FF2B5EF4-FFF2-40B4-BE49-F238E27FC236}">
                  <a16:creationId xmlns:a16="http://schemas.microsoft.com/office/drawing/2014/main" id="{355F2BFC-8FCD-BFA6-73B4-D4544A6DC54A}"/>
                </a:ext>
              </a:extLst>
            </p:cNvPr>
            <p:cNvSpPr/>
            <p:nvPr/>
          </p:nvSpPr>
          <p:spPr>
            <a:xfrm>
              <a:off x="649925" y="424425"/>
              <a:ext cx="255750" cy="25"/>
            </a:xfrm>
            <a:custGeom>
              <a:avLst/>
              <a:gdLst/>
              <a:ahLst/>
              <a:cxnLst/>
              <a:rect l="l" t="t" r="r" b="b"/>
              <a:pathLst>
                <a:path w="10230" h="1" fill="none" extrusionOk="0">
                  <a:moveTo>
                    <a:pt x="10229" y="1"/>
                  </a:moveTo>
                  <a:lnTo>
                    <a:pt x="0" y="1"/>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204;p12">
              <a:extLst>
                <a:ext uri="{FF2B5EF4-FFF2-40B4-BE49-F238E27FC236}">
                  <a16:creationId xmlns:a16="http://schemas.microsoft.com/office/drawing/2014/main" id="{576FAB25-BE72-97EB-B8E6-749AB13E3ADB}"/>
                </a:ext>
              </a:extLst>
            </p:cNvPr>
            <p:cNvSpPr/>
            <p:nvPr/>
          </p:nvSpPr>
          <p:spPr>
            <a:xfrm>
              <a:off x="879475" y="274025"/>
              <a:ext cx="45075" cy="45100"/>
            </a:xfrm>
            <a:custGeom>
              <a:avLst/>
              <a:gdLst/>
              <a:ahLst/>
              <a:cxnLst/>
              <a:rect l="l" t="t" r="r" b="b"/>
              <a:pathLst>
                <a:path w="1803" h="1804" fill="none" extrusionOk="0">
                  <a:moveTo>
                    <a:pt x="901" y="1803"/>
                  </a:moveTo>
                  <a:lnTo>
                    <a:pt x="901" y="1803"/>
                  </a:lnTo>
                  <a:lnTo>
                    <a:pt x="731" y="1779"/>
                  </a:lnTo>
                  <a:lnTo>
                    <a:pt x="560" y="1730"/>
                  </a:lnTo>
                  <a:lnTo>
                    <a:pt x="390" y="1657"/>
                  </a:lnTo>
                  <a:lnTo>
                    <a:pt x="268" y="1535"/>
                  </a:lnTo>
                  <a:lnTo>
                    <a:pt x="146" y="1414"/>
                  </a:lnTo>
                  <a:lnTo>
                    <a:pt x="73" y="1243"/>
                  </a:lnTo>
                  <a:lnTo>
                    <a:pt x="25" y="1073"/>
                  </a:lnTo>
                  <a:lnTo>
                    <a:pt x="0" y="902"/>
                  </a:lnTo>
                  <a:lnTo>
                    <a:pt x="0" y="902"/>
                  </a:lnTo>
                  <a:lnTo>
                    <a:pt x="25" y="732"/>
                  </a:lnTo>
                  <a:lnTo>
                    <a:pt x="73" y="561"/>
                  </a:lnTo>
                  <a:lnTo>
                    <a:pt x="146" y="391"/>
                  </a:lnTo>
                  <a:lnTo>
                    <a:pt x="268" y="269"/>
                  </a:lnTo>
                  <a:lnTo>
                    <a:pt x="390" y="147"/>
                  </a:lnTo>
                  <a:lnTo>
                    <a:pt x="560" y="74"/>
                  </a:lnTo>
                  <a:lnTo>
                    <a:pt x="731" y="25"/>
                  </a:lnTo>
                  <a:lnTo>
                    <a:pt x="901" y="1"/>
                  </a:lnTo>
                  <a:lnTo>
                    <a:pt x="901" y="1"/>
                  </a:lnTo>
                  <a:lnTo>
                    <a:pt x="1072" y="25"/>
                  </a:lnTo>
                  <a:lnTo>
                    <a:pt x="1242" y="74"/>
                  </a:lnTo>
                  <a:lnTo>
                    <a:pt x="1413" y="147"/>
                  </a:lnTo>
                  <a:lnTo>
                    <a:pt x="1535" y="269"/>
                  </a:lnTo>
                  <a:lnTo>
                    <a:pt x="1656" y="391"/>
                  </a:lnTo>
                  <a:lnTo>
                    <a:pt x="1729" y="561"/>
                  </a:lnTo>
                  <a:lnTo>
                    <a:pt x="1778" y="732"/>
                  </a:lnTo>
                  <a:lnTo>
                    <a:pt x="1802" y="902"/>
                  </a:lnTo>
                  <a:lnTo>
                    <a:pt x="1802" y="902"/>
                  </a:lnTo>
                  <a:lnTo>
                    <a:pt x="1778" y="1073"/>
                  </a:lnTo>
                  <a:lnTo>
                    <a:pt x="1729" y="1243"/>
                  </a:lnTo>
                  <a:lnTo>
                    <a:pt x="1656" y="1414"/>
                  </a:lnTo>
                  <a:lnTo>
                    <a:pt x="1535" y="1535"/>
                  </a:lnTo>
                  <a:lnTo>
                    <a:pt x="1413" y="1657"/>
                  </a:lnTo>
                  <a:lnTo>
                    <a:pt x="1242" y="1730"/>
                  </a:lnTo>
                  <a:lnTo>
                    <a:pt x="1072" y="1779"/>
                  </a:lnTo>
                  <a:lnTo>
                    <a:pt x="901" y="1803"/>
                  </a:lnTo>
                  <a:lnTo>
                    <a:pt x="901" y="1803"/>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205;p12">
              <a:extLst>
                <a:ext uri="{FF2B5EF4-FFF2-40B4-BE49-F238E27FC236}">
                  <a16:creationId xmlns:a16="http://schemas.microsoft.com/office/drawing/2014/main" id="{B5F14FB7-3DDD-8A25-8579-B4E79A50C29F}"/>
                </a:ext>
              </a:extLst>
            </p:cNvPr>
            <p:cNvSpPr/>
            <p:nvPr/>
          </p:nvSpPr>
          <p:spPr>
            <a:xfrm>
              <a:off x="654800" y="244200"/>
              <a:ext cx="25" cy="51175"/>
            </a:xfrm>
            <a:custGeom>
              <a:avLst/>
              <a:gdLst/>
              <a:ahLst/>
              <a:cxnLst/>
              <a:rect l="l" t="t" r="r" b="b"/>
              <a:pathLst>
                <a:path w="1" h="2047" fill="none" extrusionOk="0">
                  <a:moveTo>
                    <a:pt x="0" y="1"/>
                  </a:moveTo>
                  <a:lnTo>
                    <a:pt x="0" y="2046"/>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 name="Google Shape;206;p12">
              <a:extLst>
                <a:ext uri="{FF2B5EF4-FFF2-40B4-BE49-F238E27FC236}">
                  <a16:creationId xmlns:a16="http://schemas.microsoft.com/office/drawing/2014/main" id="{1B9D8935-2C8F-039C-32F8-59E28BBB01B3}"/>
                </a:ext>
              </a:extLst>
            </p:cNvPr>
            <p:cNvSpPr/>
            <p:nvPr/>
          </p:nvSpPr>
          <p:spPr>
            <a:xfrm>
              <a:off x="737600" y="244200"/>
              <a:ext cx="25" cy="51175"/>
            </a:xfrm>
            <a:custGeom>
              <a:avLst/>
              <a:gdLst/>
              <a:ahLst/>
              <a:cxnLst/>
              <a:rect l="l" t="t" r="r" b="b"/>
              <a:pathLst>
                <a:path w="1" h="2047" fill="none" extrusionOk="0">
                  <a:moveTo>
                    <a:pt x="1" y="1"/>
                  </a:moveTo>
                  <a:lnTo>
                    <a:pt x="1" y="2046"/>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 name="Google Shape;207;p12">
              <a:extLst>
                <a:ext uri="{FF2B5EF4-FFF2-40B4-BE49-F238E27FC236}">
                  <a16:creationId xmlns:a16="http://schemas.microsoft.com/office/drawing/2014/main" id="{A06062BF-1A62-855D-EDEC-EC6BDE0D24C6}"/>
                </a:ext>
              </a:extLst>
            </p:cNvPr>
            <p:cNvSpPr/>
            <p:nvPr/>
          </p:nvSpPr>
          <p:spPr>
            <a:xfrm>
              <a:off x="820400" y="244200"/>
              <a:ext cx="25" cy="51175"/>
            </a:xfrm>
            <a:custGeom>
              <a:avLst/>
              <a:gdLst/>
              <a:ahLst/>
              <a:cxnLst/>
              <a:rect l="l" t="t" r="r" b="b"/>
              <a:pathLst>
                <a:path w="1" h="2047" fill="none" extrusionOk="0">
                  <a:moveTo>
                    <a:pt x="1" y="1"/>
                  </a:moveTo>
                  <a:lnTo>
                    <a:pt x="1" y="2046"/>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208;p12">
              <a:extLst>
                <a:ext uri="{FF2B5EF4-FFF2-40B4-BE49-F238E27FC236}">
                  <a16:creationId xmlns:a16="http://schemas.microsoft.com/office/drawing/2014/main" id="{E8343712-AC19-E203-A8AC-2025E2D69937}"/>
                </a:ext>
              </a:extLst>
            </p:cNvPr>
            <p:cNvSpPr/>
            <p:nvPr/>
          </p:nvSpPr>
          <p:spPr>
            <a:xfrm>
              <a:off x="903225" y="244200"/>
              <a:ext cx="25" cy="51175"/>
            </a:xfrm>
            <a:custGeom>
              <a:avLst/>
              <a:gdLst/>
              <a:ahLst/>
              <a:cxnLst/>
              <a:rect l="l" t="t" r="r" b="b"/>
              <a:pathLst>
                <a:path w="1" h="2047" fill="none" extrusionOk="0">
                  <a:moveTo>
                    <a:pt x="0" y="1"/>
                  </a:moveTo>
                  <a:lnTo>
                    <a:pt x="0" y="2046"/>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356381303"/>
      </p:ext>
    </p:extLst>
  </p:cSld>
  <p:clrMapOvr>
    <a:masterClrMapping/>
  </p:clrMapOvr>
  <p:transition>
    <p:fade thruBlk="1"/>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43C729-9016-DAB7-0C73-71D5AC197DB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73FBB1D-C9B3-DB20-14D0-F9B50E3FF84E}"/>
              </a:ext>
            </a:extLst>
          </p:cNvPr>
          <p:cNvSpPr>
            <a:spLocks noGrp="1"/>
          </p:cNvSpPr>
          <p:nvPr>
            <p:ph type="title"/>
          </p:nvPr>
        </p:nvSpPr>
        <p:spPr/>
        <p:txBody>
          <a:bodyPr/>
          <a:lstStyle/>
          <a:p>
            <a:r>
              <a:rPr lang="en-PH" dirty="0"/>
              <a:t>Pretest : Introductory Concepts to Programming </a:t>
            </a:r>
          </a:p>
        </p:txBody>
      </p:sp>
      <p:sp>
        <p:nvSpPr>
          <p:cNvPr id="3" name="Text Placeholder 2">
            <a:extLst>
              <a:ext uri="{FF2B5EF4-FFF2-40B4-BE49-F238E27FC236}">
                <a16:creationId xmlns:a16="http://schemas.microsoft.com/office/drawing/2014/main" id="{901C6849-51A5-9DB5-9C6D-3A2CD1A71B14}"/>
              </a:ext>
            </a:extLst>
          </p:cNvPr>
          <p:cNvSpPr>
            <a:spLocks noGrp="1"/>
          </p:cNvSpPr>
          <p:nvPr>
            <p:ph type="body" idx="1"/>
          </p:nvPr>
        </p:nvSpPr>
        <p:spPr>
          <a:xfrm>
            <a:off x="140125" y="1308259"/>
            <a:ext cx="8463308" cy="2724300"/>
          </a:xfrm>
        </p:spPr>
        <p:txBody>
          <a:bodyPr/>
          <a:lstStyle/>
          <a:p>
            <a:r>
              <a:rPr lang="en-PH" sz="2400" b="1" dirty="0">
                <a:latin typeface="Roboto Condensed" panose="02000000000000000000" pitchFamily="2" charset="0"/>
                <a:ea typeface="Roboto Condensed" panose="02000000000000000000" pitchFamily="2" charset="0"/>
                <a:cs typeface="Roboto Condensed" panose="02000000000000000000" pitchFamily="2" charset="0"/>
              </a:rPr>
              <a:t>4. Problem Analysis (IPO Model)</a:t>
            </a:r>
            <a:r>
              <a:rPr lang="en-PH" sz="2400" dirty="0">
                <a:latin typeface="Roboto Condensed" panose="02000000000000000000" pitchFamily="2" charset="0"/>
                <a:ea typeface="Roboto Condensed" panose="02000000000000000000" pitchFamily="2" charset="0"/>
                <a:cs typeface="Roboto Condensed" panose="02000000000000000000" pitchFamily="2" charset="0"/>
              </a:rPr>
              <a:t> In the IPO (Input-Process-Output) model, which stage represents the logic, calculations, and step-by-step actions the program must perform to transform raw data into a final result? </a:t>
            </a:r>
          </a:p>
          <a:p>
            <a:r>
              <a:rPr lang="en-PH" sz="2400" dirty="0">
                <a:latin typeface="Roboto Condensed" panose="02000000000000000000" pitchFamily="2" charset="0"/>
                <a:ea typeface="Roboto Condensed" panose="02000000000000000000" pitchFamily="2" charset="0"/>
                <a:cs typeface="Roboto Condensed" panose="02000000000000000000" pitchFamily="2" charset="0"/>
              </a:rPr>
              <a:t>a) Input </a:t>
            </a:r>
          </a:p>
          <a:p>
            <a:r>
              <a:rPr lang="en-PH" sz="2400" dirty="0">
                <a:latin typeface="Roboto Condensed" panose="02000000000000000000" pitchFamily="2" charset="0"/>
                <a:ea typeface="Roboto Condensed" panose="02000000000000000000" pitchFamily="2" charset="0"/>
                <a:cs typeface="Roboto Condensed" panose="02000000000000000000" pitchFamily="2" charset="0"/>
              </a:rPr>
              <a:t>b) Process </a:t>
            </a:r>
          </a:p>
          <a:p>
            <a:r>
              <a:rPr lang="en-PH" sz="2400" dirty="0">
                <a:latin typeface="Roboto Condensed" panose="02000000000000000000" pitchFamily="2" charset="0"/>
                <a:ea typeface="Roboto Condensed" panose="02000000000000000000" pitchFamily="2" charset="0"/>
                <a:cs typeface="Roboto Condensed" panose="02000000000000000000" pitchFamily="2" charset="0"/>
              </a:rPr>
              <a:t>c) Output </a:t>
            </a:r>
          </a:p>
          <a:p>
            <a:r>
              <a:rPr lang="en-PH" sz="2400" dirty="0">
                <a:latin typeface="Roboto Condensed" panose="02000000000000000000" pitchFamily="2" charset="0"/>
                <a:ea typeface="Roboto Condensed" panose="02000000000000000000" pitchFamily="2" charset="0"/>
                <a:cs typeface="Roboto Condensed" panose="02000000000000000000" pitchFamily="2" charset="0"/>
              </a:rPr>
              <a:t>d) Storage</a:t>
            </a:r>
            <a:endParaRPr lang="en-PH" sz="2200" dirty="0">
              <a:latin typeface="Roboto Condensed" panose="02000000000000000000" pitchFamily="2" charset="0"/>
              <a:ea typeface="Roboto Condensed" panose="02000000000000000000" pitchFamily="2" charset="0"/>
              <a:cs typeface="Roboto Condensed" panose="02000000000000000000" pitchFamily="2" charset="0"/>
            </a:endParaRPr>
          </a:p>
        </p:txBody>
      </p:sp>
      <p:sp>
        <p:nvSpPr>
          <p:cNvPr id="5" name="Slide Number Placeholder 4">
            <a:extLst>
              <a:ext uri="{FF2B5EF4-FFF2-40B4-BE49-F238E27FC236}">
                <a16:creationId xmlns:a16="http://schemas.microsoft.com/office/drawing/2014/main" id="{59DCDAE4-DB52-CCC7-80F8-48406EE9607F}"/>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GB" smtClean="0"/>
              <a:t>6</a:t>
            </a:fld>
            <a:endParaRPr lang="en-GB"/>
          </a:p>
        </p:txBody>
      </p:sp>
      <p:grpSp>
        <p:nvGrpSpPr>
          <p:cNvPr id="6" name="Google Shape;194;p12">
            <a:extLst>
              <a:ext uri="{FF2B5EF4-FFF2-40B4-BE49-F238E27FC236}">
                <a16:creationId xmlns:a16="http://schemas.microsoft.com/office/drawing/2014/main" id="{1DD4C8BE-3674-221F-CB86-08AB0FA94AC4}"/>
              </a:ext>
            </a:extLst>
          </p:cNvPr>
          <p:cNvGrpSpPr/>
          <p:nvPr/>
        </p:nvGrpSpPr>
        <p:grpSpPr>
          <a:xfrm>
            <a:off x="293683" y="574116"/>
            <a:ext cx="309041" cy="403123"/>
            <a:chOff x="590250" y="244200"/>
            <a:chExt cx="407975" cy="532175"/>
          </a:xfrm>
        </p:grpSpPr>
        <p:sp>
          <p:nvSpPr>
            <p:cNvPr id="7" name="Google Shape;195;p12">
              <a:extLst>
                <a:ext uri="{FF2B5EF4-FFF2-40B4-BE49-F238E27FC236}">
                  <a16:creationId xmlns:a16="http://schemas.microsoft.com/office/drawing/2014/main" id="{4D6DBCCE-275E-93BB-B77F-21BD2049119C}"/>
                </a:ext>
              </a:extLst>
            </p:cNvPr>
            <p:cNvSpPr/>
            <p:nvPr/>
          </p:nvSpPr>
          <p:spPr>
            <a:xfrm>
              <a:off x="623125" y="313625"/>
              <a:ext cx="375100" cy="462750"/>
            </a:xfrm>
            <a:custGeom>
              <a:avLst/>
              <a:gdLst/>
              <a:ahLst/>
              <a:cxnLst/>
              <a:rect l="l" t="t" r="r" b="b"/>
              <a:pathLst>
                <a:path w="15004" h="18510" fill="none" extrusionOk="0">
                  <a:moveTo>
                    <a:pt x="1" y="17536"/>
                  </a:moveTo>
                  <a:lnTo>
                    <a:pt x="1" y="17536"/>
                  </a:lnTo>
                  <a:lnTo>
                    <a:pt x="1" y="17536"/>
                  </a:lnTo>
                  <a:lnTo>
                    <a:pt x="25" y="17682"/>
                  </a:lnTo>
                  <a:lnTo>
                    <a:pt x="49" y="17852"/>
                  </a:lnTo>
                  <a:lnTo>
                    <a:pt x="123" y="18023"/>
                  </a:lnTo>
                  <a:lnTo>
                    <a:pt x="220" y="18193"/>
                  </a:lnTo>
                  <a:lnTo>
                    <a:pt x="293" y="18291"/>
                  </a:lnTo>
                  <a:lnTo>
                    <a:pt x="390" y="18364"/>
                  </a:lnTo>
                  <a:lnTo>
                    <a:pt x="488" y="18412"/>
                  </a:lnTo>
                  <a:lnTo>
                    <a:pt x="610" y="18461"/>
                  </a:lnTo>
                  <a:lnTo>
                    <a:pt x="756" y="18510"/>
                  </a:lnTo>
                  <a:lnTo>
                    <a:pt x="926" y="18510"/>
                  </a:lnTo>
                  <a:lnTo>
                    <a:pt x="14468" y="18510"/>
                  </a:lnTo>
                  <a:lnTo>
                    <a:pt x="14468" y="18510"/>
                  </a:lnTo>
                  <a:lnTo>
                    <a:pt x="14541" y="18510"/>
                  </a:lnTo>
                  <a:lnTo>
                    <a:pt x="14614" y="18485"/>
                  </a:lnTo>
                  <a:lnTo>
                    <a:pt x="14736" y="18412"/>
                  </a:lnTo>
                  <a:lnTo>
                    <a:pt x="14833" y="18291"/>
                  </a:lnTo>
                  <a:lnTo>
                    <a:pt x="14906" y="18144"/>
                  </a:lnTo>
                  <a:lnTo>
                    <a:pt x="14955" y="17974"/>
                  </a:lnTo>
                  <a:lnTo>
                    <a:pt x="14979" y="17779"/>
                  </a:lnTo>
                  <a:lnTo>
                    <a:pt x="15003" y="17438"/>
                  </a:lnTo>
                  <a:lnTo>
                    <a:pt x="15003" y="487"/>
                  </a:lnTo>
                  <a:lnTo>
                    <a:pt x="15003" y="487"/>
                  </a:lnTo>
                  <a:lnTo>
                    <a:pt x="15003" y="341"/>
                  </a:lnTo>
                  <a:lnTo>
                    <a:pt x="14979" y="219"/>
                  </a:lnTo>
                  <a:lnTo>
                    <a:pt x="14955" y="146"/>
                  </a:lnTo>
                  <a:lnTo>
                    <a:pt x="14906" y="73"/>
                  </a:lnTo>
                  <a:lnTo>
                    <a:pt x="14833" y="49"/>
                  </a:lnTo>
                  <a:lnTo>
                    <a:pt x="14736" y="24"/>
                  </a:lnTo>
                  <a:lnTo>
                    <a:pt x="14468" y="0"/>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 name="Google Shape;196;p12">
              <a:extLst>
                <a:ext uri="{FF2B5EF4-FFF2-40B4-BE49-F238E27FC236}">
                  <a16:creationId xmlns:a16="http://schemas.microsoft.com/office/drawing/2014/main" id="{555B220B-1CDB-CD03-2E22-9188F6AC21B7}"/>
                </a:ext>
              </a:extLst>
            </p:cNvPr>
            <p:cNvSpPr/>
            <p:nvPr/>
          </p:nvSpPr>
          <p:spPr>
            <a:xfrm>
              <a:off x="590250" y="269775"/>
              <a:ext cx="377525" cy="462775"/>
            </a:xfrm>
            <a:custGeom>
              <a:avLst/>
              <a:gdLst/>
              <a:ahLst/>
              <a:cxnLst/>
              <a:rect l="l" t="t" r="r" b="b"/>
              <a:pathLst>
                <a:path w="15101" h="18511" fill="none" extrusionOk="0">
                  <a:moveTo>
                    <a:pt x="14321" y="0"/>
                  </a:moveTo>
                  <a:lnTo>
                    <a:pt x="780" y="0"/>
                  </a:lnTo>
                  <a:lnTo>
                    <a:pt x="780" y="0"/>
                  </a:lnTo>
                  <a:lnTo>
                    <a:pt x="634" y="25"/>
                  </a:lnTo>
                  <a:lnTo>
                    <a:pt x="488" y="74"/>
                  </a:lnTo>
                  <a:lnTo>
                    <a:pt x="342" y="122"/>
                  </a:lnTo>
                  <a:lnTo>
                    <a:pt x="220" y="220"/>
                  </a:lnTo>
                  <a:lnTo>
                    <a:pt x="122" y="341"/>
                  </a:lnTo>
                  <a:lnTo>
                    <a:pt x="74" y="488"/>
                  </a:lnTo>
                  <a:lnTo>
                    <a:pt x="25" y="634"/>
                  </a:lnTo>
                  <a:lnTo>
                    <a:pt x="1" y="780"/>
                  </a:lnTo>
                  <a:lnTo>
                    <a:pt x="1" y="17731"/>
                  </a:lnTo>
                  <a:lnTo>
                    <a:pt x="1" y="17731"/>
                  </a:lnTo>
                  <a:lnTo>
                    <a:pt x="25" y="17877"/>
                  </a:lnTo>
                  <a:lnTo>
                    <a:pt x="74" y="18023"/>
                  </a:lnTo>
                  <a:lnTo>
                    <a:pt x="122" y="18169"/>
                  </a:lnTo>
                  <a:lnTo>
                    <a:pt x="220" y="18291"/>
                  </a:lnTo>
                  <a:lnTo>
                    <a:pt x="342" y="18388"/>
                  </a:lnTo>
                  <a:lnTo>
                    <a:pt x="488" y="18437"/>
                  </a:lnTo>
                  <a:lnTo>
                    <a:pt x="634" y="18486"/>
                  </a:lnTo>
                  <a:lnTo>
                    <a:pt x="780" y="18510"/>
                  </a:lnTo>
                  <a:lnTo>
                    <a:pt x="14321" y="18510"/>
                  </a:lnTo>
                  <a:lnTo>
                    <a:pt x="14321" y="18510"/>
                  </a:lnTo>
                  <a:lnTo>
                    <a:pt x="14467" y="18486"/>
                  </a:lnTo>
                  <a:lnTo>
                    <a:pt x="14614" y="18437"/>
                  </a:lnTo>
                  <a:lnTo>
                    <a:pt x="14760" y="18388"/>
                  </a:lnTo>
                  <a:lnTo>
                    <a:pt x="14881" y="18291"/>
                  </a:lnTo>
                  <a:lnTo>
                    <a:pt x="14979" y="18169"/>
                  </a:lnTo>
                  <a:lnTo>
                    <a:pt x="15028" y="18023"/>
                  </a:lnTo>
                  <a:lnTo>
                    <a:pt x="15076" y="17877"/>
                  </a:lnTo>
                  <a:lnTo>
                    <a:pt x="15101" y="17731"/>
                  </a:lnTo>
                  <a:lnTo>
                    <a:pt x="15101" y="780"/>
                  </a:lnTo>
                  <a:lnTo>
                    <a:pt x="15101" y="780"/>
                  </a:lnTo>
                  <a:lnTo>
                    <a:pt x="15076" y="634"/>
                  </a:lnTo>
                  <a:lnTo>
                    <a:pt x="15028" y="488"/>
                  </a:lnTo>
                  <a:lnTo>
                    <a:pt x="14979" y="341"/>
                  </a:lnTo>
                  <a:lnTo>
                    <a:pt x="14881" y="220"/>
                  </a:lnTo>
                  <a:lnTo>
                    <a:pt x="14760" y="122"/>
                  </a:lnTo>
                  <a:lnTo>
                    <a:pt x="14614" y="74"/>
                  </a:lnTo>
                  <a:lnTo>
                    <a:pt x="14467" y="25"/>
                  </a:lnTo>
                  <a:lnTo>
                    <a:pt x="14321" y="0"/>
                  </a:lnTo>
                  <a:lnTo>
                    <a:pt x="14321" y="0"/>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 name="Google Shape;197;p12">
              <a:extLst>
                <a:ext uri="{FF2B5EF4-FFF2-40B4-BE49-F238E27FC236}">
                  <a16:creationId xmlns:a16="http://schemas.microsoft.com/office/drawing/2014/main" id="{B6770705-93C7-C7B5-418D-C281C4F0BABA}"/>
                </a:ext>
              </a:extLst>
            </p:cNvPr>
            <p:cNvSpPr/>
            <p:nvPr/>
          </p:nvSpPr>
          <p:spPr>
            <a:xfrm>
              <a:off x="796650" y="274025"/>
              <a:ext cx="45100" cy="45100"/>
            </a:xfrm>
            <a:custGeom>
              <a:avLst/>
              <a:gdLst/>
              <a:ahLst/>
              <a:cxnLst/>
              <a:rect l="l" t="t" r="r" b="b"/>
              <a:pathLst>
                <a:path w="1804" h="1804" fill="none" extrusionOk="0">
                  <a:moveTo>
                    <a:pt x="902" y="1"/>
                  </a:moveTo>
                  <a:lnTo>
                    <a:pt x="902" y="1"/>
                  </a:lnTo>
                  <a:lnTo>
                    <a:pt x="1073" y="25"/>
                  </a:lnTo>
                  <a:lnTo>
                    <a:pt x="1243" y="74"/>
                  </a:lnTo>
                  <a:lnTo>
                    <a:pt x="1414" y="147"/>
                  </a:lnTo>
                  <a:lnTo>
                    <a:pt x="1535" y="269"/>
                  </a:lnTo>
                  <a:lnTo>
                    <a:pt x="1657" y="391"/>
                  </a:lnTo>
                  <a:lnTo>
                    <a:pt x="1730" y="561"/>
                  </a:lnTo>
                  <a:lnTo>
                    <a:pt x="1779" y="732"/>
                  </a:lnTo>
                  <a:lnTo>
                    <a:pt x="1803" y="902"/>
                  </a:lnTo>
                  <a:lnTo>
                    <a:pt x="1803" y="902"/>
                  </a:lnTo>
                  <a:lnTo>
                    <a:pt x="1779" y="1073"/>
                  </a:lnTo>
                  <a:lnTo>
                    <a:pt x="1730" y="1243"/>
                  </a:lnTo>
                  <a:lnTo>
                    <a:pt x="1657" y="1414"/>
                  </a:lnTo>
                  <a:lnTo>
                    <a:pt x="1535" y="1535"/>
                  </a:lnTo>
                  <a:lnTo>
                    <a:pt x="1414" y="1657"/>
                  </a:lnTo>
                  <a:lnTo>
                    <a:pt x="1243" y="1730"/>
                  </a:lnTo>
                  <a:lnTo>
                    <a:pt x="1073" y="1779"/>
                  </a:lnTo>
                  <a:lnTo>
                    <a:pt x="902" y="1803"/>
                  </a:lnTo>
                  <a:lnTo>
                    <a:pt x="902" y="1803"/>
                  </a:lnTo>
                  <a:lnTo>
                    <a:pt x="732" y="1779"/>
                  </a:lnTo>
                  <a:lnTo>
                    <a:pt x="561" y="1730"/>
                  </a:lnTo>
                  <a:lnTo>
                    <a:pt x="391" y="1657"/>
                  </a:lnTo>
                  <a:lnTo>
                    <a:pt x="269" y="1535"/>
                  </a:lnTo>
                  <a:lnTo>
                    <a:pt x="147" y="1414"/>
                  </a:lnTo>
                  <a:lnTo>
                    <a:pt x="74" y="1243"/>
                  </a:lnTo>
                  <a:lnTo>
                    <a:pt x="25" y="1073"/>
                  </a:lnTo>
                  <a:lnTo>
                    <a:pt x="1" y="902"/>
                  </a:lnTo>
                  <a:lnTo>
                    <a:pt x="1" y="902"/>
                  </a:lnTo>
                  <a:lnTo>
                    <a:pt x="25" y="732"/>
                  </a:lnTo>
                  <a:lnTo>
                    <a:pt x="74" y="561"/>
                  </a:lnTo>
                  <a:lnTo>
                    <a:pt x="147" y="391"/>
                  </a:lnTo>
                  <a:lnTo>
                    <a:pt x="269" y="269"/>
                  </a:lnTo>
                  <a:lnTo>
                    <a:pt x="391" y="147"/>
                  </a:lnTo>
                  <a:lnTo>
                    <a:pt x="561" y="74"/>
                  </a:lnTo>
                  <a:lnTo>
                    <a:pt x="732" y="25"/>
                  </a:lnTo>
                  <a:lnTo>
                    <a:pt x="902" y="1"/>
                  </a:lnTo>
                  <a:lnTo>
                    <a:pt x="902" y="1"/>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 name="Google Shape;198;p12">
              <a:extLst>
                <a:ext uri="{FF2B5EF4-FFF2-40B4-BE49-F238E27FC236}">
                  <a16:creationId xmlns:a16="http://schemas.microsoft.com/office/drawing/2014/main" id="{C9714D29-1BE1-86C5-6E48-0C607FB3CA1C}"/>
                </a:ext>
              </a:extLst>
            </p:cNvPr>
            <p:cNvSpPr/>
            <p:nvPr/>
          </p:nvSpPr>
          <p:spPr>
            <a:xfrm>
              <a:off x="713850" y="274025"/>
              <a:ext cx="45075" cy="45100"/>
            </a:xfrm>
            <a:custGeom>
              <a:avLst/>
              <a:gdLst/>
              <a:ahLst/>
              <a:cxnLst/>
              <a:rect l="l" t="t" r="r" b="b"/>
              <a:pathLst>
                <a:path w="1803" h="1804" fill="none" extrusionOk="0">
                  <a:moveTo>
                    <a:pt x="902" y="1"/>
                  </a:moveTo>
                  <a:lnTo>
                    <a:pt x="902" y="1"/>
                  </a:lnTo>
                  <a:lnTo>
                    <a:pt x="1072" y="25"/>
                  </a:lnTo>
                  <a:lnTo>
                    <a:pt x="1243" y="74"/>
                  </a:lnTo>
                  <a:lnTo>
                    <a:pt x="1413" y="147"/>
                  </a:lnTo>
                  <a:lnTo>
                    <a:pt x="1535" y="269"/>
                  </a:lnTo>
                  <a:lnTo>
                    <a:pt x="1657" y="391"/>
                  </a:lnTo>
                  <a:lnTo>
                    <a:pt x="1730" y="561"/>
                  </a:lnTo>
                  <a:lnTo>
                    <a:pt x="1779" y="732"/>
                  </a:lnTo>
                  <a:lnTo>
                    <a:pt x="1803" y="902"/>
                  </a:lnTo>
                  <a:lnTo>
                    <a:pt x="1803" y="902"/>
                  </a:lnTo>
                  <a:lnTo>
                    <a:pt x="1779" y="1073"/>
                  </a:lnTo>
                  <a:lnTo>
                    <a:pt x="1730" y="1243"/>
                  </a:lnTo>
                  <a:lnTo>
                    <a:pt x="1657" y="1414"/>
                  </a:lnTo>
                  <a:lnTo>
                    <a:pt x="1535" y="1535"/>
                  </a:lnTo>
                  <a:lnTo>
                    <a:pt x="1413" y="1657"/>
                  </a:lnTo>
                  <a:lnTo>
                    <a:pt x="1243" y="1730"/>
                  </a:lnTo>
                  <a:lnTo>
                    <a:pt x="1072" y="1779"/>
                  </a:lnTo>
                  <a:lnTo>
                    <a:pt x="902" y="1803"/>
                  </a:lnTo>
                  <a:lnTo>
                    <a:pt x="902" y="1803"/>
                  </a:lnTo>
                  <a:lnTo>
                    <a:pt x="731" y="1779"/>
                  </a:lnTo>
                  <a:lnTo>
                    <a:pt x="561" y="1730"/>
                  </a:lnTo>
                  <a:lnTo>
                    <a:pt x="390" y="1657"/>
                  </a:lnTo>
                  <a:lnTo>
                    <a:pt x="269" y="1535"/>
                  </a:lnTo>
                  <a:lnTo>
                    <a:pt x="147" y="1414"/>
                  </a:lnTo>
                  <a:lnTo>
                    <a:pt x="74" y="1243"/>
                  </a:lnTo>
                  <a:lnTo>
                    <a:pt x="25" y="1073"/>
                  </a:lnTo>
                  <a:lnTo>
                    <a:pt x="1" y="902"/>
                  </a:lnTo>
                  <a:lnTo>
                    <a:pt x="1" y="902"/>
                  </a:lnTo>
                  <a:lnTo>
                    <a:pt x="25" y="732"/>
                  </a:lnTo>
                  <a:lnTo>
                    <a:pt x="74" y="561"/>
                  </a:lnTo>
                  <a:lnTo>
                    <a:pt x="147" y="391"/>
                  </a:lnTo>
                  <a:lnTo>
                    <a:pt x="269" y="269"/>
                  </a:lnTo>
                  <a:lnTo>
                    <a:pt x="390" y="147"/>
                  </a:lnTo>
                  <a:lnTo>
                    <a:pt x="561" y="74"/>
                  </a:lnTo>
                  <a:lnTo>
                    <a:pt x="731" y="25"/>
                  </a:lnTo>
                  <a:lnTo>
                    <a:pt x="902" y="1"/>
                  </a:lnTo>
                  <a:lnTo>
                    <a:pt x="902" y="1"/>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Google Shape;199;p12">
              <a:extLst>
                <a:ext uri="{FF2B5EF4-FFF2-40B4-BE49-F238E27FC236}">
                  <a16:creationId xmlns:a16="http://schemas.microsoft.com/office/drawing/2014/main" id="{5B1A2ABF-D17F-661C-A1DC-45F961A1E157}"/>
                </a:ext>
              </a:extLst>
            </p:cNvPr>
            <p:cNvSpPr/>
            <p:nvPr/>
          </p:nvSpPr>
          <p:spPr>
            <a:xfrm>
              <a:off x="631050" y="274025"/>
              <a:ext cx="45075" cy="45100"/>
            </a:xfrm>
            <a:custGeom>
              <a:avLst/>
              <a:gdLst/>
              <a:ahLst/>
              <a:cxnLst/>
              <a:rect l="l" t="t" r="r" b="b"/>
              <a:pathLst>
                <a:path w="1803" h="1804" fill="none" extrusionOk="0">
                  <a:moveTo>
                    <a:pt x="0" y="902"/>
                  </a:moveTo>
                  <a:lnTo>
                    <a:pt x="0" y="902"/>
                  </a:lnTo>
                  <a:lnTo>
                    <a:pt x="25" y="732"/>
                  </a:lnTo>
                  <a:lnTo>
                    <a:pt x="73" y="561"/>
                  </a:lnTo>
                  <a:lnTo>
                    <a:pt x="147" y="391"/>
                  </a:lnTo>
                  <a:lnTo>
                    <a:pt x="268" y="269"/>
                  </a:lnTo>
                  <a:lnTo>
                    <a:pt x="390" y="147"/>
                  </a:lnTo>
                  <a:lnTo>
                    <a:pt x="561" y="74"/>
                  </a:lnTo>
                  <a:lnTo>
                    <a:pt x="731" y="25"/>
                  </a:lnTo>
                  <a:lnTo>
                    <a:pt x="902" y="1"/>
                  </a:lnTo>
                  <a:lnTo>
                    <a:pt x="902" y="1"/>
                  </a:lnTo>
                  <a:lnTo>
                    <a:pt x="1072" y="25"/>
                  </a:lnTo>
                  <a:lnTo>
                    <a:pt x="1243" y="74"/>
                  </a:lnTo>
                  <a:lnTo>
                    <a:pt x="1413" y="147"/>
                  </a:lnTo>
                  <a:lnTo>
                    <a:pt x="1535" y="269"/>
                  </a:lnTo>
                  <a:lnTo>
                    <a:pt x="1657" y="391"/>
                  </a:lnTo>
                  <a:lnTo>
                    <a:pt x="1730" y="561"/>
                  </a:lnTo>
                  <a:lnTo>
                    <a:pt x="1778" y="732"/>
                  </a:lnTo>
                  <a:lnTo>
                    <a:pt x="1803" y="902"/>
                  </a:lnTo>
                  <a:lnTo>
                    <a:pt x="1803" y="902"/>
                  </a:lnTo>
                  <a:lnTo>
                    <a:pt x="1778" y="1073"/>
                  </a:lnTo>
                  <a:lnTo>
                    <a:pt x="1730" y="1243"/>
                  </a:lnTo>
                  <a:lnTo>
                    <a:pt x="1657" y="1414"/>
                  </a:lnTo>
                  <a:lnTo>
                    <a:pt x="1535" y="1535"/>
                  </a:lnTo>
                  <a:lnTo>
                    <a:pt x="1413" y="1657"/>
                  </a:lnTo>
                  <a:lnTo>
                    <a:pt x="1243" y="1730"/>
                  </a:lnTo>
                  <a:lnTo>
                    <a:pt x="1072" y="1779"/>
                  </a:lnTo>
                  <a:lnTo>
                    <a:pt x="902" y="1803"/>
                  </a:lnTo>
                  <a:lnTo>
                    <a:pt x="902" y="1803"/>
                  </a:lnTo>
                  <a:lnTo>
                    <a:pt x="731" y="1779"/>
                  </a:lnTo>
                  <a:lnTo>
                    <a:pt x="561" y="1730"/>
                  </a:lnTo>
                  <a:lnTo>
                    <a:pt x="390" y="1657"/>
                  </a:lnTo>
                  <a:lnTo>
                    <a:pt x="268" y="1535"/>
                  </a:lnTo>
                  <a:lnTo>
                    <a:pt x="147" y="1414"/>
                  </a:lnTo>
                  <a:lnTo>
                    <a:pt x="73" y="1243"/>
                  </a:lnTo>
                  <a:lnTo>
                    <a:pt x="25" y="1073"/>
                  </a:lnTo>
                  <a:lnTo>
                    <a:pt x="0" y="902"/>
                  </a:lnTo>
                  <a:lnTo>
                    <a:pt x="0" y="902"/>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200;p12">
              <a:extLst>
                <a:ext uri="{FF2B5EF4-FFF2-40B4-BE49-F238E27FC236}">
                  <a16:creationId xmlns:a16="http://schemas.microsoft.com/office/drawing/2014/main" id="{4B33A284-21A0-0E0B-0927-043B5A5F1E0C}"/>
                </a:ext>
              </a:extLst>
            </p:cNvPr>
            <p:cNvSpPr/>
            <p:nvPr/>
          </p:nvSpPr>
          <p:spPr>
            <a:xfrm>
              <a:off x="649925" y="590050"/>
              <a:ext cx="133975" cy="25"/>
            </a:xfrm>
            <a:custGeom>
              <a:avLst/>
              <a:gdLst/>
              <a:ahLst/>
              <a:cxnLst/>
              <a:rect l="l" t="t" r="r" b="b"/>
              <a:pathLst>
                <a:path w="5359" h="1" fill="none" extrusionOk="0">
                  <a:moveTo>
                    <a:pt x="5358" y="0"/>
                  </a:moveTo>
                  <a:lnTo>
                    <a:pt x="0" y="0"/>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201;p12">
              <a:extLst>
                <a:ext uri="{FF2B5EF4-FFF2-40B4-BE49-F238E27FC236}">
                  <a16:creationId xmlns:a16="http://schemas.microsoft.com/office/drawing/2014/main" id="{4C2A8845-C4E9-D82D-8A58-E77C98FC1ABA}"/>
                </a:ext>
              </a:extLst>
            </p:cNvPr>
            <p:cNvSpPr/>
            <p:nvPr/>
          </p:nvSpPr>
          <p:spPr>
            <a:xfrm>
              <a:off x="649925" y="534625"/>
              <a:ext cx="255750" cy="25"/>
            </a:xfrm>
            <a:custGeom>
              <a:avLst/>
              <a:gdLst/>
              <a:ahLst/>
              <a:cxnLst/>
              <a:rect l="l" t="t" r="r" b="b"/>
              <a:pathLst>
                <a:path w="10230" h="1" fill="none" extrusionOk="0">
                  <a:moveTo>
                    <a:pt x="10229" y="1"/>
                  </a:moveTo>
                  <a:lnTo>
                    <a:pt x="0" y="1"/>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202;p12">
              <a:extLst>
                <a:ext uri="{FF2B5EF4-FFF2-40B4-BE49-F238E27FC236}">
                  <a16:creationId xmlns:a16="http://schemas.microsoft.com/office/drawing/2014/main" id="{BF8A6DA2-A581-FF3C-AF81-0C7786A7243E}"/>
                </a:ext>
              </a:extLst>
            </p:cNvPr>
            <p:cNvSpPr/>
            <p:nvPr/>
          </p:nvSpPr>
          <p:spPr>
            <a:xfrm>
              <a:off x="649925" y="479825"/>
              <a:ext cx="255750" cy="25"/>
            </a:xfrm>
            <a:custGeom>
              <a:avLst/>
              <a:gdLst/>
              <a:ahLst/>
              <a:cxnLst/>
              <a:rect l="l" t="t" r="r" b="b"/>
              <a:pathLst>
                <a:path w="10230" h="1" fill="none" extrusionOk="0">
                  <a:moveTo>
                    <a:pt x="10229" y="1"/>
                  </a:moveTo>
                  <a:lnTo>
                    <a:pt x="0" y="1"/>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203;p12">
              <a:extLst>
                <a:ext uri="{FF2B5EF4-FFF2-40B4-BE49-F238E27FC236}">
                  <a16:creationId xmlns:a16="http://schemas.microsoft.com/office/drawing/2014/main" id="{AEFC3EC1-B678-4957-B162-E09A11192430}"/>
                </a:ext>
              </a:extLst>
            </p:cNvPr>
            <p:cNvSpPr/>
            <p:nvPr/>
          </p:nvSpPr>
          <p:spPr>
            <a:xfrm>
              <a:off x="649925" y="424425"/>
              <a:ext cx="255750" cy="25"/>
            </a:xfrm>
            <a:custGeom>
              <a:avLst/>
              <a:gdLst/>
              <a:ahLst/>
              <a:cxnLst/>
              <a:rect l="l" t="t" r="r" b="b"/>
              <a:pathLst>
                <a:path w="10230" h="1" fill="none" extrusionOk="0">
                  <a:moveTo>
                    <a:pt x="10229" y="1"/>
                  </a:moveTo>
                  <a:lnTo>
                    <a:pt x="0" y="1"/>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204;p12">
              <a:extLst>
                <a:ext uri="{FF2B5EF4-FFF2-40B4-BE49-F238E27FC236}">
                  <a16:creationId xmlns:a16="http://schemas.microsoft.com/office/drawing/2014/main" id="{FB9514E2-A63E-8B92-3631-1BEA477985FD}"/>
                </a:ext>
              </a:extLst>
            </p:cNvPr>
            <p:cNvSpPr/>
            <p:nvPr/>
          </p:nvSpPr>
          <p:spPr>
            <a:xfrm>
              <a:off x="879475" y="274025"/>
              <a:ext cx="45075" cy="45100"/>
            </a:xfrm>
            <a:custGeom>
              <a:avLst/>
              <a:gdLst/>
              <a:ahLst/>
              <a:cxnLst/>
              <a:rect l="l" t="t" r="r" b="b"/>
              <a:pathLst>
                <a:path w="1803" h="1804" fill="none" extrusionOk="0">
                  <a:moveTo>
                    <a:pt x="901" y="1803"/>
                  </a:moveTo>
                  <a:lnTo>
                    <a:pt x="901" y="1803"/>
                  </a:lnTo>
                  <a:lnTo>
                    <a:pt x="731" y="1779"/>
                  </a:lnTo>
                  <a:lnTo>
                    <a:pt x="560" y="1730"/>
                  </a:lnTo>
                  <a:lnTo>
                    <a:pt x="390" y="1657"/>
                  </a:lnTo>
                  <a:lnTo>
                    <a:pt x="268" y="1535"/>
                  </a:lnTo>
                  <a:lnTo>
                    <a:pt x="146" y="1414"/>
                  </a:lnTo>
                  <a:lnTo>
                    <a:pt x="73" y="1243"/>
                  </a:lnTo>
                  <a:lnTo>
                    <a:pt x="25" y="1073"/>
                  </a:lnTo>
                  <a:lnTo>
                    <a:pt x="0" y="902"/>
                  </a:lnTo>
                  <a:lnTo>
                    <a:pt x="0" y="902"/>
                  </a:lnTo>
                  <a:lnTo>
                    <a:pt x="25" y="732"/>
                  </a:lnTo>
                  <a:lnTo>
                    <a:pt x="73" y="561"/>
                  </a:lnTo>
                  <a:lnTo>
                    <a:pt x="146" y="391"/>
                  </a:lnTo>
                  <a:lnTo>
                    <a:pt x="268" y="269"/>
                  </a:lnTo>
                  <a:lnTo>
                    <a:pt x="390" y="147"/>
                  </a:lnTo>
                  <a:lnTo>
                    <a:pt x="560" y="74"/>
                  </a:lnTo>
                  <a:lnTo>
                    <a:pt x="731" y="25"/>
                  </a:lnTo>
                  <a:lnTo>
                    <a:pt x="901" y="1"/>
                  </a:lnTo>
                  <a:lnTo>
                    <a:pt x="901" y="1"/>
                  </a:lnTo>
                  <a:lnTo>
                    <a:pt x="1072" y="25"/>
                  </a:lnTo>
                  <a:lnTo>
                    <a:pt x="1242" y="74"/>
                  </a:lnTo>
                  <a:lnTo>
                    <a:pt x="1413" y="147"/>
                  </a:lnTo>
                  <a:lnTo>
                    <a:pt x="1535" y="269"/>
                  </a:lnTo>
                  <a:lnTo>
                    <a:pt x="1656" y="391"/>
                  </a:lnTo>
                  <a:lnTo>
                    <a:pt x="1729" y="561"/>
                  </a:lnTo>
                  <a:lnTo>
                    <a:pt x="1778" y="732"/>
                  </a:lnTo>
                  <a:lnTo>
                    <a:pt x="1802" y="902"/>
                  </a:lnTo>
                  <a:lnTo>
                    <a:pt x="1802" y="902"/>
                  </a:lnTo>
                  <a:lnTo>
                    <a:pt x="1778" y="1073"/>
                  </a:lnTo>
                  <a:lnTo>
                    <a:pt x="1729" y="1243"/>
                  </a:lnTo>
                  <a:lnTo>
                    <a:pt x="1656" y="1414"/>
                  </a:lnTo>
                  <a:lnTo>
                    <a:pt x="1535" y="1535"/>
                  </a:lnTo>
                  <a:lnTo>
                    <a:pt x="1413" y="1657"/>
                  </a:lnTo>
                  <a:lnTo>
                    <a:pt x="1242" y="1730"/>
                  </a:lnTo>
                  <a:lnTo>
                    <a:pt x="1072" y="1779"/>
                  </a:lnTo>
                  <a:lnTo>
                    <a:pt x="901" y="1803"/>
                  </a:lnTo>
                  <a:lnTo>
                    <a:pt x="901" y="1803"/>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205;p12">
              <a:extLst>
                <a:ext uri="{FF2B5EF4-FFF2-40B4-BE49-F238E27FC236}">
                  <a16:creationId xmlns:a16="http://schemas.microsoft.com/office/drawing/2014/main" id="{D2873392-9A65-6D63-9EA2-5B063651E8B0}"/>
                </a:ext>
              </a:extLst>
            </p:cNvPr>
            <p:cNvSpPr/>
            <p:nvPr/>
          </p:nvSpPr>
          <p:spPr>
            <a:xfrm>
              <a:off x="654800" y="244200"/>
              <a:ext cx="25" cy="51175"/>
            </a:xfrm>
            <a:custGeom>
              <a:avLst/>
              <a:gdLst/>
              <a:ahLst/>
              <a:cxnLst/>
              <a:rect l="l" t="t" r="r" b="b"/>
              <a:pathLst>
                <a:path w="1" h="2047" fill="none" extrusionOk="0">
                  <a:moveTo>
                    <a:pt x="0" y="1"/>
                  </a:moveTo>
                  <a:lnTo>
                    <a:pt x="0" y="2046"/>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 name="Google Shape;206;p12">
              <a:extLst>
                <a:ext uri="{FF2B5EF4-FFF2-40B4-BE49-F238E27FC236}">
                  <a16:creationId xmlns:a16="http://schemas.microsoft.com/office/drawing/2014/main" id="{3F3177D7-AAEF-1B6B-C4C9-5E58F70709C9}"/>
                </a:ext>
              </a:extLst>
            </p:cNvPr>
            <p:cNvSpPr/>
            <p:nvPr/>
          </p:nvSpPr>
          <p:spPr>
            <a:xfrm>
              <a:off x="737600" y="244200"/>
              <a:ext cx="25" cy="51175"/>
            </a:xfrm>
            <a:custGeom>
              <a:avLst/>
              <a:gdLst/>
              <a:ahLst/>
              <a:cxnLst/>
              <a:rect l="l" t="t" r="r" b="b"/>
              <a:pathLst>
                <a:path w="1" h="2047" fill="none" extrusionOk="0">
                  <a:moveTo>
                    <a:pt x="1" y="1"/>
                  </a:moveTo>
                  <a:lnTo>
                    <a:pt x="1" y="2046"/>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 name="Google Shape;207;p12">
              <a:extLst>
                <a:ext uri="{FF2B5EF4-FFF2-40B4-BE49-F238E27FC236}">
                  <a16:creationId xmlns:a16="http://schemas.microsoft.com/office/drawing/2014/main" id="{C72126CC-3272-D8A2-7FF7-D7D37FA39B69}"/>
                </a:ext>
              </a:extLst>
            </p:cNvPr>
            <p:cNvSpPr/>
            <p:nvPr/>
          </p:nvSpPr>
          <p:spPr>
            <a:xfrm>
              <a:off x="820400" y="244200"/>
              <a:ext cx="25" cy="51175"/>
            </a:xfrm>
            <a:custGeom>
              <a:avLst/>
              <a:gdLst/>
              <a:ahLst/>
              <a:cxnLst/>
              <a:rect l="l" t="t" r="r" b="b"/>
              <a:pathLst>
                <a:path w="1" h="2047" fill="none" extrusionOk="0">
                  <a:moveTo>
                    <a:pt x="1" y="1"/>
                  </a:moveTo>
                  <a:lnTo>
                    <a:pt x="1" y="2046"/>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208;p12">
              <a:extLst>
                <a:ext uri="{FF2B5EF4-FFF2-40B4-BE49-F238E27FC236}">
                  <a16:creationId xmlns:a16="http://schemas.microsoft.com/office/drawing/2014/main" id="{773611EC-5778-E7B3-6491-3D4660CCAD94}"/>
                </a:ext>
              </a:extLst>
            </p:cNvPr>
            <p:cNvSpPr/>
            <p:nvPr/>
          </p:nvSpPr>
          <p:spPr>
            <a:xfrm>
              <a:off x="903225" y="244200"/>
              <a:ext cx="25" cy="51175"/>
            </a:xfrm>
            <a:custGeom>
              <a:avLst/>
              <a:gdLst/>
              <a:ahLst/>
              <a:cxnLst/>
              <a:rect l="l" t="t" r="r" b="b"/>
              <a:pathLst>
                <a:path w="1" h="2047" fill="none" extrusionOk="0">
                  <a:moveTo>
                    <a:pt x="0" y="1"/>
                  </a:moveTo>
                  <a:lnTo>
                    <a:pt x="0" y="2046"/>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2502622726"/>
      </p:ext>
    </p:extLst>
  </p:cSld>
  <p:clrMapOvr>
    <a:masterClrMapping/>
  </p:clrMapOvr>
  <p:transition>
    <p:fade thruBlk="1"/>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153E21-ACCB-9CFC-DD41-1AD54115098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C85A0B8-850C-DF2B-B277-B9451EBA7888}"/>
              </a:ext>
            </a:extLst>
          </p:cNvPr>
          <p:cNvSpPr>
            <a:spLocks noGrp="1"/>
          </p:cNvSpPr>
          <p:nvPr>
            <p:ph type="title"/>
          </p:nvPr>
        </p:nvSpPr>
        <p:spPr/>
        <p:txBody>
          <a:bodyPr/>
          <a:lstStyle/>
          <a:p>
            <a:r>
              <a:rPr lang="en-PH" dirty="0"/>
              <a:t>Pretest : Introductory Concepts to Programming </a:t>
            </a:r>
          </a:p>
        </p:txBody>
      </p:sp>
      <p:sp>
        <p:nvSpPr>
          <p:cNvPr id="3" name="Text Placeholder 2">
            <a:extLst>
              <a:ext uri="{FF2B5EF4-FFF2-40B4-BE49-F238E27FC236}">
                <a16:creationId xmlns:a16="http://schemas.microsoft.com/office/drawing/2014/main" id="{D34E9285-6EC3-FB96-628B-4E2D91CAF855}"/>
              </a:ext>
            </a:extLst>
          </p:cNvPr>
          <p:cNvSpPr>
            <a:spLocks noGrp="1"/>
          </p:cNvSpPr>
          <p:nvPr>
            <p:ph type="body" idx="1"/>
          </p:nvPr>
        </p:nvSpPr>
        <p:spPr>
          <a:xfrm>
            <a:off x="140125" y="1308259"/>
            <a:ext cx="8463308" cy="2724300"/>
          </a:xfrm>
        </p:spPr>
        <p:txBody>
          <a:bodyPr/>
          <a:lstStyle/>
          <a:p>
            <a:r>
              <a:rPr lang="en-PH" sz="2400" b="1" dirty="0">
                <a:latin typeface="Roboto Condensed" panose="02000000000000000000" pitchFamily="2" charset="0"/>
                <a:ea typeface="Roboto Condensed" panose="02000000000000000000" pitchFamily="2" charset="0"/>
                <a:cs typeface="Roboto Condensed" panose="02000000000000000000" pitchFamily="2" charset="0"/>
              </a:rPr>
              <a:t>5. Flowcharting</a:t>
            </a:r>
            <a:r>
              <a:rPr lang="en-PH" sz="2400" dirty="0">
                <a:latin typeface="Roboto Condensed" panose="02000000000000000000" pitchFamily="2" charset="0"/>
                <a:ea typeface="Roboto Condensed" panose="02000000000000000000" pitchFamily="2" charset="0"/>
                <a:cs typeface="Roboto Condensed" panose="02000000000000000000" pitchFamily="2" charset="0"/>
              </a:rPr>
              <a:t> In standard algorithm flowcharting, which geometric symbol is used to ask a Yes/No or True/False question, splitting the path of the program? </a:t>
            </a:r>
          </a:p>
          <a:p>
            <a:r>
              <a:rPr lang="en-PH" sz="2400" dirty="0">
                <a:latin typeface="Roboto Condensed" panose="02000000000000000000" pitchFamily="2" charset="0"/>
                <a:ea typeface="Roboto Condensed" panose="02000000000000000000" pitchFamily="2" charset="0"/>
                <a:cs typeface="Roboto Condensed" panose="02000000000000000000" pitchFamily="2" charset="0"/>
              </a:rPr>
              <a:t>a) Oval (Terminal) </a:t>
            </a:r>
          </a:p>
          <a:p>
            <a:r>
              <a:rPr lang="en-PH" sz="2400" dirty="0">
                <a:latin typeface="Roboto Condensed" panose="02000000000000000000" pitchFamily="2" charset="0"/>
                <a:ea typeface="Roboto Condensed" panose="02000000000000000000" pitchFamily="2" charset="0"/>
                <a:cs typeface="Roboto Condensed" panose="02000000000000000000" pitchFamily="2" charset="0"/>
              </a:rPr>
              <a:t>b) Parallelogram (Input/Output) </a:t>
            </a:r>
          </a:p>
          <a:p>
            <a:r>
              <a:rPr lang="en-PH" sz="2400" dirty="0">
                <a:latin typeface="Roboto Condensed" panose="02000000000000000000" pitchFamily="2" charset="0"/>
                <a:ea typeface="Roboto Condensed" panose="02000000000000000000" pitchFamily="2" charset="0"/>
                <a:cs typeface="Roboto Condensed" panose="02000000000000000000" pitchFamily="2" charset="0"/>
              </a:rPr>
              <a:t>c) Rectangle (Process) </a:t>
            </a:r>
          </a:p>
          <a:p>
            <a:r>
              <a:rPr lang="en-PH" sz="2400" dirty="0">
                <a:latin typeface="Roboto Condensed" panose="02000000000000000000" pitchFamily="2" charset="0"/>
                <a:ea typeface="Roboto Condensed" panose="02000000000000000000" pitchFamily="2" charset="0"/>
                <a:cs typeface="Roboto Condensed" panose="02000000000000000000" pitchFamily="2" charset="0"/>
              </a:rPr>
              <a:t>d) Diamond (Decision)</a:t>
            </a:r>
            <a:endParaRPr lang="en-PH" sz="2200" dirty="0">
              <a:latin typeface="Roboto Condensed" panose="02000000000000000000" pitchFamily="2" charset="0"/>
              <a:ea typeface="Roboto Condensed" panose="02000000000000000000" pitchFamily="2" charset="0"/>
              <a:cs typeface="Roboto Condensed" panose="02000000000000000000" pitchFamily="2" charset="0"/>
            </a:endParaRPr>
          </a:p>
        </p:txBody>
      </p:sp>
      <p:sp>
        <p:nvSpPr>
          <p:cNvPr id="5" name="Slide Number Placeholder 4">
            <a:extLst>
              <a:ext uri="{FF2B5EF4-FFF2-40B4-BE49-F238E27FC236}">
                <a16:creationId xmlns:a16="http://schemas.microsoft.com/office/drawing/2014/main" id="{B3D1D236-F40D-1C58-2F79-6C6CC95E973E}"/>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GB" smtClean="0"/>
              <a:t>7</a:t>
            </a:fld>
            <a:endParaRPr lang="en-GB"/>
          </a:p>
        </p:txBody>
      </p:sp>
      <p:grpSp>
        <p:nvGrpSpPr>
          <p:cNvPr id="6" name="Google Shape;194;p12">
            <a:extLst>
              <a:ext uri="{FF2B5EF4-FFF2-40B4-BE49-F238E27FC236}">
                <a16:creationId xmlns:a16="http://schemas.microsoft.com/office/drawing/2014/main" id="{A8411AEF-B3FF-2B4A-8BDA-8C6C8FB760B2}"/>
              </a:ext>
            </a:extLst>
          </p:cNvPr>
          <p:cNvGrpSpPr/>
          <p:nvPr/>
        </p:nvGrpSpPr>
        <p:grpSpPr>
          <a:xfrm>
            <a:off x="293683" y="574116"/>
            <a:ext cx="309041" cy="403123"/>
            <a:chOff x="590250" y="244200"/>
            <a:chExt cx="407975" cy="532175"/>
          </a:xfrm>
        </p:grpSpPr>
        <p:sp>
          <p:nvSpPr>
            <p:cNvPr id="7" name="Google Shape;195;p12">
              <a:extLst>
                <a:ext uri="{FF2B5EF4-FFF2-40B4-BE49-F238E27FC236}">
                  <a16:creationId xmlns:a16="http://schemas.microsoft.com/office/drawing/2014/main" id="{4268E257-C4EE-8A85-5812-8AA0A34A7004}"/>
                </a:ext>
              </a:extLst>
            </p:cNvPr>
            <p:cNvSpPr/>
            <p:nvPr/>
          </p:nvSpPr>
          <p:spPr>
            <a:xfrm>
              <a:off x="623125" y="313625"/>
              <a:ext cx="375100" cy="462750"/>
            </a:xfrm>
            <a:custGeom>
              <a:avLst/>
              <a:gdLst/>
              <a:ahLst/>
              <a:cxnLst/>
              <a:rect l="l" t="t" r="r" b="b"/>
              <a:pathLst>
                <a:path w="15004" h="18510" fill="none" extrusionOk="0">
                  <a:moveTo>
                    <a:pt x="1" y="17536"/>
                  </a:moveTo>
                  <a:lnTo>
                    <a:pt x="1" y="17536"/>
                  </a:lnTo>
                  <a:lnTo>
                    <a:pt x="1" y="17536"/>
                  </a:lnTo>
                  <a:lnTo>
                    <a:pt x="25" y="17682"/>
                  </a:lnTo>
                  <a:lnTo>
                    <a:pt x="49" y="17852"/>
                  </a:lnTo>
                  <a:lnTo>
                    <a:pt x="123" y="18023"/>
                  </a:lnTo>
                  <a:lnTo>
                    <a:pt x="220" y="18193"/>
                  </a:lnTo>
                  <a:lnTo>
                    <a:pt x="293" y="18291"/>
                  </a:lnTo>
                  <a:lnTo>
                    <a:pt x="390" y="18364"/>
                  </a:lnTo>
                  <a:lnTo>
                    <a:pt x="488" y="18412"/>
                  </a:lnTo>
                  <a:lnTo>
                    <a:pt x="610" y="18461"/>
                  </a:lnTo>
                  <a:lnTo>
                    <a:pt x="756" y="18510"/>
                  </a:lnTo>
                  <a:lnTo>
                    <a:pt x="926" y="18510"/>
                  </a:lnTo>
                  <a:lnTo>
                    <a:pt x="14468" y="18510"/>
                  </a:lnTo>
                  <a:lnTo>
                    <a:pt x="14468" y="18510"/>
                  </a:lnTo>
                  <a:lnTo>
                    <a:pt x="14541" y="18510"/>
                  </a:lnTo>
                  <a:lnTo>
                    <a:pt x="14614" y="18485"/>
                  </a:lnTo>
                  <a:lnTo>
                    <a:pt x="14736" y="18412"/>
                  </a:lnTo>
                  <a:lnTo>
                    <a:pt x="14833" y="18291"/>
                  </a:lnTo>
                  <a:lnTo>
                    <a:pt x="14906" y="18144"/>
                  </a:lnTo>
                  <a:lnTo>
                    <a:pt x="14955" y="17974"/>
                  </a:lnTo>
                  <a:lnTo>
                    <a:pt x="14979" y="17779"/>
                  </a:lnTo>
                  <a:lnTo>
                    <a:pt x="15003" y="17438"/>
                  </a:lnTo>
                  <a:lnTo>
                    <a:pt x="15003" y="487"/>
                  </a:lnTo>
                  <a:lnTo>
                    <a:pt x="15003" y="487"/>
                  </a:lnTo>
                  <a:lnTo>
                    <a:pt x="15003" y="341"/>
                  </a:lnTo>
                  <a:lnTo>
                    <a:pt x="14979" y="219"/>
                  </a:lnTo>
                  <a:lnTo>
                    <a:pt x="14955" y="146"/>
                  </a:lnTo>
                  <a:lnTo>
                    <a:pt x="14906" y="73"/>
                  </a:lnTo>
                  <a:lnTo>
                    <a:pt x="14833" y="49"/>
                  </a:lnTo>
                  <a:lnTo>
                    <a:pt x="14736" y="24"/>
                  </a:lnTo>
                  <a:lnTo>
                    <a:pt x="14468" y="0"/>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 name="Google Shape;196;p12">
              <a:extLst>
                <a:ext uri="{FF2B5EF4-FFF2-40B4-BE49-F238E27FC236}">
                  <a16:creationId xmlns:a16="http://schemas.microsoft.com/office/drawing/2014/main" id="{C4487B40-0387-DBEE-49BE-B3D170773FBD}"/>
                </a:ext>
              </a:extLst>
            </p:cNvPr>
            <p:cNvSpPr/>
            <p:nvPr/>
          </p:nvSpPr>
          <p:spPr>
            <a:xfrm>
              <a:off x="590250" y="269775"/>
              <a:ext cx="377525" cy="462775"/>
            </a:xfrm>
            <a:custGeom>
              <a:avLst/>
              <a:gdLst/>
              <a:ahLst/>
              <a:cxnLst/>
              <a:rect l="l" t="t" r="r" b="b"/>
              <a:pathLst>
                <a:path w="15101" h="18511" fill="none" extrusionOk="0">
                  <a:moveTo>
                    <a:pt x="14321" y="0"/>
                  </a:moveTo>
                  <a:lnTo>
                    <a:pt x="780" y="0"/>
                  </a:lnTo>
                  <a:lnTo>
                    <a:pt x="780" y="0"/>
                  </a:lnTo>
                  <a:lnTo>
                    <a:pt x="634" y="25"/>
                  </a:lnTo>
                  <a:lnTo>
                    <a:pt x="488" y="74"/>
                  </a:lnTo>
                  <a:lnTo>
                    <a:pt x="342" y="122"/>
                  </a:lnTo>
                  <a:lnTo>
                    <a:pt x="220" y="220"/>
                  </a:lnTo>
                  <a:lnTo>
                    <a:pt x="122" y="341"/>
                  </a:lnTo>
                  <a:lnTo>
                    <a:pt x="74" y="488"/>
                  </a:lnTo>
                  <a:lnTo>
                    <a:pt x="25" y="634"/>
                  </a:lnTo>
                  <a:lnTo>
                    <a:pt x="1" y="780"/>
                  </a:lnTo>
                  <a:lnTo>
                    <a:pt x="1" y="17731"/>
                  </a:lnTo>
                  <a:lnTo>
                    <a:pt x="1" y="17731"/>
                  </a:lnTo>
                  <a:lnTo>
                    <a:pt x="25" y="17877"/>
                  </a:lnTo>
                  <a:lnTo>
                    <a:pt x="74" y="18023"/>
                  </a:lnTo>
                  <a:lnTo>
                    <a:pt x="122" y="18169"/>
                  </a:lnTo>
                  <a:lnTo>
                    <a:pt x="220" y="18291"/>
                  </a:lnTo>
                  <a:lnTo>
                    <a:pt x="342" y="18388"/>
                  </a:lnTo>
                  <a:lnTo>
                    <a:pt x="488" y="18437"/>
                  </a:lnTo>
                  <a:lnTo>
                    <a:pt x="634" y="18486"/>
                  </a:lnTo>
                  <a:lnTo>
                    <a:pt x="780" y="18510"/>
                  </a:lnTo>
                  <a:lnTo>
                    <a:pt x="14321" y="18510"/>
                  </a:lnTo>
                  <a:lnTo>
                    <a:pt x="14321" y="18510"/>
                  </a:lnTo>
                  <a:lnTo>
                    <a:pt x="14467" y="18486"/>
                  </a:lnTo>
                  <a:lnTo>
                    <a:pt x="14614" y="18437"/>
                  </a:lnTo>
                  <a:lnTo>
                    <a:pt x="14760" y="18388"/>
                  </a:lnTo>
                  <a:lnTo>
                    <a:pt x="14881" y="18291"/>
                  </a:lnTo>
                  <a:lnTo>
                    <a:pt x="14979" y="18169"/>
                  </a:lnTo>
                  <a:lnTo>
                    <a:pt x="15028" y="18023"/>
                  </a:lnTo>
                  <a:lnTo>
                    <a:pt x="15076" y="17877"/>
                  </a:lnTo>
                  <a:lnTo>
                    <a:pt x="15101" y="17731"/>
                  </a:lnTo>
                  <a:lnTo>
                    <a:pt x="15101" y="780"/>
                  </a:lnTo>
                  <a:lnTo>
                    <a:pt x="15101" y="780"/>
                  </a:lnTo>
                  <a:lnTo>
                    <a:pt x="15076" y="634"/>
                  </a:lnTo>
                  <a:lnTo>
                    <a:pt x="15028" y="488"/>
                  </a:lnTo>
                  <a:lnTo>
                    <a:pt x="14979" y="341"/>
                  </a:lnTo>
                  <a:lnTo>
                    <a:pt x="14881" y="220"/>
                  </a:lnTo>
                  <a:lnTo>
                    <a:pt x="14760" y="122"/>
                  </a:lnTo>
                  <a:lnTo>
                    <a:pt x="14614" y="74"/>
                  </a:lnTo>
                  <a:lnTo>
                    <a:pt x="14467" y="25"/>
                  </a:lnTo>
                  <a:lnTo>
                    <a:pt x="14321" y="0"/>
                  </a:lnTo>
                  <a:lnTo>
                    <a:pt x="14321" y="0"/>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 name="Google Shape;197;p12">
              <a:extLst>
                <a:ext uri="{FF2B5EF4-FFF2-40B4-BE49-F238E27FC236}">
                  <a16:creationId xmlns:a16="http://schemas.microsoft.com/office/drawing/2014/main" id="{4D04CC72-0558-8B2F-C7B6-DD92B7122E0C}"/>
                </a:ext>
              </a:extLst>
            </p:cNvPr>
            <p:cNvSpPr/>
            <p:nvPr/>
          </p:nvSpPr>
          <p:spPr>
            <a:xfrm>
              <a:off x="796650" y="274025"/>
              <a:ext cx="45100" cy="45100"/>
            </a:xfrm>
            <a:custGeom>
              <a:avLst/>
              <a:gdLst/>
              <a:ahLst/>
              <a:cxnLst/>
              <a:rect l="l" t="t" r="r" b="b"/>
              <a:pathLst>
                <a:path w="1804" h="1804" fill="none" extrusionOk="0">
                  <a:moveTo>
                    <a:pt x="902" y="1"/>
                  </a:moveTo>
                  <a:lnTo>
                    <a:pt x="902" y="1"/>
                  </a:lnTo>
                  <a:lnTo>
                    <a:pt x="1073" y="25"/>
                  </a:lnTo>
                  <a:lnTo>
                    <a:pt x="1243" y="74"/>
                  </a:lnTo>
                  <a:lnTo>
                    <a:pt x="1414" y="147"/>
                  </a:lnTo>
                  <a:lnTo>
                    <a:pt x="1535" y="269"/>
                  </a:lnTo>
                  <a:lnTo>
                    <a:pt x="1657" y="391"/>
                  </a:lnTo>
                  <a:lnTo>
                    <a:pt x="1730" y="561"/>
                  </a:lnTo>
                  <a:lnTo>
                    <a:pt x="1779" y="732"/>
                  </a:lnTo>
                  <a:lnTo>
                    <a:pt x="1803" y="902"/>
                  </a:lnTo>
                  <a:lnTo>
                    <a:pt x="1803" y="902"/>
                  </a:lnTo>
                  <a:lnTo>
                    <a:pt x="1779" y="1073"/>
                  </a:lnTo>
                  <a:lnTo>
                    <a:pt x="1730" y="1243"/>
                  </a:lnTo>
                  <a:lnTo>
                    <a:pt x="1657" y="1414"/>
                  </a:lnTo>
                  <a:lnTo>
                    <a:pt x="1535" y="1535"/>
                  </a:lnTo>
                  <a:lnTo>
                    <a:pt x="1414" y="1657"/>
                  </a:lnTo>
                  <a:lnTo>
                    <a:pt x="1243" y="1730"/>
                  </a:lnTo>
                  <a:lnTo>
                    <a:pt x="1073" y="1779"/>
                  </a:lnTo>
                  <a:lnTo>
                    <a:pt x="902" y="1803"/>
                  </a:lnTo>
                  <a:lnTo>
                    <a:pt x="902" y="1803"/>
                  </a:lnTo>
                  <a:lnTo>
                    <a:pt x="732" y="1779"/>
                  </a:lnTo>
                  <a:lnTo>
                    <a:pt x="561" y="1730"/>
                  </a:lnTo>
                  <a:lnTo>
                    <a:pt x="391" y="1657"/>
                  </a:lnTo>
                  <a:lnTo>
                    <a:pt x="269" y="1535"/>
                  </a:lnTo>
                  <a:lnTo>
                    <a:pt x="147" y="1414"/>
                  </a:lnTo>
                  <a:lnTo>
                    <a:pt x="74" y="1243"/>
                  </a:lnTo>
                  <a:lnTo>
                    <a:pt x="25" y="1073"/>
                  </a:lnTo>
                  <a:lnTo>
                    <a:pt x="1" y="902"/>
                  </a:lnTo>
                  <a:lnTo>
                    <a:pt x="1" y="902"/>
                  </a:lnTo>
                  <a:lnTo>
                    <a:pt x="25" y="732"/>
                  </a:lnTo>
                  <a:lnTo>
                    <a:pt x="74" y="561"/>
                  </a:lnTo>
                  <a:lnTo>
                    <a:pt x="147" y="391"/>
                  </a:lnTo>
                  <a:lnTo>
                    <a:pt x="269" y="269"/>
                  </a:lnTo>
                  <a:lnTo>
                    <a:pt x="391" y="147"/>
                  </a:lnTo>
                  <a:lnTo>
                    <a:pt x="561" y="74"/>
                  </a:lnTo>
                  <a:lnTo>
                    <a:pt x="732" y="25"/>
                  </a:lnTo>
                  <a:lnTo>
                    <a:pt x="902" y="1"/>
                  </a:lnTo>
                  <a:lnTo>
                    <a:pt x="902" y="1"/>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 name="Google Shape;198;p12">
              <a:extLst>
                <a:ext uri="{FF2B5EF4-FFF2-40B4-BE49-F238E27FC236}">
                  <a16:creationId xmlns:a16="http://schemas.microsoft.com/office/drawing/2014/main" id="{DC066ADF-8F6B-0F39-9C57-D7E30FE89998}"/>
                </a:ext>
              </a:extLst>
            </p:cNvPr>
            <p:cNvSpPr/>
            <p:nvPr/>
          </p:nvSpPr>
          <p:spPr>
            <a:xfrm>
              <a:off x="713850" y="274025"/>
              <a:ext cx="45075" cy="45100"/>
            </a:xfrm>
            <a:custGeom>
              <a:avLst/>
              <a:gdLst/>
              <a:ahLst/>
              <a:cxnLst/>
              <a:rect l="l" t="t" r="r" b="b"/>
              <a:pathLst>
                <a:path w="1803" h="1804" fill="none" extrusionOk="0">
                  <a:moveTo>
                    <a:pt x="902" y="1"/>
                  </a:moveTo>
                  <a:lnTo>
                    <a:pt x="902" y="1"/>
                  </a:lnTo>
                  <a:lnTo>
                    <a:pt x="1072" y="25"/>
                  </a:lnTo>
                  <a:lnTo>
                    <a:pt x="1243" y="74"/>
                  </a:lnTo>
                  <a:lnTo>
                    <a:pt x="1413" y="147"/>
                  </a:lnTo>
                  <a:lnTo>
                    <a:pt x="1535" y="269"/>
                  </a:lnTo>
                  <a:lnTo>
                    <a:pt x="1657" y="391"/>
                  </a:lnTo>
                  <a:lnTo>
                    <a:pt x="1730" y="561"/>
                  </a:lnTo>
                  <a:lnTo>
                    <a:pt x="1779" y="732"/>
                  </a:lnTo>
                  <a:lnTo>
                    <a:pt x="1803" y="902"/>
                  </a:lnTo>
                  <a:lnTo>
                    <a:pt x="1803" y="902"/>
                  </a:lnTo>
                  <a:lnTo>
                    <a:pt x="1779" y="1073"/>
                  </a:lnTo>
                  <a:lnTo>
                    <a:pt x="1730" y="1243"/>
                  </a:lnTo>
                  <a:lnTo>
                    <a:pt x="1657" y="1414"/>
                  </a:lnTo>
                  <a:lnTo>
                    <a:pt x="1535" y="1535"/>
                  </a:lnTo>
                  <a:lnTo>
                    <a:pt x="1413" y="1657"/>
                  </a:lnTo>
                  <a:lnTo>
                    <a:pt x="1243" y="1730"/>
                  </a:lnTo>
                  <a:lnTo>
                    <a:pt x="1072" y="1779"/>
                  </a:lnTo>
                  <a:lnTo>
                    <a:pt x="902" y="1803"/>
                  </a:lnTo>
                  <a:lnTo>
                    <a:pt x="902" y="1803"/>
                  </a:lnTo>
                  <a:lnTo>
                    <a:pt x="731" y="1779"/>
                  </a:lnTo>
                  <a:lnTo>
                    <a:pt x="561" y="1730"/>
                  </a:lnTo>
                  <a:lnTo>
                    <a:pt x="390" y="1657"/>
                  </a:lnTo>
                  <a:lnTo>
                    <a:pt x="269" y="1535"/>
                  </a:lnTo>
                  <a:lnTo>
                    <a:pt x="147" y="1414"/>
                  </a:lnTo>
                  <a:lnTo>
                    <a:pt x="74" y="1243"/>
                  </a:lnTo>
                  <a:lnTo>
                    <a:pt x="25" y="1073"/>
                  </a:lnTo>
                  <a:lnTo>
                    <a:pt x="1" y="902"/>
                  </a:lnTo>
                  <a:lnTo>
                    <a:pt x="1" y="902"/>
                  </a:lnTo>
                  <a:lnTo>
                    <a:pt x="25" y="732"/>
                  </a:lnTo>
                  <a:lnTo>
                    <a:pt x="74" y="561"/>
                  </a:lnTo>
                  <a:lnTo>
                    <a:pt x="147" y="391"/>
                  </a:lnTo>
                  <a:lnTo>
                    <a:pt x="269" y="269"/>
                  </a:lnTo>
                  <a:lnTo>
                    <a:pt x="390" y="147"/>
                  </a:lnTo>
                  <a:lnTo>
                    <a:pt x="561" y="74"/>
                  </a:lnTo>
                  <a:lnTo>
                    <a:pt x="731" y="25"/>
                  </a:lnTo>
                  <a:lnTo>
                    <a:pt x="902" y="1"/>
                  </a:lnTo>
                  <a:lnTo>
                    <a:pt x="902" y="1"/>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Google Shape;199;p12">
              <a:extLst>
                <a:ext uri="{FF2B5EF4-FFF2-40B4-BE49-F238E27FC236}">
                  <a16:creationId xmlns:a16="http://schemas.microsoft.com/office/drawing/2014/main" id="{C9CD2C43-CECA-FFD4-EA5B-6B9E12138FE3}"/>
                </a:ext>
              </a:extLst>
            </p:cNvPr>
            <p:cNvSpPr/>
            <p:nvPr/>
          </p:nvSpPr>
          <p:spPr>
            <a:xfrm>
              <a:off x="631050" y="274025"/>
              <a:ext cx="45075" cy="45100"/>
            </a:xfrm>
            <a:custGeom>
              <a:avLst/>
              <a:gdLst/>
              <a:ahLst/>
              <a:cxnLst/>
              <a:rect l="l" t="t" r="r" b="b"/>
              <a:pathLst>
                <a:path w="1803" h="1804" fill="none" extrusionOk="0">
                  <a:moveTo>
                    <a:pt x="0" y="902"/>
                  </a:moveTo>
                  <a:lnTo>
                    <a:pt x="0" y="902"/>
                  </a:lnTo>
                  <a:lnTo>
                    <a:pt x="25" y="732"/>
                  </a:lnTo>
                  <a:lnTo>
                    <a:pt x="73" y="561"/>
                  </a:lnTo>
                  <a:lnTo>
                    <a:pt x="147" y="391"/>
                  </a:lnTo>
                  <a:lnTo>
                    <a:pt x="268" y="269"/>
                  </a:lnTo>
                  <a:lnTo>
                    <a:pt x="390" y="147"/>
                  </a:lnTo>
                  <a:lnTo>
                    <a:pt x="561" y="74"/>
                  </a:lnTo>
                  <a:lnTo>
                    <a:pt x="731" y="25"/>
                  </a:lnTo>
                  <a:lnTo>
                    <a:pt x="902" y="1"/>
                  </a:lnTo>
                  <a:lnTo>
                    <a:pt x="902" y="1"/>
                  </a:lnTo>
                  <a:lnTo>
                    <a:pt x="1072" y="25"/>
                  </a:lnTo>
                  <a:lnTo>
                    <a:pt x="1243" y="74"/>
                  </a:lnTo>
                  <a:lnTo>
                    <a:pt x="1413" y="147"/>
                  </a:lnTo>
                  <a:lnTo>
                    <a:pt x="1535" y="269"/>
                  </a:lnTo>
                  <a:lnTo>
                    <a:pt x="1657" y="391"/>
                  </a:lnTo>
                  <a:lnTo>
                    <a:pt x="1730" y="561"/>
                  </a:lnTo>
                  <a:lnTo>
                    <a:pt x="1778" y="732"/>
                  </a:lnTo>
                  <a:lnTo>
                    <a:pt x="1803" y="902"/>
                  </a:lnTo>
                  <a:lnTo>
                    <a:pt x="1803" y="902"/>
                  </a:lnTo>
                  <a:lnTo>
                    <a:pt x="1778" y="1073"/>
                  </a:lnTo>
                  <a:lnTo>
                    <a:pt x="1730" y="1243"/>
                  </a:lnTo>
                  <a:lnTo>
                    <a:pt x="1657" y="1414"/>
                  </a:lnTo>
                  <a:lnTo>
                    <a:pt x="1535" y="1535"/>
                  </a:lnTo>
                  <a:lnTo>
                    <a:pt x="1413" y="1657"/>
                  </a:lnTo>
                  <a:lnTo>
                    <a:pt x="1243" y="1730"/>
                  </a:lnTo>
                  <a:lnTo>
                    <a:pt x="1072" y="1779"/>
                  </a:lnTo>
                  <a:lnTo>
                    <a:pt x="902" y="1803"/>
                  </a:lnTo>
                  <a:lnTo>
                    <a:pt x="902" y="1803"/>
                  </a:lnTo>
                  <a:lnTo>
                    <a:pt x="731" y="1779"/>
                  </a:lnTo>
                  <a:lnTo>
                    <a:pt x="561" y="1730"/>
                  </a:lnTo>
                  <a:lnTo>
                    <a:pt x="390" y="1657"/>
                  </a:lnTo>
                  <a:lnTo>
                    <a:pt x="268" y="1535"/>
                  </a:lnTo>
                  <a:lnTo>
                    <a:pt x="147" y="1414"/>
                  </a:lnTo>
                  <a:lnTo>
                    <a:pt x="73" y="1243"/>
                  </a:lnTo>
                  <a:lnTo>
                    <a:pt x="25" y="1073"/>
                  </a:lnTo>
                  <a:lnTo>
                    <a:pt x="0" y="902"/>
                  </a:lnTo>
                  <a:lnTo>
                    <a:pt x="0" y="902"/>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200;p12">
              <a:extLst>
                <a:ext uri="{FF2B5EF4-FFF2-40B4-BE49-F238E27FC236}">
                  <a16:creationId xmlns:a16="http://schemas.microsoft.com/office/drawing/2014/main" id="{E3A8324D-D916-16FD-8DE9-729126CF1BDB}"/>
                </a:ext>
              </a:extLst>
            </p:cNvPr>
            <p:cNvSpPr/>
            <p:nvPr/>
          </p:nvSpPr>
          <p:spPr>
            <a:xfrm>
              <a:off x="649925" y="590050"/>
              <a:ext cx="133975" cy="25"/>
            </a:xfrm>
            <a:custGeom>
              <a:avLst/>
              <a:gdLst/>
              <a:ahLst/>
              <a:cxnLst/>
              <a:rect l="l" t="t" r="r" b="b"/>
              <a:pathLst>
                <a:path w="5359" h="1" fill="none" extrusionOk="0">
                  <a:moveTo>
                    <a:pt x="5358" y="0"/>
                  </a:moveTo>
                  <a:lnTo>
                    <a:pt x="0" y="0"/>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201;p12">
              <a:extLst>
                <a:ext uri="{FF2B5EF4-FFF2-40B4-BE49-F238E27FC236}">
                  <a16:creationId xmlns:a16="http://schemas.microsoft.com/office/drawing/2014/main" id="{B3D66C32-A9DD-2E0D-7AA5-15E47848586B}"/>
                </a:ext>
              </a:extLst>
            </p:cNvPr>
            <p:cNvSpPr/>
            <p:nvPr/>
          </p:nvSpPr>
          <p:spPr>
            <a:xfrm>
              <a:off x="649925" y="534625"/>
              <a:ext cx="255750" cy="25"/>
            </a:xfrm>
            <a:custGeom>
              <a:avLst/>
              <a:gdLst/>
              <a:ahLst/>
              <a:cxnLst/>
              <a:rect l="l" t="t" r="r" b="b"/>
              <a:pathLst>
                <a:path w="10230" h="1" fill="none" extrusionOk="0">
                  <a:moveTo>
                    <a:pt x="10229" y="1"/>
                  </a:moveTo>
                  <a:lnTo>
                    <a:pt x="0" y="1"/>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202;p12">
              <a:extLst>
                <a:ext uri="{FF2B5EF4-FFF2-40B4-BE49-F238E27FC236}">
                  <a16:creationId xmlns:a16="http://schemas.microsoft.com/office/drawing/2014/main" id="{0E9CAB05-C1E3-DAA2-23B6-56AB9C760076}"/>
                </a:ext>
              </a:extLst>
            </p:cNvPr>
            <p:cNvSpPr/>
            <p:nvPr/>
          </p:nvSpPr>
          <p:spPr>
            <a:xfrm>
              <a:off x="649925" y="479825"/>
              <a:ext cx="255750" cy="25"/>
            </a:xfrm>
            <a:custGeom>
              <a:avLst/>
              <a:gdLst/>
              <a:ahLst/>
              <a:cxnLst/>
              <a:rect l="l" t="t" r="r" b="b"/>
              <a:pathLst>
                <a:path w="10230" h="1" fill="none" extrusionOk="0">
                  <a:moveTo>
                    <a:pt x="10229" y="1"/>
                  </a:moveTo>
                  <a:lnTo>
                    <a:pt x="0" y="1"/>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203;p12">
              <a:extLst>
                <a:ext uri="{FF2B5EF4-FFF2-40B4-BE49-F238E27FC236}">
                  <a16:creationId xmlns:a16="http://schemas.microsoft.com/office/drawing/2014/main" id="{AF7A1C63-7B2F-9567-6671-2BE790F27C9E}"/>
                </a:ext>
              </a:extLst>
            </p:cNvPr>
            <p:cNvSpPr/>
            <p:nvPr/>
          </p:nvSpPr>
          <p:spPr>
            <a:xfrm>
              <a:off x="649925" y="424425"/>
              <a:ext cx="255750" cy="25"/>
            </a:xfrm>
            <a:custGeom>
              <a:avLst/>
              <a:gdLst/>
              <a:ahLst/>
              <a:cxnLst/>
              <a:rect l="l" t="t" r="r" b="b"/>
              <a:pathLst>
                <a:path w="10230" h="1" fill="none" extrusionOk="0">
                  <a:moveTo>
                    <a:pt x="10229" y="1"/>
                  </a:moveTo>
                  <a:lnTo>
                    <a:pt x="0" y="1"/>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204;p12">
              <a:extLst>
                <a:ext uri="{FF2B5EF4-FFF2-40B4-BE49-F238E27FC236}">
                  <a16:creationId xmlns:a16="http://schemas.microsoft.com/office/drawing/2014/main" id="{4B08AF7B-2C1C-C3B7-9BF0-A1ED63B1EFBC}"/>
                </a:ext>
              </a:extLst>
            </p:cNvPr>
            <p:cNvSpPr/>
            <p:nvPr/>
          </p:nvSpPr>
          <p:spPr>
            <a:xfrm>
              <a:off x="879475" y="274025"/>
              <a:ext cx="45075" cy="45100"/>
            </a:xfrm>
            <a:custGeom>
              <a:avLst/>
              <a:gdLst/>
              <a:ahLst/>
              <a:cxnLst/>
              <a:rect l="l" t="t" r="r" b="b"/>
              <a:pathLst>
                <a:path w="1803" h="1804" fill="none" extrusionOk="0">
                  <a:moveTo>
                    <a:pt x="901" y="1803"/>
                  </a:moveTo>
                  <a:lnTo>
                    <a:pt x="901" y="1803"/>
                  </a:lnTo>
                  <a:lnTo>
                    <a:pt x="731" y="1779"/>
                  </a:lnTo>
                  <a:lnTo>
                    <a:pt x="560" y="1730"/>
                  </a:lnTo>
                  <a:lnTo>
                    <a:pt x="390" y="1657"/>
                  </a:lnTo>
                  <a:lnTo>
                    <a:pt x="268" y="1535"/>
                  </a:lnTo>
                  <a:lnTo>
                    <a:pt x="146" y="1414"/>
                  </a:lnTo>
                  <a:lnTo>
                    <a:pt x="73" y="1243"/>
                  </a:lnTo>
                  <a:lnTo>
                    <a:pt x="25" y="1073"/>
                  </a:lnTo>
                  <a:lnTo>
                    <a:pt x="0" y="902"/>
                  </a:lnTo>
                  <a:lnTo>
                    <a:pt x="0" y="902"/>
                  </a:lnTo>
                  <a:lnTo>
                    <a:pt x="25" y="732"/>
                  </a:lnTo>
                  <a:lnTo>
                    <a:pt x="73" y="561"/>
                  </a:lnTo>
                  <a:lnTo>
                    <a:pt x="146" y="391"/>
                  </a:lnTo>
                  <a:lnTo>
                    <a:pt x="268" y="269"/>
                  </a:lnTo>
                  <a:lnTo>
                    <a:pt x="390" y="147"/>
                  </a:lnTo>
                  <a:lnTo>
                    <a:pt x="560" y="74"/>
                  </a:lnTo>
                  <a:lnTo>
                    <a:pt x="731" y="25"/>
                  </a:lnTo>
                  <a:lnTo>
                    <a:pt x="901" y="1"/>
                  </a:lnTo>
                  <a:lnTo>
                    <a:pt x="901" y="1"/>
                  </a:lnTo>
                  <a:lnTo>
                    <a:pt x="1072" y="25"/>
                  </a:lnTo>
                  <a:lnTo>
                    <a:pt x="1242" y="74"/>
                  </a:lnTo>
                  <a:lnTo>
                    <a:pt x="1413" y="147"/>
                  </a:lnTo>
                  <a:lnTo>
                    <a:pt x="1535" y="269"/>
                  </a:lnTo>
                  <a:lnTo>
                    <a:pt x="1656" y="391"/>
                  </a:lnTo>
                  <a:lnTo>
                    <a:pt x="1729" y="561"/>
                  </a:lnTo>
                  <a:lnTo>
                    <a:pt x="1778" y="732"/>
                  </a:lnTo>
                  <a:lnTo>
                    <a:pt x="1802" y="902"/>
                  </a:lnTo>
                  <a:lnTo>
                    <a:pt x="1802" y="902"/>
                  </a:lnTo>
                  <a:lnTo>
                    <a:pt x="1778" y="1073"/>
                  </a:lnTo>
                  <a:lnTo>
                    <a:pt x="1729" y="1243"/>
                  </a:lnTo>
                  <a:lnTo>
                    <a:pt x="1656" y="1414"/>
                  </a:lnTo>
                  <a:lnTo>
                    <a:pt x="1535" y="1535"/>
                  </a:lnTo>
                  <a:lnTo>
                    <a:pt x="1413" y="1657"/>
                  </a:lnTo>
                  <a:lnTo>
                    <a:pt x="1242" y="1730"/>
                  </a:lnTo>
                  <a:lnTo>
                    <a:pt x="1072" y="1779"/>
                  </a:lnTo>
                  <a:lnTo>
                    <a:pt x="901" y="1803"/>
                  </a:lnTo>
                  <a:lnTo>
                    <a:pt x="901" y="1803"/>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205;p12">
              <a:extLst>
                <a:ext uri="{FF2B5EF4-FFF2-40B4-BE49-F238E27FC236}">
                  <a16:creationId xmlns:a16="http://schemas.microsoft.com/office/drawing/2014/main" id="{2BBAED17-29E3-7F50-3D18-DEB418A71AF6}"/>
                </a:ext>
              </a:extLst>
            </p:cNvPr>
            <p:cNvSpPr/>
            <p:nvPr/>
          </p:nvSpPr>
          <p:spPr>
            <a:xfrm>
              <a:off x="654800" y="244200"/>
              <a:ext cx="25" cy="51175"/>
            </a:xfrm>
            <a:custGeom>
              <a:avLst/>
              <a:gdLst/>
              <a:ahLst/>
              <a:cxnLst/>
              <a:rect l="l" t="t" r="r" b="b"/>
              <a:pathLst>
                <a:path w="1" h="2047" fill="none" extrusionOk="0">
                  <a:moveTo>
                    <a:pt x="0" y="1"/>
                  </a:moveTo>
                  <a:lnTo>
                    <a:pt x="0" y="2046"/>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 name="Google Shape;206;p12">
              <a:extLst>
                <a:ext uri="{FF2B5EF4-FFF2-40B4-BE49-F238E27FC236}">
                  <a16:creationId xmlns:a16="http://schemas.microsoft.com/office/drawing/2014/main" id="{7A911235-E943-A03A-DAA9-1A679AE062AF}"/>
                </a:ext>
              </a:extLst>
            </p:cNvPr>
            <p:cNvSpPr/>
            <p:nvPr/>
          </p:nvSpPr>
          <p:spPr>
            <a:xfrm>
              <a:off x="737600" y="244200"/>
              <a:ext cx="25" cy="51175"/>
            </a:xfrm>
            <a:custGeom>
              <a:avLst/>
              <a:gdLst/>
              <a:ahLst/>
              <a:cxnLst/>
              <a:rect l="l" t="t" r="r" b="b"/>
              <a:pathLst>
                <a:path w="1" h="2047" fill="none" extrusionOk="0">
                  <a:moveTo>
                    <a:pt x="1" y="1"/>
                  </a:moveTo>
                  <a:lnTo>
                    <a:pt x="1" y="2046"/>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 name="Google Shape;207;p12">
              <a:extLst>
                <a:ext uri="{FF2B5EF4-FFF2-40B4-BE49-F238E27FC236}">
                  <a16:creationId xmlns:a16="http://schemas.microsoft.com/office/drawing/2014/main" id="{DEDE0836-E87C-AB91-FCC2-9F0FB51605FB}"/>
                </a:ext>
              </a:extLst>
            </p:cNvPr>
            <p:cNvSpPr/>
            <p:nvPr/>
          </p:nvSpPr>
          <p:spPr>
            <a:xfrm>
              <a:off x="820400" y="244200"/>
              <a:ext cx="25" cy="51175"/>
            </a:xfrm>
            <a:custGeom>
              <a:avLst/>
              <a:gdLst/>
              <a:ahLst/>
              <a:cxnLst/>
              <a:rect l="l" t="t" r="r" b="b"/>
              <a:pathLst>
                <a:path w="1" h="2047" fill="none" extrusionOk="0">
                  <a:moveTo>
                    <a:pt x="1" y="1"/>
                  </a:moveTo>
                  <a:lnTo>
                    <a:pt x="1" y="2046"/>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208;p12">
              <a:extLst>
                <a:ext uri="{FF2B5EF4-FFF2-40B4-BE49-F238E27FC236}">
                  <a16:creationId xmlns:a16="http://schemas.microsoft.com/office/drawing/2014/main" id="{EFA84E7B-2FEA-2F07-43FE-3C221A5F5F0C}"/>
                </a:ext>
              </a:extLst>
            </p:cNvPr>
            <p:cNvSpPr/>
            <p:nvPr/>
          </p:nvSpPr>
          <p:spPr>
            <a:xfrm>
              <a:off x="903225" y="244200"/>
              <a:ext cx="25" cy="51175"/>
            </a:xfrm>
            <a:custGeom>
              <a:avLst/>
              <a:gdLst/>
              <a:ahLst/>
              <a:cxnLst/>
              <a:rect l="l" t="t" r="r" b="b"/>
              <a:pathLst>
                <a:path w="1" h="2047" fill="none" extrusionOk="0">
                  <a:moveTo>
                    <a:pt x="0" y="1"/>
                  </a:moveTo>
                  <a:lnTo>
                    <a:pt x="0" y="2046"/>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4027256977"/>
      </p:ext>
    </p:extLst>
  </p:cSld>
  <p:clrMapOvr>
    <a:masterClrMapping/>
  </p:clrMapOvr>
  <p:transition>
    <p:fade thruBlk="1"/>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592EE0-BEFB-D95C-49CF-45E73000C46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375E844-CED8-A609-2FF5-CA8D99DEEB44}"/>
              </a:ext>
            </a:extLst>
          </p:cNvPr>
          <p:cNvSpPr>
            <a:spLocks noGrp="1"/>
          </p:cNvSpPr>
          <p:nvPr>
            <p:ph type="title"/>
          </p:nvPr>
        </p:nvSpPr>
        <p:spPr/>
        <p:txBody>
          <a:bodyPr/>
          <a:lstStyle/>
          <a:p>
            <a:r>
              <a:rPr lang="en-PH" dirty="0"/>
              <a:t>Pretest : Introductory Concepts to Programming </a:t>
            </a:r>
          </a:p>
        </p:txBody>
      </p:sp>
      <p:sp>
        <p:nvSpPr>
          <p:cNvPr id="3" name="Text Placeholder 2">
            <a:extLst>
              <a:ext uri="{FF2B5EF4-FFF2-40B4-BE49-F238E27FC236}">
                <a16:creationId xmlns:a16="http://schemas.microsoft.com/office/drawing/2014/main" id="{ED8F7BA7-D1E2-5DD4-4FF0-445323ECD8E9}"/>
              </a:ext>
            </a:extLst>
          </p:cNvPr>
          <p:cNvSpPr>
            <a:spLocks noGrp="1"/>
          </p:cNvSpPr>
          <p:nvPr>
            <p:ph type="body" idx="1"/>
          </p:nvPr>
        </p:nvSpPr>
        <p:spPr>
          <a:xfrm>
            <a:off x="140125" y="1308259"/>
            <a:ext cx="8463308" cy="2724300"/>
          </a:xfrm>
        </p:spPr>
        <p:txBody>
          <a:bodyPr/>
          <a:lstStyle/>
          <a:p>
            <a:r>
              <a:rPr lang="en-PH" b="1" dirty="0">
                <a:latin typeface="Roboto Condensed" panose="02000000000000000000" pitchFamily="2" charset="0"/>
                <a:ea typeface="Roboto Condensed" panose="02000000000000000000" pitchFamily="2" charset="0"/>
                <a:cs typeface="Roboto Condensed" panose="02000000000000000000" pitchFamily="2" charset="0"/>
              </a:rPr>
              <a:t>Answer Key for the Instructor</a:t>
            </a:r>
          </a:p>
          <a:p>
            <a:pPr lvl="0"/>
            <a:r>
              <a:rPr lang="en-PH" b="1" dirty="0">
                <a:latin typeface="Roboto Condensed" panose="02000000000000000000" pitchFamily="2" charset="0"/>
                <a:ea typeface="Roboto Condensed" panose="02000000000000000000" pitchFamily="2" charset="0"/>
                <a:cs typeface="Roboto Condensed" panose="02000000000000000000" pitchFamily="2" charset="0"/>
              </a:rPr>
              <a:t>b) Hardware</a:t>
            </a:r>
            <a:r>
              <a:rPr lang="en-PH" dirty="0">
                <a:latin typeface="Roboto Condensed" panose="02000000000000000000" pitchFamily="2" charset="0"/>
                <a:ea typeface="Roboto Condensed" panose="02000000000000000000" pitchFamily="2" charset="0"/>
                <a:cs typeface="Roboto Condensed" panose="02000000000000000000" pitchFamily="2" charset="0"/>
              </a:rPr>
              <a:t> - Hardware refers to the tangible parts of the computer. </a:t>
            </a:r>
          </a:p>
          <a:p>
            <a:pPr lvl="0"/>
            <a:r>
              <a:rPr lang="en-PH" b="1" dirty="0">
                <a:latin typeface="Roboto Condensed" panose="02000000000000000000" pitchFamily="2" charset="0"/>
                <a:ea typeface="Roboto Condensed" panose="02000000000000000000" pitchFamily="2" charset="0"/>
                <a:cs typeface="Roboto Condensed" panose="02000000000000000000" pitchFamily="2" charset="0"/>
              </a:rPr>
              <a:t>c) Interpreter</a:t>
            </a:r>
            <a:r>
              <a:rPr lang="en-PH" dirty="0">
                <a:latin typeface="Roboto Condensed" panose="02000000000000000000" pitchFamily="2" charset="0"/>
                <a:ea typeface="Roboto Condensed" panose="02000000000000000000" pitchFamily="2" charset="0"/>
                <a:cs typeface="Roboto Condensed" panose="02000000000000000000" pitchFamily="2" charset="0"/>
              </a:rPr>
              <a:t> - An interpreter translates and executes code line-by-line, on the fly. </a:t>
            </a:r>
          </a:p>
          <a:p>
            <a:pPr lvl="0"/>
            <a:r>
              <a:rPr lang="en-PH" b="1" dirty="0">
                <a:latin typeface="Roboto Condensed" panose="02000000000000000000" pitchFamily="2" charset="0"/>
                <a:ea typeface="Roboto Condensed" panose="02000000000000000000" pitchFamily="2" charset="0"/>
                <a:cs typeface="Roboto Condensed" panose="02000000000000000000" pitchFamily="2" charset="0"/>
              </a:rPr>
              <a:t>b) You risk building a brilliant solution to the wrong problem.</a:t>
            </a:r>
            <a:r>
              <a:rPr lang="en-PH" dirty="0">
                <a:latin typeface="Roboto Condensed" panose="02000000000000000000" pitchFamily="2" charset="0"/>
                <a:ea typeface="Roboto Condensed" panose="02000000000000000000" pitchFamily="2" charset="0"/>
                <a:cs typeface="Roboto Condensed" panose="02000000000000000000" pitchFamily="2" charset="0"/>
              </a:rPr>
              <a:t> - If you skip problem definition, you risk building a solution for the wrong problem. </a:t>
            </a:r>
          </a:p>
          <a:p>
            <a:pPr lvl="0"/>
            <a:r>
              <a:rPr lang="en-PH" b="1" dirty="0">
                <a:latin typeface="Roboto Condensed" panose="02000000000000000000" pitchFamily="2" charset="0"/>
                <a:ea typeface="Roboto Condensed" panose="02000000000000000000" pitchFamily="2" charset="0"/>
                <a:cs typeface="Roboto Condensed" panose="02000000000000000000" pitchFamily="2" charset="0"/>
              </a:rPr>
              <a:t>b) Process</a:t>
            </a:r>
            <a:r>
              <a:rPr lang="en-PH" dirty="0">
                <a:latin typeface="Roboto Condensed" panose="02000000000000000000" pitchFamily="2" charset="0"/>
                <a:ea typeface="Roboto Condensed" panose="02000000000000000000" pitchFamily="2" charset="0"/>
                <a:cs typeface="Roboto Condensed" panose="02000000000000000000" pitchFamily="2" charset="0"/>
              </a:rPr>
              <a:t> - Processes are the logic, calculations, or steps the program performs to transform input into output. </a:t>
            </a:r>
          </a:p>
          <a:p>
            <a:pPr lvl="0"/>
            <a:r>
              <a:rPr lang="en-PH" b="1" dirty="0">
                <a:latin typeface="Roboto Condensed" panose="02000000000000000000" pitchFamily="2" charset="0"/>
                <a:ea typeface="Roboto Condensed" panose="02000000000000000000" pitchFamily="2" charset="0"/>
                <a:cs typeface="Roboto Condensed" panose="02000000000000000000" pitchFamily="2" charset="0"/>
              </a:rPr>
              <a:t>d) Diamond (Decision)</a:t>
            </a:r>
            <a:r>
              <a:rPr lang="en-PH" dirty="0">
                <a:latin typeface="Roboto Condensed" panose="02000000000000000000" pitchFamily="2" charset="0"/>
                <a:ea typeface="Roboto Condensed" panose="02000000000000000000" pitchFamily="2" charset="0"/>
                <a:cs typeface="Roboto Condensed" panose="02000000000000000000" pitchFamily="2" charset="0"/>
              </a:rPr>
              <a:t> - The diamond symbol asks a Yes/No or True/False question, splitting the program's path. </a:t>
            </a:r>
          </a:p>
        </p:txBody>
      </p:sp>
      <p:sp>
        <p:nvSpPr>
          <p:cNvPr id="5" name="Slide Number Placeholder 4">
            <a:extLst>
              <a:ext uri="{FF2B5EF4-FFF2-40B4-BE49-F238E27FC236}">
                <a16:creationId xmlns:a16="http://schemas.microsoft.com/office/drawing/2014/main" id="{DAD95ECC-0128-08D6-E14B-0E1638D7F75F}"/>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GB" smtClean="0"/>
              <a:t>8</a:t>
            </a:fld>
            <a:endParaRPr lang="en-GB"/>
          </a:p>
        </p:txBody>
      </p:sp>
      <p:grpSp>
        <p:nvGrpSpPr>
          <p:cNvPr id="6" name="Google Shape;194;p12">
            <a:extLst>
              <a:ext uri="{FF2B5EF4-FFF2-40B4-BE49-F238E27FC236}">
                <a16:creationId xmlns:a16="http://schemas.microsoft.com/office/drawing/2014/main" id="{9CCEB1E5-E905-A469-4BF5-17100ED3BDBF}"/>
              </a:ext>
            </a:extLst>
          </p:cNvPr>
          <p:cNvGrpSpPr/>
          <p:nvPr/>
        </p:nvGrpSpPr>
        <p:grpSpPr>
          <a:xfrm>
            <a:off x="293683" y="574116"/>
            <a:ext cx="309041" cy="403123"/>
            <a:chOff x="590250" y="244200"/>
            <a:chExt cx="407975" cy="532175"/>
          </a:xfrm>
        </p:grpSpPr>
        <p:sp>
          <p:nvSpPr>
            <p:cNvPr id="7" name="Google Shape;195;p12">
              <a:extLst>
                <a:ext uri="{FF2B5EF4-FFF2-40B4-BE49-F238E27FC236}">
                  <a16:creationId xmlns:a16="http://schemas.microsoft.com/office/drawing/2014/main" id="{1D9B2250-3BED-6D18-9F3A-907E0E4F52B6}"/>
                </a:ext>
              </a:extLst>
            </p:cNvPr>
            <p:cNvSpPr/>
            <p:nvPr/>
          </p:nvSpPr>
          <p:spPr>
            <a:xfrm>
              <a:off x="623125" y="313625"/>
              <a:ext cx="375100" cy="462750"/>
            </a:xfrm>
            <a:custGeom>
              <a:avLst/>
              <a:gdLst/>
              <a:ahLst/>
              <a:cxnLst/>
              <a:rect l="l" t="t" r="r" b="b"/>
              <a:pathLst>
                <a:path w="15004" h="18510" fill="none" extrusionOk="0">
                  <a:moveTo>
                    <a:pt x="1" y="17536"/>
                  </a:moveTo>
                  <a:lnTo>
                    <a:pt x="1" y="17536"/>
                  </a:lnTo>
                  <a:lnTo>
                    <a:pt x="1" y="17536"/>
                  </a:lnTo>
                  <a:lnTo>
                    <a:pt x="25" y="17682"/>
                  </a:lnTo>
                  <a:lnTo>
                    <a:pt x="49" y="17852"/>
                  </a:lnTo>
                  <a:lnTo>
                    <a:pt x="123" y="18023"/>
                  </a:lnTo>
                  <a:lnTo>
                    <a:pt x="220" y="18193"/>
                  </a:lnTo>
                  <a:lnTo>
                    <a:pt x="293" y="18291"/>
                  </a:lnTo>
                  <a:lnTo>
                    <a:pt x="390" y="18364"/>
                  </a:lnTo>
                  <a:lnTo>
                    <a:pt x="488" y="18412"/>
                  </a:lnTo>
                  <a:lnTo>
                    <a:pt x="610" y="18461"/>
                  </a:lnTo>
                  <a:lnTo>
                    <a:pt x="756" y="18510"/>
                  </a:lnTo>
                  <a:lnTo>
                    <a:pt x="926" y="18510"/>
                  </a:lnTo>
                  <a:lnTo>
                    <a:pt x="14468" y="18510"/>
                  </a:lnTo>
                  <a:lnTo>
                    <a:pt x="14468" y="18510"/>
                  </a:lnTo>
                  <a:lnTo>
                    <a:pt x="14541" y="18510"/>
                  </a:lnTo>
                  <a:lnTo>
                    <a:pt x="14614" y="18485"/>
                  </a:lnTo>
                  <a:lnTo>
                    <a:pt x="14736" y="18412"/>
                  </a:lnTo>
                  <a:lnTo>
                    <a:pt x="14833" y="18291"/>
                  </a:lnTo>
                  <a:lnTo>
                    <a:pt x="14906" y="18144"/>
                  </a:lnTo>
                  <a:lnTo>
                    <a:pt x="14955" y="17974"/>
                  </a:lnTo>
                  <a:lnTo>
                    <a:pt x="14979" y="17779"/>
                  </a:lnTo>
                  <a:lnTo>
                    <a:pt x="15003" y="17438"/>
                  </a:lnTo>
                  <a:lnTo>
                    <a:pt x="15003" y="487"/>
                  </a:lnTo>
                  <a:lnTo>
                    <a:pt x="15003" y="487"/>
                  </a:lnTo>
                  <a:lnTo>
                    <a:pt x="15003" y="341"/>
                  </a:lnTo>
                  <a:lnTo>
                    <a:pt x="14979" y="219"/>
                  </a:lnTo>
                  <a:lnTo>
                    <a:pt x="14955" y="146"/>
                  </a:lnTo>
                  <a:lnTo>
                    <a:pt x="14906" y="73"/>
                  </a:lnTo>
                  <a:lnTo>
                    <a:pt x="14833" y="49"/>
                  </a:lnTo>
                  <a:lnTo>
                    <a:pt x="14736" y="24"/>
                  </a:lnTo>
                  <a:lnTo>
                    <a:pt x="14468" y="0"/>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 name="Google Shape;196;p12">
              <a:extLst>
                <a:ext uri="{FF2B5EF4-FFF2-40B4-BE49-F238E27FC236}">
                  <a16:creationId xmlns:a16="http://schemas.microsoft.com/office/drawing/2014/main" id="{A467A67C-3D7A-B7AF-E5BC-A2E8153B9210}"/>
                </a:ext>
              </a:extLst>
            </p:cNvPr>
            <p:cNvSpPr/>
            <p:nvPr/>
          </p:nvSpPr>
          <p:spPr>
            <a:xfrm>
              <a:off x="590250" y="269775"/>
              <a:ext cx="377525" cy="462775"/>
            </a:xfrm>
            <a:custGeom>
              <a:avLst/>
              <a:gdLst/>
              <a:ahLst/>
              <a:cxnLst/>
              <a:rect l="l" t="t" r="r" b="b"/>
              <a:pathLst>
                <a:path w="15101" h="18511" fill="none" extrusionOk="0">
                  <a:moveTo>
                    <a:pt x="14321" y="0"/>
                  </a:moveTo>
                  <a:lnTo>
                    <a:pt x="780" y="0"/>
                  </a:lnTo>
                  <a:lnTo>
                    <a:pt x="780" y="0"/>
                  </a:lnTo>
                  <a:lnTo>
                    <a:pt x="634" y="25"/>
                  </a:lnTo>
                  <a:lnTo>
                    <a:pt x="488" y="74"/>
                  </a:lnTo>
                  <a:lnTo>
                    <a:pt x="342" y="122"/>
                  </a:lnTo>
                  <a:lnTo>
                    <a:pt x="220" y="220"/>
                  </a:lnTo>
                  <a:lnTo>
                    <a:pt x="122" y="341"/>
                  </a:lnTo>
                  <a:lnTo>
                    <a:pt x="74" y="488"/>
                  </a:lnTo>
                  <a:lnTo>
                    <a:pt x="25" y="634"/>
                  </a:lnTo>
                  <a:lnTo>
                    <a:pt x="1" y="780"/>
                  </a:lnTo>
                  <a:lnTo>
                    <a:pt x="1" y="17731"/>
                  </a:lnTo>
                  <a:lnTo>
                    <a:pt x="1" y="17731"/>
                  </a:lnTo>
                  <a:lnTo>
                    <a:pt x="25" y="17877"/>
                  </a:lnTo>
                  <a:lnTo>
                    <a:pt x="74" y="18023"/>
                  </a:lnTo>
                  <a:lnTo>
                    <a:pt x="122" y="18169"/>
                  </a:lnTo>
                  <a:lnTo>
                    <a:pt x="220" y="18291"/>
                  </a:lnTo>
                  <a:lnTo>
                    <a:pt x="342" y="18388"/>
                  </a:lnTo>
                  <a:lnTo>
                    <a:pt x="488" y="18437"/>
                  </a:lnTo>
                  <a:lnTo>
                    <a:pt x="634" y="18486"/>
                  </a:lnTo>
                  <a:lnTo>
                    <a:pt x="780" y="18510"/>
                  </a:lnTo>
                  <a:lnTo>
                    <a:pt x="14321" y="18510"/>
                  </a:lnTo>
                  <a:lnTo>
                    <a:pt x="14321" y="18510"/>
                  </a:lnTo>
                  <a:lnTo>
                    <a:pt x="14467" y="18486"/>
                  </a:lnTo>
                  <a:lnTo>
                    <a:pt x="14614" y="18437"/>
                  </a:lnTo>
                  <a:lnTo>
                    <a:pt x="14760" y="18388"/>
                  </a:lnTo>
                  <a:lnTo>
                    <a:pt x="14881" y="18291"/>
                  </a:lnTo>
                  <a:lnTo>
                    <a:pt x="14979" y="18169"/>
                  </a:lnTo>
                  <a:lnTo>
                    <a:pt x="15028" y="18023"/>
                  </a:lnTo>
                  <a:lnTo>
                    <a:pt x="15076" y="17877"/>
                  </a:lnTo>
                  <a:lnTo>
                    <a:pt x="15101" y="17731"/>
                  </a:lnTo>
                  <a:lnTo>
                    <a:pt x="15101" y="780"/>
                  </a:lnTo>
                  <a:lnTo>
                    <a:pt x="15101" y="780"/>
                  </a:lnTo>
                  <a:lnTo>
                    <a:pt x="15076" y="634"/>
                  </a:lnTo>
                  <a:lnTo>
                    <a:pt x="15028" y="488"/>
                  </a:lnTo>
                  <a:lnTo>
                    <a:pt x="14979" y="341"/>
                  </a:lnTo>
                  <a:lnTo>
                    <a:pt x="14881" y="220"/>
                  </a:lnTo>
                  <a:lnTo>
                    <a:pt x="14760" y="122"/>
                  </a:lnTo>
                  <a:lnTo>
                    <a:pt x="14614" y="74"/>
                  </a:lnTo>
                  <a:lnTo>
                    <a:pt x="14467" y="25"/>
                  </a:lnTo>
                  <a:lnTo>
                    <a:pt x="14321" y="0"/>
                  </a:lnTo>
                  <a:lnTo>
                    <a:pt x="14321" y="0"/>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 name="Google Shape;197;p12">
              <a:extLst>
                <a:ext uri="{FF2B5EF4-FFF2-40B4-BE49-F238E27FC236}">
                  <a16:creationId xmlns:a16="http://schemas.microsoft.com/office/drawing/2014/main" id="{9C016CC5-1B6A-910B-2B23-D425D0904166}"/>
                </a:ext>
              </a:extLst>
            </p:cNvPr>
            <p:cNvSpPr/>
            <p:nvPr/>
          </p:nvSpPr>
          <p:spPr>
            <a:xfrm>
              <a:off x="796650" y="274025"/>
              <a:ext cx="45100" cy="45100"/>
            </a:xfrm>
            <a:custGeom>
              <a:avLst/>
              <a:gdLst/>
              <a:ahLst/>
              <a:cxnLst/>
              <a:rect l="l" t="t" r="r" b="b"/>
              <a:pathLst>
                <a:path w="1804" h="1804" fill="none" extrusionOk="0">
                  <a:moveTo>
                    <a:pt x="902" y="1"/>
                  </a:moveTo>
                  <a:lnTo>
                    <a:pt x="902" y="1"/>
                  </a:lnTo>
                  <a:lnTo>
                    <a:pt x="1073" y="25"/>
                  </a:lnTo>
                  <a:lnTo>
                    <a:pt x="1243" y="74"/>
                  </a:lnTo>
                  <a:lnTo>
                    <a:pt x="1414" y="147"/>
                  </a:lnTo>
                  <a:lnTo>
                    <a:pt x="1535" y="269"/>
                  </a:lnTo>
                  <a:lnTo>
                    <a:pt x="1657" y="391"/>
                  </a:lnTo>
                  <a:lnTo>
                    <a:pt x="1730" y="561"/>
                  </a:lnTo>
                  <a:lnTo>
                    <a:pt x="1779" y="732"/>
                  </a:lnTo>
                  <a:lnTo>
                    <a:pt x="1803" y="902"/>
                  </a:lnTo>
                  <a:lnTo>
                    <a:pt x="1803" y="902"/>
                  </a:lnTo>
                  <a:lnTo>
                    <a:pt x="1779" y="1073"/>
                  </a:lnTo>
                  <a:lnTo>
                    <a:pt x="1730" y="1243"/>
                  </a:lnTo>
                  <a:lnTo>
                    <a:pt x="1657" y="1414"/>
                  </a:lnTo>
                  <a:lnTo>
                    <a:pt x="1535" y="1535"/>
                  </a:lnTo>
                  <a:lnTo>
                    <a:pt x="1414" y="1657"/>
                  </a:lnTo>
                  <a:lnTo>
                    <a:pt x="1243" y="1730"/>
                  </a:lnTo>
                  <a:lnTo>
                    <a:pt x="1073" y="1779"/>
                  </a:lnTo>
                  <a:lnTo>
                    <a:pt x="902" y="1803"/>
                  </a:lnTo>
                  <a:lnTo>
                    <a:pt x="902" y="1803"/>
                  </a:lnTo>
                  <a:lnTo>
                    <a:pt x="732" y="1779"/>
                  </a:lnTo>
                  <a:lnTo>
                    <a:pt x="561" y="1730"/>
                  </a:lnTo>
                  <a:lnTo>
                    <a:pt x="391" y="1657"/>
                  </a:lnTo>
                  <a:lnTo>
                    <a:pt x="269" y="1535"/>
                  </a:lnTo>
                  <a:lnTo>
                    <a:pt x="147" y="1414"/>
                  </a:lnTo>
                  <a:lnTo>
                    <a:pt x="74" y="1243"/>
                  </a:lnTo>
                  <a:lnTo>
                    <a:pt x="25" y="1073"/>
                  </a:lnTo>
                  <a:lnTo>
                    <a:pt x="1" y="902"/>
                  </a:lnTo>
                  <a:lnTo>
                    <a:pt x="1" y="902"/>
                  </a:lnTo>
                  <a:lnTo>
                    <a:pt x="25" y="732"/>
                  </a:lnTo>
                  <a:lnTo>
                    <a:pt x="74" y="561"/>
                  </a:lnTo>
                  <a:lnTo>
                    <a:pt x="147" y="391"/>
                  </a:lnTo>
                  <a:lnTo>
                    <a:pt x="269" y="269"/>
                  </a:lnTo>
                  <a:lnTo>
                    <a:pt x="391" y="147"/>
                  </a:lnTo>
                  <a:lnTo>
                    <a:pt x="561" y="74"/>
                  </a:lnTo>
                  <a:lnTo>
                    <a:pt x="732" y="25"/>
                  </a:lnTo>
                  <a:lnTo>
                    <a:pt x="902" y="1"/>
                  </a:lnTo>
                  <a:lnTo>
                    <a:pt x="902" y="1"/>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 name="Google Shape;198;p12">
              <a:extLst>
                <a:ext uri="{FF2B5EF4-FFF2-40B4-BE49-F238E27FC236}">
                  <a16:creationId xmlns:a16="http://schemas.microsoft.com/office/drawing/2014/main" id="{02507548-6600-BC88-D03B-71C6D270BBE5}"/>
                </a:ext>
              </a:extLst>
            </p:cNvPr>
            <p:cNvSpPr/>
            <p:nvPr/>
          </p:nvSpPr>
          <p:spPr>
            <a:xfrm>
              <a:off x="713850" y="274025"/>
              <a:ext cx="45075" cy="45100"/>
            </a:xfrm>
            <a:custGeom>
              <a:avLst/>
              <a:gdLst/>
              <a:ahLst/>
              <a:cxnLst/>
              <a:rect l="l" t="t" r="r" b="b"/>
              <a:pathLst>
                <a:path w="1803" h="1804" fill="none" extrusionOk="0">
                  <a:moveTo>
                    <a:pt x="902" y="1"/>
                  </a:moveTo>
                  <a:lnTo>
                    <a:pt x="902" y="1"/>
                  </a:lnTo>
                  <a:lnTo>
                    <a:pt x="1072" y="25"/>
                  </a:lnTo>
                  <a:lnTo>
                    <a:pt x="1243" y="74"/>
                  </a:lnTo>
                  <a:lnTo>
                    <a:pt x="1413" y="147"/>
                  </a:lnTo>
                  <a:lnTo>
                    <a:pt x="1535" y="269"/>
                  </a:lnTo>
                  <a:lnTo>
                    <a:pt x="1657" y="391"/>
                  </a:lnTo>
                  <a:lnTo>
                    <a:pt x="1730" y="561"/>
                  </a:lnTo>
                  <a:lnTo>
                    <a:pt x="1779" y="732"/>
                  </a:lnTo>
                  <a:lnTo>
                    <a:pt x="1803" y="902"/>
                  </a:lnTo>
                  <a:lnTo>
                    <a:pt x="1803" y="902"/>
                  </a:lnTo>
                  <a:lnTo>
                    <a:pt x="1779" y="1073"/>
                  </a:lnTo>
                  <a:lnTo>
                    <a:pt x="1730" y="1243"/>
                  </a:lnTo>
                  <a:lnTo>
                    <a:pt x="1657" y="1414"/>
                  </a:lnTo>
                  <a:lnTo>
                    <a:pt x="1535" y="1535"/>
                  </a:lnTo>
                  <a:lnTo>
                    <a:pt x="1413" y="1657"/>
                  </a:lnTo>
                  <a:lnTo>
                    <a:pt x="1243" y="1730"/>
                  </a:lnTo>
                  <a:lnTo>
                    <a:pt x="1072" y="1779"/>
                  </a:lnTo>
                  <a:lnTo>
                    <a:pt x="902" y="1803"/>
                  </a:lnTo>
                  <a:lnTo>
                    <a:pt x="902" y="1803"/>
                  </a:lnTo>
                  <a:lnTo>
                    <a:pt x="731" y="1779"/>
                  </a:lnTo>
                  <a:lnTo>
                    <a:pt x="561" y="1730"/>
                  </a:lnTo>
                  <a:lnTo>
                    <a:pt x="390" y="1657"/>
                  </a:lnTo>
                  <a:lnTo>
                    <a:pt x="269" y="1535"/>
                  </a:lnTo>
                  <a:lnTo>
                    <a:pt x="147" y="1414"/>
                  </a:lnTo>
                  <a:lnTo>
                    <a:pt x="74" y="1243"/>
                  </a:lnTo>
                  <a:lnTo>
                    <a:pt x="25" y="1073"/>
                  </a:lnTo>
                  <a:lnTo>
                    <a:pt x="1" y="902"/>
                  </a:lnTo>
                  <a:lnTo>
                    <a:pt x="1" y="902"/>
                  </a:lnTo>
                  <a:lnTo>
                    <a:pt x="25" y="732"/>
                  </a:lnTo>
                  <a:lnTo>
                    <a:pt x="74" y="561"/>
                  </a:lnTo>
                  <a:lnTo>
                    <a:pt x="147" y="391"/>
                  </a:lnTo>
                  <a:lnTo>
                    <a:pt x="269" y="269"/>
                  </a:lnTo>
                  <a:lnTo>
                    <a:pt x="390" y="147"/>
                  </a:lnTo>
                  <a:lnTo>
                    <a:pt x="561" y="74"/>
                  </a:lnTo>
                  <a:lnTo>
                    <a:pt x="731" y="25"/>
                  </a:lnTo>
                  <a:lnTo>
                    <a:pt x="902" y="1"/>
                  </a:lnTo>
                  <a:lnTo>
                    <a:pt x="902" y="1"/>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Google Shape;199;p12">
              <a:extLst>
                <a:ext uri="{FF2B5EF4-FFF2-40B4-BE49-F238E27FC236}">
                  <a16:creationId xmlns:a16="http://schemas.microsoft.com/office/drawing/2014/main" id="{F0B38B6C-3D8F-3791-EF8C-7FC618EF2531}"/>
                </a:ext>
              </a:extLst>
            </p:cNvPr>
            <p:cNvSpPr/>
            <p:nvPr/>
          </p:nvSpPr>
          <p:spPr>
            <a:xfrm>
              <a:off x="631050" y="274025"/>
              <a:ext cx="45075" cy="45100"/>
            </a:xfrm>
            <a:custGeom>
              <a:avLst/>
              <a:gdLst/>
              <a:ahLst/>
              <a:cxnLst/>
              <a:rect l="l" t="t" r="r" b="b"/>
              <a:pathLst>
                <a:path w="1803" h="1804" fill="none" extrusionOk="0">
                  <a:moveTo>
                    <a:pt x="0" y="902"/>
                  </a:moveTo>
                  <a:lnTo>
                    <a:pt x="0" y="902"/>
                  </a:lnTo>
                  <a:lnTo>
                    <a:pt x="25" y="732"/>
                  </a:lnTo>
                  <a:lnTo>
                    <a:pt x="73" y="561"/>
                  </a:lnTo>
                  <a:lnTo>
                    <a:pt x="147" y="391"/>
                  </a:lnTo>
                  <a:lnTo>
                    <a:pt x="268" y="269"/>
                  </a:lnTo>
                  <a:lnTo>
                    <a:pt x="390" y="147"/>
                  </a:lnTo>
                  <a:lnTo>
                    <a:pt x="561" y="74"/>
                  </a:lnTo>
                  <a:lnTo>
                    <a:pt x="731" y="25"/>
                  </a:lnTo>
                  <a:lnTo>
                    <a:pt x="902" y="1"/>
                  </a:lnTo>
                  <a:lnTo>
                    <a:pt x="902" y="1"/>
                  </a:lnTo>
                  <a:lnTo>
                    <a:pt x="1072" y="25"/>
                  </a:lnTo>
                  <a:lnTo>
                    <a:pt x="1243" y="74"/>
                  </a:lnTo>
                  <a:lnTo>
                    <a:pt x="1413" y="147"/>
                  </a:lnTo>
                  <a:lnTo>
                    <a:pt x="1535" y="269"/>
                  </a:lnTo>
                  <a:lnTo>
                    <a:pt x="1657" y="391"/>
                  </a:lnTo>
                  <a:lnTo>
                    <a:pt x="1730" y="561"/>
                  </a:lnTo>
                  <a:lnTo>
                    <a:pt x="1778" y="732"/>
                  </a:lnTo>
                  <a:lnTo>
                    <a:pt x="1803" y="902"/>
                  </a:lnTo>
                  <a:lnTo>
                    <a:pt x="1803" y="902"/>
                  </a:lnTo>
                  <a:lnTo>
                    <a:pt x="1778" y="1073"/>
                  </a:lnTo>
                  <a:lnTo>
                    <a:pt x="1730" y="1243"/>
                  </a:lnTo>
                  <a:lnTo>
                    <a:pt x="1657" y="1414"/>
                  </a:lnTo>
                  <a:lnTo>
                    <a:pt x="1535" y="1535"/>
                  </a:lnTo>
                  <a:lnTo>
                    <a:pt x="1413" y="1657"/>
                  </a:lnTo>
                  <a:lnTo>
                    <a:pt x="1243" y="1730"/>
                  </a:lnTo>
                  <a:lnTo>
                    <a:pt x="1072" y="1779"/>
                  </a:lnTo>
                  <a:lnTo>
                    <a:pt x="902" y="1803"/>
                  </a:lnTo>
                  <a:lnTo>
                    <a:pt x="902" y="1803"/>
                  </a:lnTo>
                  <a:lnTo>
                    <a:pt x="731" y="1779"/>
                  </a:lnTo>
                  <a:lnTo>
                    <a:pt x="561" y="1730"/>
                  </a:lnTo>
                  <a:lnTo>
                    <a:pt x="390" y="1657"/>
                  </a:lnTo>
                  <a:lnTo>
                    <a:pt x="268" y="1535"/>
                  </a:lnTo>
                  <a:lnTo>
                    <a:pt x="147" y="1414"/>
                  </a:lnTo>
                  <a:lnTo>
                    <a:pt x="73" y="1243"/>
                  </a:lnTo>
                  <a:lnTo>
                    <a:pt x="25" y="1073"/>
                  </a:lnTo>
                  <a:lnTo>
                    <a:pt x="0" y="902"/>
                  </a:lnTo>
                  <a:lnTo>
                    <a:pt x="0" y="902"/>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200;p12">
              <a:extLst>
                <a:ext uri="{FF2B5EF4-FFF2-40B4-BE49-F238E27FC236}">
                  <a16:creationId xmlns:a16="http://schemas.microsoft.com/office/drawing/2014/main" id="{160FFB0E-8B47-6CB8-9F58-199D0C641E85}"/>
                </a:ext>
              </a:extLst>
            </p:cNvPr>
            <p:cNvSpPr/>
            <p:nvPr/>
          </p:nvSpPr>
          <p:spPr>
            <a:xfrm>
              <a:off x="649925" y="590050"/>
              <a:ext cx="133975" cy="25"/>
            </a:xfrm>
            <a:custGeom>
              <a:avLst/>
              <a:gdLst/>
              <a:ahLst/>
              <a:cxnLst/>
              <a:rect l="l" t="t" r="r" b="b"/>
              <a:pathLst>
                <a:path w="5359" h="1" fill="none" extrusionOk="0">
                  <a:moveTo>
                    <a:pt x="5358" y="0"/>
                  </a:moveTo>
                  <a:lnTo>
                    <a:pt x="0" y="0"/>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201;p12">
              <a:extLst>
                <a:ext uri="{FF2B5EF4-FFF2-40B4-BE49-F238E27FC236}">
                  <a16:creationId xmlns:a16="http://schemas.microsoft.com/office/drawing/2014/main" id="{98E09886-BF97-D5E9-3BD1-06F433B3157E}"/>
                </a:ext>
              </a:extLst>
            </p:cNvPr>
            <p:cNvSpPr/>
            <p:nvPr/>
          </p:nvSpPr>
          <p:spPr>
            <a:xfrm>
              <a:off x="649925" y="534625"/>
              <a:ext cx="255750" cy="25"/>
            </a:xfrm>
            <a:custGeom>
              <a:avLst/>
              <a:gdLst/>
              <a:ahLst/>
              <a:cxnLst/>
              <a:rect l="l" t="t" r="r" b="b"/>
              <a:pathLst>
                <a:path w="10230" h="1" fill="none" extrusionOk="0">
                  <a:moveTo>
                    <a:pt x="10229" y="1"/>
                  </a:moveTo>
                  <a:lnTo>
                    <a:pt x="0" y="1"/>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202;p12">
              <a:extLst>
                <a:ext uri="{FF2B5EF4-FFF2-40B4-BE49-F238E27FC236}">
                  <a16:creationId xmlns:a16="http://schemas.microsoft.com/office/drawing/2014/main" id="{C20A8AB0-6737-A1ED-4D6F-47F58DD6C5B6}"/>
                </a:ext>
              </a:extLst>
            </p:cNvPr>
            <p:cNvSpPr/>
            <p:nvPr/>
          </p:nvSpPr>
          <p:spPr>
            <a:xfrm>
              <a:off x="649925" y="479825"/>
              <a:ext cx="255750" cy="25"/>
            </a:xfrm>
            <a:custGeom>
              <a:avLst/>
              <a:gdLst/>
              <a:ahLst/>
              <a:cxnLst/>
              <a:rect l="l" t="t" r="r" b="b"/>
              <a:pathLst>
                <a:path w="10230" h="1" fill="none" extrusionOk="0">
                  <a:moveTo>
                    <a:pt x="10229" y="1"/>
                  </a:moveTo>
                  <a:lnTo>
                    <a:pt x="0" y="1"/>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203;p12">
              <a:extLst>
                <a:ext uri="{FF2B5EF4-FFF2-40B4-BE49-F238E27FC236}">
                  <a16:creationId xmlns:a16="http://schemas.microsoft.com/office/drawing/2014/main" id="{429C7411-58F0-2F32-2C31-591D1A076779}"/>
                </a:ext>
              </a:extLst>
            </p:cNvPr>
            <p:cNvSpPr/>
            <p:nvPr/>
          </p:nvSpPr>
          <p:spPr>
            <a:xfrm>
              <a:off x="649925" y="424425"/>
              <a:ext cx="255750" cy="25"/>
            </a:xfrm>
            <a:custGeom>
              <a:avLst/>
              <a:gdLst/>
              <a:ahLst/>
              <a:cxnLst/>
              <a:rect l="l" t="t" r="r" b="b"/>
              <a:pathLst>
                <a:path w="10230" h="1" fill="none" extrusionOk="0">
                  <a:moveTo>
                    <a:pt x="10229" y="1"/>
                  </a:moveTo>
                  <a:lnTo>
                    <a:pt x="0" y="1"/>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204;p12">
              <a:extLst>
                <a:ext uri="{FF2B5EF4-FFF2-40B4-BE49-F238E27FC236}">
                  <a16:creationId xmlns:a16="http://schemas.microsoft.com/office/drawing/2014/main" id="{25C9BDC5-331C-808B-2443-39BCB99DA024}"/>
                </a:ext>
              </a:extLst>
            </p:cNvPr>
            <p:cNvSpPr/>
            <p:nvPr/>
          </p:nvSpPr>
          <p:spPr>
            <a:xfrm>
              <a:off x="879475" y="274025"/>
              <a:ext cx="45075" cy="45100"/>
            </a:xfrm>
            <a:custGeom>
              <a:avLst/>
              <a:gdLst/>
              <a:ahLst/>
              <a:cxnLst/>
              <a:rect l="l" t="t" r="r" b="b"/>
              <a:pathLst>
                <a:path w="1803" h="1804" fill="none" extrusionOk="0">
                  <a:moveTo>
                    <a:pt x="901" y="1803"/>
                  </a:moveTo>
                  <a:lnTo>
                    <a:pt x="901" y="1803"/>
                  </a:lnTo>
                  <a:lnTo>
                    <a:pt x="731" y="1779"/>
                  </a:lnTo>
                  <a:lnTo>
                    <a:pt x="560" y="1730"/>
                  </a:lnTo>
                  <a:lnTo>
                    <a:pt x="390" y="1657"/>
                  </a:lnTo>
                  <a:lnTo>
                    <a:pt x="268" y="1535"/>
                  </a:lnTo>
                  <a:lnTo>
                    <a:pt x="146" y="1414"/>
                  </a:lnTo>
                  <a:lnTo>
                    <a:pt x="73" y="1243"/>
                  </a:lnTo>
                  <a:lnTo>
                    <a:pt x="25" y="1073"/>
                  </a:lnTo>
                  <a:lnTo>
                    <a:pt x="0" y="902"/>
                  </a:lnTo>
                  <a:lnTo>
                    <a:pt x="0" y="902"/>
                  </a:lnTo>
                  <a:lnTo>
                    <a:pt x="25" y="732"/>
                  </a:lnTo>
                  <a:lnTo>
                    <a:pt x="73" y="561"/>
                  </a:lnTo>
                  <a:lnTo>
                    <a:pt x="146" y="391"/>
                  </a:lnTo>
                  <a:lnTo>
                    <a:pt x="268" y="269"/>
                  </a:lnTo>
                  <a:lnTo>
                    <a:pt x="390" y="147"/>
                  </a:lnTo>
                  <a:lnTo>
                    <a:pt x="560" y="74"/>
                  </a:lnTo>
                  <a:lnTo>
                    <a:pt x="731" y="25"/>
                  </a:lnTo>
                  <a:lnTo>
                    <a:pt x="901" y="1"/>
                  </a:lnTo>
                  <a:lnTo>
                    <a:pt x="901" y="1"/>
                  </a:lnTo>
                  <a:lnTo>
                    <a:pt x="1072" y="25"/>
                  </a:lnTo>
                  <a:lnTo>
                    <a:pt x="1242" y="74"/>
                  </a:lnTo>
                  <a:lnTo>
                    <a:pt x="1413" y="147"/>
                  </a:lnTo>
                  <a:lnTo>
                    <a:pt x="1535" y="269"/>
                  </a:lnTo>
                  <a:lnTo>
                    <a:pt x="1656" y="391"/>
                  </a:lnTo>
                  <a:lnTo>
                    <a:pt x="1729" y="561"/>
                  </a:lnTo>
                  <a:lnTo>
                    <a:pt x="1778" y="732"/>
                  </a:lnTo>
                  <a:lnTo>
                    <a:pt x="1802" y="902"/>
                  </a:lnTo>
                  <a:lnTo>
                    <a:pt x="1802" y="902"/>
                  </a:lnTo>
                  <a:lnTo>
                    <a:pt x="1778" y="1073"/>
                  </a:lnTo>
                  <a:lnTo>
                    <a:pt x="1729" y="1243"/>
                  </a:lnTo>
                  <a:lnTo>
                    <a:pt x="1656" y="1414"/>
                  </a:lnTo>
                  <a:lnTo>
                    <a:pt x="1535" y="1535"/>
                  </a:lnTo>
                  <a:lnTo>
                    <a:pt x="1413" y="1657"/>
                  </a:lnTo>
                  <a:lnTo>
                    <a:pt x="1242" y="1730"/>
                  </a:lnTo>
                  <a:lnTo>
                    <a:pt x="1072" y="1779"/>
                  </a:lnTo>
                  <a:lnTo>
                    <a:pt x="901" y="1803"/>
                  </a:lnTo>
                  <a:lnTo>
                    <a:pt x="901" y="1803"/>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205;p12">
              <a:extLst>
                <a:ext uri="{FF2B5EF4-FFF2-40B4-BE49-F238E27FC236}">
                  <a16:creationId xmlns:a16="http://schemas.microsoft.com/office/drawing/2014/main" id="{7C8C693A-2341-7A5C-038F-D116F820D741}"/>
                </a:ext>
              </a:extLst>
            </p:cNvPr>
            <p:cNvSpPr/>
            <p:nvPr/>
          </p:nvSpPr>
          <p:spPr>
            <a:xfrm>
              <a:off x="654800" y="244200"/>
              <a:ext cx="25" cy="51175"/>
            </a:xfrm>
            <a:custGeom>
              <a:avLst/>
              <a:gdLst/>
              <a:ahLst/>
              <a:cxnLst/>
              <a:rect l="l" t="t" r="r" b="b"/>
              <a:pathLst>
                <a:path w="1" h="2047" fill="none" extrusionOk="0">
                  <a:moveTo>
                    <a:pt x="0" y="1"/>
                  </a:moveTo>
                  <a:lnTo>
                    <a:pt x="0" y="2046"/>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 name="Google Shape;206;p12">
              <a:extLst>
                <a:ext uri="{FF2B5EF4-FFF2-40B4-BE49-F238E27FC236}">
                  <a16:creationId xmlns:a16="http://schemas.microsoft.com/office/drawing/2014/main" id="{F036E045-6F31-0599-E250-3819517965B9}"/>
                </a:ext>
              </a:extLst>
            </p:cNvPr>
            <p:cNvSpPr/>
            <p:nvPr/>
          </p:nvSpPr>
          <p:spPr>
            <a:xfrm>
              <a:off x="737600" y="244200"/>
              <a:ext cx="25" cy="51175"/>
            </a:xfrm>
            <a:custGeom>
              <a:avLst/>
              <a:gdLst/>
              <a:ahLst/>
              <a:cxnLst/>
              <a:rect l="l" t="t" r="r" b="b"/>
              <a:pathLst>
                <a:path w="1" h="2047" fill="none" extrusionOk="0">
                  <a:moveTo>
                    <a:pt x="1" y="1"/>
                  </a:moveTo>
                  <a:lnTo>
                    <a:pt x="1" y="2046"/>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 name="Google Shape;207;p12">
              <a:extLst>
                <a:ext uri="{FF2B5EF4-FFF2-40B4-BE49-F238E27FC236}">
                  <a16:creationId xmlns:a16="http://schemas.microsoft.com/office/drawing/2014/main" id="{997D2D08-C24E-BEC2-8E68-10D143673686}"/>
                </a:ext>
              </a:extLst>
            </p:cNvPr>
            <p:cNvSpPr/>
            <p:nvPr/>
          </p:nvSpPr>
          <p:spPr>
            <a:xfrm>
              <a:off x="820400" y="244200"/>
              <a:ext cx="25" cy="51175"/>
            </a:xfrm>
            <a:custGeom>
              <a:avLst/>
              <a:gdLst/>
              <a:ahLst/>
              <a:cxnLst/>
              <a:rect l="l" t="t" r="r" b="b"/>
              <a:pathLst>
                <a:path w="1" h="2047" fill="none" extrusionOk="0">
                  <a:moveTo>
                    <a:pt x="1" y="1"/>
                  </a:moveTo>
                  <a:lnTo>
                    <a:pt x="1" y="2046"/>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208;p12">
              <a:extLst>
                <a:ext uri="{FF2B5EF4-FFF2-40B4-BE49-F238E27FC236}">
                  <a16:creationId xmlns:a16="http://schemas.microsoft.com/office/drawing/2014/main" id="{9BA2AF86-2437-80AB-563F-C356928FBF4F}"/>
                </a:ext>
              </a:extLst>
            </p:cNvPr>
            <p:cNvSpPr/>
            <p:nvPr/>
          </p:nvSpPr>
          <p:spPr>
            <a:xfrm>
              <a:off x="903225" y="244200"/>
              <a:ext cx="25" cy="51175"/>
            </a:xfrm>
            <a:custGeom>
              <a:avLst/>
              <a:gdLst/>
              <a:ahLst/>
              <a:cxnLst/>
              <a:rect l="l" t="t" r="r" b="b"/>
              <a:pathLst>
                <a:path w="1" h="2047" fill="none" extrusionOk="0">
                  <a:moveTo>
                    <a:pt x="0" y="1"/>
                  </a:moveTo>
                  <a:lnTo>
                    <a:pt x="0" y="2046"/>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3403602924"/>
      </p:ext>
    </p:extLst>
  </p:cSld>
  <p:clrMapOvr>
    <a:masterClrMapping/>
  </p:clrMapOvr>
  <p:transition>
    <p:fade thruBlk="1"/>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4919E6-3F61-88A3-3BA4-ED9E221EEBA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86C1BE2-D66E-C129-BE9C-C56A2240F32A}"/>
              </a:ext>
            </a:extLst>
          </p:cNvPr>
          <p:cNvSpPr>
            <a:spLocks noGrp="1"/>
          </p:cNvSpPr>
          <p:nvPr>
            <p:ph type="title"/>
          </p:nvPr>
        </p:nvSpPr>
        <p:spPr/>
        <p:txBody>
          <a:bodyPr/>
          <a:lstStyle/>
          <a:p>
            <a:r>
              <a:rPr lang="en-PH" dirty="0"/>
              <a:t>1.1 Computer Systems</a:t>
            </a:r>
          </a:p>
        </p:txBody>
      </p:sp>
      <p:sp>
        <p:nvSpPr>
          <p:cNvPr id="3" name="Text Placeholder 2">
            <a:extLst>
              <a:ext uri="{FF2B5EF4-FFF2-40B4-BE49-F238E27FC236}">
                <a16:creationId xmlns:a16="http://schemas.microsoft.com/office/drawing/2014/main" id="{18A778AE-D4A7-9798-3A38-D3516126536C}"/>
              </a:ext>
            </a:extLst>
          </p:cNvPr>
          <p:cNvSpPr>
            <a:spLocks noGrp="1"/>
          </p:cNvSpPr>
          <p:nvPr>
            <p:ph type="body" idx="1"/>
          </p:nvPr>
        </p:nvSpPr>
        <p:spPr>
          <a:xfrm>
            <a:off x="140125" y="1308259"/>
            <a:ext cx="8463308" cy="2724300"/>
          </a:xfrm>
        </p:spPr>
        <p:txBody>
          <a:bodyPr/>
          <a:lstStyle/>
          <a:p>
            <a:pPr marL="101600" indent="0">
              <a:buNone/>
            </a:pPr>
            <a:r>
              <a:rPr lang="en-PH" sz="2400" b="1" dirty="0">
                <a:latin typeface="Roboto Condensed" panose="02000000000000000000" pitchFamily="2" charset="0"/>
                <a:ea typeface="Roboto Condensed" panose="02000000000000000000" pitchFamily="2" charset="0"/>
                <a:cs typeface="Roboto Condensed" panose="02000000000000000000" pitchFamily="2" charset="0"/>
              </a:rPr>
              <a:t>Computer system</a:t>
            </a:r>
            <a:r>
              <a:rPr lang="en-PH" sz="2400" dirty="0">
                <a:latin typeface="Roboto Condensed" panose="02000000000000000000" pitchFamily="2" charset="0"/>
                <a:ea typeface="Roboto Condensed" panose="02000000000000000000" pitchFamily="2" charset="0"/>
                <a:cs typeface="Roboto Condensed" panose="02000000000000000000" pitchFamily="2" charset="0"/>
              </a:rPr>
              <a:t> is a machine that takes </a:t>
            </a:r>
            <a:r>
              <a:rPr lang="en-PH" sz="2400" b="1" dirty="0">
                <a:latin typeface="Roboto Condensed" panose="02000000000000000000" pitchFamily="2" charset="0"/>
                <a:ea typeface="Roboto Condensed" panose="02000000000000000000" pitchFamily="2" charset="0"/>
                <a:cs typeface="Roboto Condensed" panose="02000000000000000000" pitchFamily="2" charset="0"/>
              </a:rPr>
              <a:t>input</a:t>
            </a:r>
            <a:r>
              <a:rPr lang="en-PH" sz="2400" dirty="0">
                <a:latin typeface="Roboto Condensed" panose="02000000000000000000" pitchFamily="2" charset="0"/>
                <a:ea typeface="Roboto Condensed" panose="02000000000000000000" pitchFamily="2" charset="0"/>
                <a:cs typeface="Roboto Condensed" panose="02000000000000000000" pitchFamily="2" charset="0"/>
              </a:rPr>
              <a:t>, </a:t>
            </a:r>
            <a:r>
              <a:rPr lang="en-PH" sz="2400" b="1" dirty="0">
                <a:latin typeface="Roboto Condensed" panose="02000000000000000000" pitchFamily="2" charset="0"/>
                <a:ea typeface="Roboto Condensed" panose="02000000000000000000" pitchFamily="2" charset="0"/>
                <a:cs typeface="Roboto Condensed" panose="02000000000000000000" pitchFamily="2" charset="0"/>
              </a:rPr>
              <a:t>processes</a:t>
            </a:r>
            <a:r>
              <a:rPr lang="en-PH" sz="2400" dirty="0">
                <a:latin typeface="Roboto Condensed" panose="02000000000000000000" pitchFamily="2" charset="0"/>
                <a:ea typeface="Roboto Condensed" panose="02000000000000000000" pitchFamily="2" charset="0"/>
                <a:cs typeface="Roboto Condensed" panose="02000000000000000000" pitchFamily="2" charset="0"/>
              </a:rPr>
              <a:t> that information, and produces an </a:t>
            </a:r>
            <a:r>
              <a:rPr lang="en-PH" sz="2400" b="1" dirty="0">
                <a:latin typeface="Roboto Condensed" panose="02000000000000000000" pitchFamily="2" charset="0"/>
                <a:ea typeface="Roboto Condensed" panose="02000000000000000000" pitchFamily="2" charset="0"/>
                <a:cs typeface="Roboto Condensed" panose="02000000000000000000" pitchFamily="2" charset="0"/>
              </a:rPr>
              <a:t>output</a:t>
            </a:r>
            <a:r>
              <a:rPr lang="en-PH" sz="2400" dirty="0">
                <a:latin typeface="Roboto Condensed" panose="02000000000000000000" pitchFamily="2" charset="0"/>
                <a:ea typeface="Roboto Condensed" panose="02000000000000000000" pitchFamily="2" charset="0"/>
                <a:cs typeface="Roboto Condensed" panose="02000000000000000000" pitchFamily="2" charset="0"/>
              </a:rPr>
              <a:t>. Every computer system relies on a partnership between two elements: </a:t>
            </a:r>
          </a:p>
          <a:p>
            <a:r>
              <a:rPr lang="en-PH" sz="2400" dirty="0">
                <a:latin typeface="Roboto Condensed" panose="02000000000000000000" pitchFamily="2" charset="0"/>
                <a:ea typeface="Roboto Condensed" panose="02000000000000000000" pitchFamily="2" charset="0"/>
                <a:cs typeface="Roboto Condensed" panose="02000000000000000000" pitchFamily="2" charset="0"/>
              </a:rPr>
              <a:t>Hardware</a:t>
            </a:r>
          </a:p>
          <a:p>
            <a:r>
              <a:rPr lang="en-PH" sz="2400" dirty="0">
                <a:latin typeface="Roboto Condensed" panose="02000000000000000000" pitchFamily="2" charset="0"/>
                <a:ea typeface="Roboto Condensed" panose="02000000000000000000" pitchFamily="2" charset="0"/>
                <a:cs typeface="Roboto Condensed" panose="02000000000000000000" pitchFamily="2" charset="0"/>
              </a:rPr>
              <a:t>Software</a:t>
            </a:r>
            <a:endParaRPr lang="en-PH" sz="2200" dirty="0">
              <a:latin typeface="Roboto Condensed" panose="02000000000000000000" pitchFamily="2" charset="0"/>
              <a:ea typeface="Roboto Condensed" panose="02000000000000000000" pitchFamily="2" charset="0"/>
              <a:cs typeface="Roboto Condensed" panose="02000000000000000000" pitchFamily="2" charset="0"/>
            </a:endParaRPr>
          </a:p>
        </p:txBody>
      </p:sp>
      <p:sp>
        <p:nvSpPr>
          <p:cNvPr id="5" name="Slide Number Placeholder 4">
            <a:extLst>
              <a:ext uri="{FF2B5EF4-FFF2-40B4-BE49-F238E27FC236}">
                <a16:creationId xmlns:a16="http://schemas.microsoft.com/office/drawing/2014/main" id="{87BB50A5-45B5-5F23-CCDA-059BC0E07506}"/>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GB" smtClean="0"/>
              <a:t>9</a:t>
            </a:fld>
            <a:endParaRPr lang="en-GB"/>
          </a:p>
        </p:txBody>
      </p:sp>
      <p:grpSp>
        <p:nvGrpSpPr>
          <p:cNvPr id="6" name="Google Shape;194;p12">
            <a:extLst>
              <a:ext uri="{FF2B5EF4-FFF2-40B4-BE49-F238E27FC236}">
                <a16:creationId xmlns:a16="http://schemas.microsoft.com/office/drawing/2014/main" id="{01D213FF-35DD-5D1E-8E9E-62E0A6ACDA7B}"/>
              </a:ext>
            </a:extLst>
          </p:cNvPr>
          <p:cNvGrpSpPr/>
          <p:nvPr/>
        </p:nvGrpSpPr>
        <p:grpSpPr>
          <a:xfrm>
            <a:off x="293683" y="574116"/>
            <a:ext cx="309041" cy="403123"/>
            <a:chOff x="590250" y="244200"/>
            <a:chExt cx="407975" cy="532175"/>
          </a:xfrm>
        </p:grpSpPr>
        <p:sp>
          <p:nvSpPr>
            <p:cNvPr id="7" name="Google Shape;195;p12">
              <a:extLst>
                <a:ext uri="{FF2B5EF4-FFF2-40B4-BE49-F238E27FC236}">
                  <a16:creationId xmlns:a16="http://schemas.microsoft.com/office/drawing/2014/main" id="{D95B1368-2AA4-CE10-8B1A-3E94E9D38B52}"/>
                </a:ext>
              </a:extLst>
            </p:cNvPr>
            <p:cNvSpPr/>
            <p:nvPr/>
          </p:nvSpPr>
          <p:spPr>
            <a:xfrm>
              <a:off x="623125" y="313625"/>
              <a:ext cx="375100" cy="462750"/>
            </a:xfrm>
            <a:custGeom>
              <a:avLst/>
              <a:gdLst/>
              <a:ahLst/>
              <a:cxnLst/>
              <a:rect l="l" t="t" r="r" b="b"/>
              <a:pathLst>
                <a:path w="15004" h="18510" fill="none" extrusionOk="0">
                  <a:moveTo>
                    <a:pt x="1" y="17536"/>
                  </a:moveTo>
                  <a:lnTo>
                    <a:pt x="1" y="17536"/>
                  </a:lnTo>
                  <a:lnTo>
                    <a:pt x="1" y="17536"/>
                  </a:lnTo>
                  <a:lnTo>
                    <a:pt x="25" y="17682"/>
                  </a:lnTo>
                  <a:lnTo>
                    <a:pt x="49" y="17852"/>
                  </a:lnTo>
                  <a:lnTo>
                    <a:pt x="123" y="18023"/>
                  </a:lnTo>
                  <a:lnTo>
                    <a:pt x="220" y="18193"/>
                  </a:lnTo>
                  <a:lnTo>
                    <a:pt x="293" y="18291"/>
                  </a:lnTo>
                  <a:lnTo>
                    <a:pt x="390" y="18364"/>
                  </a:lnTo>
                  <a:lnTo>
                    <a:pt x="488" y="18412"/>
                  </a:lnTo>
                  <a:lnTo>
                    <a:pt x="610" y="18461"/>
                  </a:lnTo>
                  <a:lnTo>
                    <a:pt x="756" y="18510"/>
                  </a:lnTo>
                  <a:lnTo>
                    <a:pt x="926" y="18510"/>
                  </a:lnTo>
                  <a:lnTo>
                    <a:pt x="14468" y="18510"/>
                  </a:lnTo>
                  <a:lnTo>
                    <a:pt x="14468" y="18510"/>
                  </a:lnTo>
                  <a:lnTo>
                    <a:pt x="14541" y="18510"/>
                  </a:lnTo>
                  <a:lnTo>
                    <a:pt x="14614" y="18485"/>
                  </a:lnTo>
                  <a:lnTo>
                    <a:pt x="14736" y="18412"/>
                  </a:lnTo>
                  <a:lnTo>
                    <a:pt x="14833" y="18291"/>
                  </a:lnTo>
                  <a:lnTo>
                    <a:pt x="14906" y="18144"/>
                  </a:lnTo>
                  <a:lnTo>
                    <a:pt x="14955" y="17974"/>
                  </a:lnTo>
                  <a:lnTo>
                    <a:pt x="14979" y="17779"/>
                  </a:lnTo>
                  <a:lnTo>
                    <a:pt x="15003" y="17438"/>
                  </a:lnTo>
                  <a:lnTo>
                    <a:pt x="15003" y="487"/>
                  </a:lnTo>
                  <a:lnTo>
                    <a:pt x="15003" y="487"/>
                  </a:lnTo>
                  <a:lnTo>
                    <a:pt x="15003" y="341"/>
                  </a:lnTo>
                  <a:lnTo>
                    <a:pt x="14979" y="219"/>
                  </a:lnTo>
                  <a:lnTo>
                    <a:pt x="14955" y="146"/>
                  </a:lnTo>
                  <a:lnTo>
                    <a:pt x="14906" y="73"/>
                  </a:lnTo>
                  <a:lnTo>
                    <a:pt x="14833" y="49"/>
                  </a:lnTo>
                  <a:lnTo>
                    <a:pt x="14736" y="24"/>
                  </a:lnTo>
                  <a:lnTo>
                    <a:pt x="14468" y="0"/>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 name="Google Shape;196;p12">
              <a:extLst>
                <a:ext uri="{FF2B5EF4-FFF2-40B4-BE49-F238E27FC236}">
                  <a16:creationId xmlns:a16="http://schemas.microsoft.com/office/drawing/2014/main" id="{88C09F89-9A79-63FF-74F7-3B706000AF7C}"/>
                </a:ext>
              </a:extLst>
            </p:cNvPr>
            <p:cNvSpPr/>
            <p:nvPr/>
          </p:nvSpPr>
          <p:spPr>
            <a:xfrm>
              <a:off x="590250" y="269775"/>
              <a:ext cx="377525" cy="462775"/>
            </a:xfrm>
            <a:custGeom>
              <a:avLst/>
              <a:gdLst/>
              <a:ahLst/>
              <a:cxnLst/>
              <a:rect l="l" t="t" r="r" b="b"/>
              <a:pathLst>
                <a:path w="15101" h="18511" fill="none" extrusionOk="0">
                  <a:moveTo>
                    <a:pt x="14321" y="0"/>
                  </a:moveTo>
                  <a:lnTo>
                    <a:pt x="780" y="0"/>
                  </a:lnTo>
                  <a:lnTo>
                    <a:pt x="780" y="0"/>
                  </a:lnTo>
                  <a:lnTo>
                    <a:pt x="634" y="25"/>
                  </a:lnTo>
                  <a:lnTo>
                    <a:pt x="488" y="74"/>
                  </a:lnTo>
                  <a:lnTo>
                    <a:pt x="342" y="122"/>
                  </a:lnTo>
                  <a:lnTo>
                    <a:pt x="220" y="220"/>
                  </a:lnTo>
                  <a:lnTo>
                    <a:pt x="122" y="341"/>
                  </a:lnTo>
                  <a:lnTo>
                    <a:pt x="74" y="488"/>
                  </a:lnTo>
                  <a:lnTo>
                    <a:pt x="25" y="634"/>
                  </a:lnTo>
                  <a:lnTo>
                    <a:pt x="1" y="780"/>
                  </a:lnTo>
                  <a:lnTo>
                    <a:pt x="1" y="17731"/>
                  </a:lnTo>
                  <a:lnTo>
                    <a:pt x="1" y="17731"/>
                  </a:lnTo>
                  <a:lnTo>
                    <a:pt x="25" y="17877"/>
                  </a:lnTo>
                  <a:lnTo>
                    <a:pt x="74" y="18023"/>
                  </a:lnTo>
                  <a:lnTo>
                    <a:pt x="122" y="18169"/>
                  </a:lnTo>
                  <a:lnTo>
                    <a:pt x="220" y="18291"/>
                  </a:lnTo>
                  <a:lnTo>
                    <a:pt x="342" y="18388"/>
                  </a:lnTo>
                  <a:lnTo>
                    <a:pt x="488" y="18437"/>
                  </a:lnTo>
                  <a:lnTo>
                    <a:pt x="634" y="18486"/>
                  </a:lnTo>
                  <a:lnTo>
                    <a:pt x="780" y="18510"/>
                  </a:lnTo>
                  <a:lnTo>
                    <a:pt x="14321" y="18510"/>
                  </a:lnTo>
                  <a:lnTo>
                    <a:pt x="14321" y="18510"/>
                  </a:lnTo>
                  <a:lnTo>
                    <a:pt x="14467" y="18486"/>
                  </a:lnTo>
                  <a:lnTo>
                    <a:pt x="14614" y="18437"/>
                  </a:lnTo>
                  <a:lnTo>
                    <a:pt x="14760" y="18388"/>
                  </a:lnTo>
                  <a:lnTo>
                    <a:pt x="14881" y="18291"/>
                  </a:lnTo>
                  <a:lnTo>
                    <a:pt x="14979" y="18169"/>
                  </a:lnTo>
                  <a:lnTo>
                    <a:pt x="15028" y="18023"/>
                  </a:lnTo>
                  <a:lnTo>
                    <a:pt x="15076" y="17877"/>
                  </a:lnTo>
                  <a:lnTo>
                    <a:pt x="15101" y="17731"/>
                  </a:lnTo>
                  <a:lnTo>
                    <a:pt x="15101" y="780"/>
                  </a:lnTo>
                  <a:lnTo>
                    <a:pt x="15101" y="780"/>
                  </a:lnTo>
                  <a:lnTo>
                    <a:pt x="15076" y="634"/>
                  </a:lnTo>
                  <a:lnTo>
                    <a:pt x="15028" y="488"/>
                  </a:lnTo>
                  <a:lnTo>
                    <a:pt x="14979" y="341"/>
                  </a:lnTo>
                  <a:lnTo>
                    <a:pt x="14881" y="220"/>
                  </a:lnTo>
                  <a:lnTo>
                    <a:pt x="14760" y="122"/>
                  </a:lnTo>
                  <a:lnTo>
                    <a:pt x="14614" y="74"/>
                  </a:lnTo>
                  <a:lnTo>
                    <a:pt x="14467" y="25"/>
                  </a:lnTo>
                  <a:lnTo>
                    <a:pt x="14321" y="0"/>
                  </a:lnTo>
                  <a:lnTo>
                    <a:pt x="14321" y="0"/>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 name="Google Shape;197;p12">
              <a:extLst>
                <a:ext uri="{FF2B5EF4-FFF2-40B4-BE49-F238E27FC236}">
                  <a16:creationId xmlns:a16="http://schemas.microsoft.com/office/drawing/2014/main" id="{90E94091-5657-C0B5-1185-354F77DAED2E}"/>
                </a:ext>
              </a:extLst>
            </p:cNvPr>
            <p:cNvSpPr/>
            <p:nvPr/>
          </p:nvSpPr>
          <p:spPr>
            <a:xfrm>
              <a:off x="796650" y="274025"/>
              <a:ext cx="45100" cy="45100"/>
            </a:xfrm>
            <a:custGeom>
              <a:avLst/>
              <a:gdLst/>
              <a:ahLst/>
              <a:cxnLst/>
              <a:rect l="l" t="t" r="r" b="b"/>
              <a:pathLst>
                <a:path w="1804" h="1804" fill="none" extrusionOk="0">
                  <a:moveTo>
                    <a:pt x="902" y="1"/>
                  </a:moveTo>
                  <a:lnTo>
                    <a:pt x="902" y="1"/>
                  </a:lnTo>
                  <a:lnTo>
                    <a:pt x="1073" y="25"/>
                  </a:lnTo>
                  <a:lnTo>
                    <a:pt x="1243" y="74"/>
                  </a:lnTo>
                  <a:lnTo>
                    <a:pt x="1414" y="147"/>
                  </a:lnTo>
                  <a:lnTo>
                    <a:pt x="1535" y="269"/>
                  </a:lnTo>
                  <a:lnTo>
                    <a:pt x="1657" y="391"/>
                  </a:lnTo>
                  <a:lnTo>
                    <a:pt x="1730" y="561"/>
                  </a:lnTo>
                  <a:lnTo>
                    <a:pt x="1779" y="732"/>
                  </a:lnTo>
                  <a:lnTo>
                    <a:pt x="1803" y="902"/>
                  </a:lnTo>
                  <a:lnTo>
                    <a:pt x="1803" y="902"/>
                  </a:lnTo>
                  <a:lnTo>
                    <a:pt x="1779" y="1073"/>
                  </a:lnTo>
                  <a:lnTo>
                    <a:pt x="1730" y="1243"/>
                  </a:lnTo>
                  <a:lnTo>
                    <a:pt x="1657" y="1414"/>
                  </a:lnTo>
                  <a:lnTo>
                    <a:pt x="1535" y="1535"/>
                  </a:lnTo>
                  <a:lnTo>
                    <a:pt x="1414" y="1657"/>
                  </a:lnTo>
                  <a:lnTo>
                    <a:pt x="1243" y="1730"/>
                  </a:lnTo>
                  <a:lnTo>
                    <a:pt x="1073" y="1779"/>
                  </a:lnTo>
                  <a:lnTo>
                    <a:pt x="902" y="1803"/>
                  </a:lnTo>
                  <a:lnTo>
                    <a:pt x="902" y="1803"/>
                  </a:lnTo>
                  <a:lnTo>
                    <a:pt x="732" y="1779"/>
                  </a:lnTo>
                  <a:lnTo>
                    <a:pt x="561" y="1730"/>
                  </a:lnTo>
                  <a:lnTo>
                    <a:pt x="391" y="1657"/>
                  </a:lnTo>
                  <a:lnTo>
                    <a:pt x="269" y="1535"/>
                  </a:lnTo>
                  <a:lnTo>
                    <a:pt x="147" y="1414"/>
                  </a:lnTo>
                  <a:lnTo>
                    <a:pt x="74" y="1243"/>
                  </a:lnTo>
                  <a:lnTo>
                    <a:pt x="25" y="1073"/>
                  </a:lnTo>
                  <a:lnTo>
                    <a:pt x="1" y="902"/>
                  </a:lnTo>
                  <a:lnTo>
                    <a:pt x="1" y="902"/>
                  </a:lnTo>
                  <a:lnTo>
                    <a:pt x="25" y="732"/>
                  </a:lnTo>
                  <a:lnTo>
                    <a:pt x="74" y="561"/>
                  </a:lnTo>
                  <a:lnTo>
                    <a:pt x="147" y="391"/>
                  </a:lnTo>
                  <a:lnTo>
                    <a:pt x="269" y="269"/>
                  </a:lnTo>
                  <a:lnTo>
                    <a:pt x="391" y="147"/>
                  </a:lnTo>
                  <a:lnTo>
                    <a:pt x="561" y="74"/>
                  </a:lnTo>
                  <a:lnTo>
                    <a:pt x="732" y="25"/>
                  </a:lnTo>
                  <a:lnTo>
                    <a:pt x="902" y="1"/>
                  </a:lnTo>
                  <a:lnTo>
                    <a:pt x="902" y="1"/>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 name="Google Shape;198;p12">
              <a:extLst>
                <a:ext uri="{FF2B5EF4-FFF2-40B4-BE49-F238E27FC236}">
                  <a16:creationId xmlns:a16="http://schemas.microsoft.com/office/drawing/2014/main" id="{336B922C-D890-0401-D5E2-D761AA78932C}"/>
                </a:ext>
              </a:extLst>
            </p:cNvPr>
            <p:cNvSpPr/>
            <p:nvPr/>
          </p:nvSpPr>
          <p:spPr>
            <a:xfrm>
              <a:off x="713850" y="274025"/>
              <a:ext cx="45075" cy="45100"/>
            </a:xfrm>
            <a:custGeom>
              <a:avLst/>
              <a:gdLst/>
              <a:ahLst/>
              <a:cxnLst/>
              <a:rect l="l" t="t" r="r" b="b"/>
              <a:pathLst>
                <a:path w="1803" h="1804" fill="none" extrusionOk="0">
                  <a:moveTo>
                    <a:pt x="902" y="1"/>
                  </a:moveTo>
                  <a:lnTo>
                    <a:pt x="902" y="1"/>
                  </a:lnTo>
                  <a:lnTo>
                    <a:pt x="1072" y="25"/>
                  </a:lnTo>
                  <a:lnTo>
                    <a:pt x="1243" y="74"/>
                  </a:lnTo>
                  <a:lnTo>
                    <a:pt x="1413" y="147"/>
                  </a:lnTo>
                  <a:lnTo>
                    <a:pt x="1535" y="269"/>
                  </a:lnTo>
                  <a:lnTo>
                    <a:pt x="1657" y="391"/>
                  </a:lnTo>
                  <a:lnTo>
                    <a:pt x="1730" y="561"/>
                  </a:lnTo>
                  <a:lnTo>
                    <a:pt x="1779" y="732"/>
                  </a:lnTo>
                  <a:lnTo>
                    <a:pt x="1803" y="902"/>
                  </a:lnTo>
                  <a:lnTo>
                    <a:pt x="1803" y="902"/>
                  </a:lnTo>
                  <a:lnTo>
                    <a:pt x="1779" y="1073"/>
                  </a:lnTo>
                  <a:lnTo>
                    <a:pt x="1730" y="1243"/>
                  </a:lnTo>
                  <a:lnTo>
                    <a:pt x="1657" y="1414"/>
                  </a:lnTo>
                  <a:lnTo>
                    <a:pt x="1535" y="1535"/>
                  </a:lnTo>
                  <a:lnTo>
                    <a:pt x="1413" y="1657"/>
                  </a:lnTo>
                  <a:lnTo>
                    <a:pt x="1243" y="1730"/>
                  </a:lnTo>
                  <a:lnTo>
                    <a:pt x="1072" y="1779"/>
                  </a:lnTo>
                  <a:lnTo>
                    <a:pt x="902" y="1803"/>
                  </a:lnTo>
                  <a:lnTo>
                    <a:pt x="902" y="1803"/>
                  </a:lnTo>
                  <a:lnTo>
                    <a:pt x="731" y="1779"/>
                  </a:lnTo>
                  <a:lnTo>
                    <a:pt x="561" y="1730"/>
                  </a:lnTo>
                  <a:lnTo>
                    <a:pt x="390" y="1657"/>
                  </a:lnTo>
                  <a:lnTo>
                    <a:pt x="269" y="1535"/>
                  </a:lnTo>
                  <a:lnTo>
                    <a:pt x="147" y="1414"/>
                  </a:lnTo>
                  <a:lnTo>
                    <a:pt x="74" y="1243"/>
                  </a:lnTo>
                  <a:lnTo>
                    <a:pt x="25" y="1073"/>
                  </a:lnTo>
                  <a:lnTo>
                    <a:pt x="1" y="902"/>
                  </a:lnTo>
                  <a:lnTo>
                    <a:pt x="1" y="902"/>
                  </a:lnTo>
                  <a:lnTo>
                    <a:pt x="25" y="732"/>
                  </a:lnTo>
                  <a:lnTo>
                    <a:pt x="74" y="561"/>
                  </a:lnTo>
                  <a:lnTo>
                    <a:pt x="147" y="391"/>
                  </a:lnTo>
                  <a:lnTo>
                    <a:pt x="269" y="269"/>
                  </a:lnTo>
                  <a:lnTo>
                    <a:pt x="390" y="147"/>
                  </a:lnTo>
                  <a:lnTo>
                    <a:pt x="561" y="74"/>
                  </a:lnTo>
                  <a:lnTo>
                    <a:pt x="731" y="25"/>
                  </a:lnTo>
                  <a:lnTo>
                    <a:pt x="902" y="1"/>
                  </a:lnTo>
                  <a:lnTo>
                    <a:pt x="902" y="1"/>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Google Shape;199;p12">
              <a:extLst>
                <a:ext uri="{FF2B5EF4-FFF2-40B4-BE49-F238E27FC236}">
                  <a16:creationId xmlns:a16="http://schemas.microsoft.com/office/drawing/2014/main" id="{FC6B0539-56B6-614E-9FEB-BE7E8E239DEF}"/>
                </a:ext>
              </a:extLst>
            </p:cNvPr>
            <p:cNvSpPr/>
            <p:nvPr/>
          </p:nvSpPr>
          <p:spPr>
            <a:xfrm>
              <a:off x="631050" y="274025"/>
              <a:ext cx="45075" cy="45100"/>
            </a:xfrm>
            <a:custGeom>
              <a:avLst/>
              <a:gdLst/>
              <a:ahLst/>
              <a:cxnLst/>
              <a:rect l="l" t="t" r="r" b="b"/>
              <a:pathLst>
                <a:path w="1803" h="1804" fill="none" extrusionOk="0">
                  <a:moveTo>
                    <a:pt x="0" y="902"/>
                  </a:moveTo>
                  <a:lnTo>
                    <a:pt x="0" y="902"/>
                  </a:lnTo>
                  <a:lnTo>
                    <a:pt x="25" y="732"/>
                  </a:lnTo>
                  <a:lnTo>
                    <a:pt x="73" y="561"/>
                  </a:lnTo>
                  <a:lnTo>
                    <a:pt x="147" y="391"/>
                  </a:lnTo>
                  <a:lnTo>
                    <a:pt x="268" y="269"/>
                  </a:lnTo>
                  <a:lnTo>
                    <a:pt x="390" y="147"/>
                  </a:lnTo>
                  <a:lnTo>
                    <a:pt x="561" y="74"/>
                  </a:lnTo>
                  <a:lnTo>
                    <a:pt x="731" y="25"/>
                  </a:lnTo>
                  <a:lnTo>
                    <a:pt x="902" y="1"/>
                  </a:lnTo>
                  <a:lnTo>
                    <a:pt x="902" y="1"/>
                  </a:lnTo>
                  <a:lnTo>
                    <a:pt x="1072" y="25"/>
                  </a:lnTo>
                  <a:lnTo>
                    <a:pt x="1243" y="74"/>
                  </a:lnTo>
                  <a:lnTo>
                    <a:pt x="1413" y="147"/>
                  </a:lnTo>
                  <a:lnTo>
                    <a:pt x="1535" y="269"/>
                  </a:lnTo>
                  <a:lnTo>
                    <a:pt x="1657" y="391"/>
                  </a:lnTo>
                  <a:lnTo>
                    <a:pt x="1730" y="561"/>
                  </a:lnTo>
                  <a:lnTo>
                    <a:pt x="1778" y="732"/>
                  </a:lnTo>
                  <a:lnTo>
                    <a:pt x="1803" y="902"/>
                  </a:lnTo>
                  <a:lnTo>
                    <a:pt x="1803" y="902"/>
                  </a:lnTo>
                  <a:lnTo>
                    <a:pt x="1778" y="1073"/>
                  </a:lnTo>
                  <a:lnTo>
                    <a:pt x="1730" y="1243"/>
                  </a:lnTo>
                  <a:lnTo>
                    <a:pt x="1657" y="1414"/>
                  </a:lnTo>
                  <a:lnTo>
                    <a:pt x="1535" y="1535"/>
                  </a:lnTo>
                  <a:lnTo>
                    <a:pt x="1413" y="1657"/>
                  </a:lnTo>
                  <a:lnTo>
                    <a:pt x="1243" y="1730"/>
                  </a:lnTo>
                  <a:lnTo>
                    <a:pt x="1072" y="1779"/>
                  </a:lnTo>
                  <a:lnTo>
                    <a:pt x="902" y="1803"/>
                  </a:lnTo>
                  <a:lnTo>
                    <a:pt x="902" y="1803"/>
                  </a:lnTo>
                  <a:lnTo>
                    <a:pt x="731" y="1779"/>
                  </a:lnTo>
                  <a:lnTo>
                    <a:pt x="561" y="1730"/>
                  </a:lnTo>
                  <a:lnTo>
                    <a:pt x="390" y="1657"/>
                  </a:lnTo>
                  <a:lnTo>
                    <a:pt x="268" y="1535"/>
                  </a:lnTo>
                  <a:lnTo>
                    <a:pt x="147" y="1414"/>
                  </a:lnTo>
                  <a:lnTo>
                    <a:pt x="73" y="1243"/>
                  </a:lnTo>
                  <a:lnTo>
                    <a:pt x="25" y="1073"/>
                  </a:lnTo>
                  <a:lnTo>
                    <a:pt x="0" y="902"/>
                  </a:lnTo>
                  <a:lnTo>
                    <a:pt x="0" y="902"/>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200;p12">
              <a:extLst>
                <a:ext uri="{FF2B5EF4-FFF2-40B4-BE49-F238E27FC236}">
                  <a16:creationId xmlns:a16="http://schemas.microsoft.com/office/drawing/2014/main" id="{F191F778-DE79-792C-BD05-9417BA3CADD4}"/>
                </a:ext>
              </a:extLst>
            </p:cNvPr>
            <p:cNvSpPr/>
            <p:nvPr/>
          </p:nvSpPr>
          <p:spPr>
            <a:xfrm>
              <a:off x="649925" y="590050"/>
              <a:ext cx="133975" cy="25"/>
            </a:xfrm>
            <a:custGeom>
              <a:avLst/>
              <a:gdLst/>
              <a:ahLst/>
              <a:cxnLst/>
              <a:rect l="l" t="t" r="r" b="b"/>
              <a:pathLst>
                <a:path w="5359" h="1" fill="none" extrusionOk="0">
                  <a:moveTo>
                    <a:pt x="5358" y="0"/>
                  </a:moveTo>
                  <a:lnTo>
                    <a:pt x="0" y="0"/>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201;p12">
              <a:extLst>
                <a:ext uri="{FF2B5EF4-FFF2-40B4-BE49-F238E27FC236}">
                  <a16:creationId xmlns:a16="http://schemas.microsoft.com/office/drawing/2014/main" id="{CDA37C50-710F-5D9F-31F4-1841F58C5DD1}"/>
                </a:ext>
              </a:extLst>
            </p:cNvPr>
            <p:cNvSpPr/>
            <p:nvPr/>
          </p:nvSpPr>
          <p:spPr>
            <a:xfrm>
              <a:off x="649925" y="534625"/>
              <a:ext cx="255750" cy="25"/>
            </a:xfrm>
            <a:custGeom>
              <a:avLst/>
              <a:gdLst/>
              <a:ahLst/>
              <a:cxnLst/>
              <a:rect l="l" t="t" r="r" b="b"/>
              <a:pathLst>
                <a:path w="10230" h="1" fill="none" extrusionOk="0">
                  <a:moveTo>
                    <a:pt x="10229" y="1"/>
                  </a:moveTo>
                  <a:lnTo>
                    <a:pt x="0" y="1"/>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202;p12">
              <a:extLst>
                <a:ext uri="{FF2B5EF4-FFF2-40B4-BE49-F238E27FC236}">
                  <a16:creationId xmlns:a16="http://schemas.microsoft.com/office/drawing/2014/main" id="{1CC77E37-688D-366C-E4AD-E8D5C09F45D3}"/>
                </a:ext>
              </a:extLst>
            </p:cNvPr>
            <p:cNvSpPr/>
            <p:nvPr/>
          </p:nvSpPr>
          <p:spPr>
            <a:xfrm>
              <a:off x="649925" y="479825"/>
              <a:ext cx="255750" cy="25"/>
            </a:xfrm>
            <a:custGeom>
              <a:avLst/>
              <a:gdLst/>
              <a:ahLst/>
              <a:cxnLst/>
              <a:rect l="l" t="t" r="r" b="b"/>
              <a:pathLst>
                <a:path w="10230" h="1" fill="none" extrusionOk="0">
                  <a:moveTo>
                    <a:pt x="10229" y="1"/>
                  </a:moveTo>
                  <a:lnTo>
                    <a:pt x="0" y="1"/>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203;p12">
              <a:extLst>
                <a:ext uri="{FF2B5EF4-FFF2-40B4-BE49-F238E27FC236}">
                  <a16:creationId xmlns:a16="http://schemas.microsoft.com/office/drawing/2014/main" id="{DA4EA813-C813-4AE8-5C35-D066D852CD68}"/>
                </a:ext>
              </a:extLst>
            </p:cNvPr>
            <p:cNvSpPr/>
            <p:nvPr/>
          </p:nvSpPr>
          <p:spPr>
            <a:xfrm>
              <a:off x="649925" y="424425"/>
              <a:ext cx="255750" cy="25"/>
            </a:xfrm>
            <a:custGeom>
              <a:avLst/>
              <a:gdLst/>
              <a:ahLst/>
              <a:cxnLst/>
              <a:rect l="l" t="t" r="r" b="b"/>
              <a:pathLst>
                <a:path w="10230" h="1" fill="none" extrusionOk="0">
                  <a:moveTo>
                    <a:pt x="10229" y="1"/>
                  </a:moveTo>
                  <a:lnTo>
                    <a:pt x="0" y="1"/>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204;p12">
              <a:extLst>
                <a:ext uri="{FF2B5EF4-FFF2-40B4-BE49-F238E27FC236}">
                  <a16:creationId xmlns:a16="http://schemas.microsoft.com/office/drawing/2014/main" id="{5BC7E257-9DEB-3117-638D-7A6FD2848CE5}"/>
                </a:ext>
              </a:extLst>
            </p:cNvPr>
            <p:cNvSpPr/>
            <p:nvPr/>
          </p:nvSpPr>
          <p:spPr>
            <a:xfrm>
              <a:off x="879475" y="274025"/>
              <a:ext cx="45075" cy="45100"/>
            </a:xfrm>
            <a:custGeom>
              <a:avLst/>
              <a:gdLst/>
              <a:ahLst/>
              <a:cxnLst/>
              <a:rect l="l" t="t" r="r" b="b"/>
              <a:pathLst>
                <a:path w="1803" h="1804" fill="none" extrusionOk="0">
                  <a:moveTo>
                    <a:pt x="901" y="1803"/>
                  </a:moveTo>
                  <a:lnTo>
                    <a:pt x="901" y="1803"/>
                  </a:lnTo>
                  <a:lnTo>
                    <a:pt x="731" y="1779"/>
                  </a:lnTo>
                  <a:lnTo>
                    <a:pt x="560" y="1730"/>
                  </a:lnTo>
                  <a:lnTo>
                    <a:pt x="390" y="1657"/>
                  </a:lnTo>
                  <a:lnTo>
                    <a:pt x="268" y="1535"/>
                  </a:lnTo>
                  <a:lnTo>
                    <a:pt x="146" y="1414"/>
                  </a:lnTo>
                  <a:lnTo>
                    <a:pt x="73" y="1243"/>
                  </a:lnTo>
                  <a:lnTo>
                    <a:pt x="25" y="1073"/>
                  </a:lnTo>
                  <a:lnTo>
                    <a:pt x="0" y="902"/>
                  </a:lnTo>
                  <a:lnTo>
                    <a:pt x="0" y="902"/>
                  </a:lnTo>
                  <a:lnTo>
                    <a:pt x="25" y="732"/>
                  </a:lnTo>
                  <a:lnTo>
                    <a:pt x="73" y="561"/>
                  </a:lnTo>
                  <a:lnTo>
                    <a:pt x="146" y="391"/>
                  </a:lnTo>
                  <a:lnTo>
                    <a:pt x="268" y="269"/>
                  </a:lnTo>
                  <a:lnTo>
                    <a:pt x="390" y="147"/>
                  </a:lnTo>
                  <a:lnTo>
                    <a:pt x="560" y="74"/>
                  </a:lnTo>
                  <a:lnTo>
                    <a:pt x="731" y="25"/>
                  </a:lnTo>
                  <a:lnTo>
                    <a:pt x="901" y="1"/>
                  </a:lnTo>
                  <a:lnTo>
                    <a:pt x="901" y="1"/>
                  </a:lnTo>
                  <a:lnTo>
                    <a:pt x="1072" y="25"/>
                  </a:lnTo>
                  <a:lnTo>
                    <a:pt x="1242" y="74"/>
                  </a:lnTo>
                  <a:lnTo>
                    <a:pt x="1413" y="147"/>
                  </a:lnTo>
                  <a:lnTo>
                    <a:pt x="1535" y="269"/>
                  </a:lnTo>
                  <a:lnTo>
                    <a:pt x="1656" y="391"/>
                  </a:lnTo>
                  <a:lnTo>
                    <a:pt x="1729" y="561"/>
                  </a:lnTo>
                  <a:lnTo>
                    <a:pt x="1778" y="732"/>
                  </a:lnTo>
                  <a:lnTo>
                    <a:pt x="1802" y="902"/>
                  </a:lnTo>
                  <a:lnTo>
                    <a:pt x="1802" y="902"/>
                  </a:lnTo>
                  <a:lnTo>
                    <a:pt x="1778" y="1073"/>
                  </a:lnTo>
                  <a:lnTo>
                    <a:pt x="1729" y="1243"/>
                  </a:lnTo>
                  <a:lnTo>
                    <a:pt x="1656" y="1414"/>
                  </a:lnTo>
                  <a:lnTo>
                    <a:pt x="1535" y="1535"/>
                  </a:lnTo>
                  <a:lnTo>
                    <a:pt x="1413" y="1657"/>
                  </a:lnTo>
                  <a:lnTo>
                    <a:pt x="1242" y="1730"/>
                  </a:lnTo>
                  <a:lnTo>
                    <a:pt x="1072" y="1779"/>
                  </a:lnTo>
                  <a:lnTo>
                    <a:pt x="901" y="1803"/>
                  </a:lnTo>
                  <a:lnTo>
                    <a:pt x="901" y="1803"/>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205;p12">
              <a:extLst>
                <a:ext uri="{FF2B5EF4-FFF2-40B4-BE49-F238E27FC236}">
                  <a16:creationId xmlns:a16="http://schemas.microsoft.com/office/drawing/2014/main" id="{78CC3994-8536-B8B2-A02B-E17C6C80951F}"/>
                </a:ext>
              </a:extLst>
            </p:cNvPr>
            <p:cNvSpPr/>
            <p:nvPr/>
          </p:nvSpPr>
          <p:spPr>
            <a:xfrm>
              <a:off x="654800" y="244200"/>
              <a:ext cx="25" cy="51175"/>
            </a:xfrm>
            <a:custGeom>
              <a:avLst/>
              <a:gdLst/>
              <a:ahLst/>
              <a:cxnLst/>
              <a:rect l="l" t="t" r="r" b="b"/>
              <a:pathLst>
                <a:path w="1" h="2047" fill="none" extrusionOk="0">
                  <a:moveTo>
                    <a:pt x="0" y="1"/>
                  </a:moveTo>
                  <a:lnTo>
                    <a:pt x="0" y="2046"/>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 name="Google Shape;206;p12">
              <a:extLst>
                <a:ext uri="{FF2B5EF4-FFF2-40B4-BE49-F238E27FC236}">
                  <a16:creationId xmlns:a16="http://schemas.microsoft.com/office/drawing/2014/main" id="{E4F412B1-54BC-1122-99AC-A90669383510}"/>
                </a:ext>
              </a:extLst>
            </p:cNvPr>
            <p:cNvSpPr/>
            <p:nvPr/>
          </p:nvSpPr>
          <p:spPr>
            <a:xfrm>
              <a:off x="737600" y="244200"/>
              <a:ext cx="25" cy="51175"/>
            </a:xfrm>
            <a:custGeom>
              <a:avLst/>
              <a:gdLst/>
              <a:ahLst/>
              <a:cxnLst/>
              <a:rect l="l" t="t" r="r" b="b"/>
              <a:pathLst>
                <a:path w="1" h="2047" fill="none" extrusionOk="0">
                  <a:moveTo>
                    <a:pt x="1" y="1"/>
                  </a:moveTo>
                  <a:lnTo>
                    <a:pt x="1" y="2046"/>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 name="Google Shape;207;p12">
              <a:extLst>
                <a:ext uri="{FF2B5EF4-FFF2-40B4-BE49-F238E27FC236}">
                  <a16:creationId xmlns:a16="http://schemas.microsoft.com/office/drawing/2014/main" id="{9B688933-9F35-C514-3A21-522624F57A73}"/>
                </a:ext>
              </a:extLst>
            </p:cNvPr>
            <p:cNvSpPr/>
            <p:nvPr/>
          </p:nvSpPr>
          <p:spPr>
            <a:xfrm>
              <a:off x="820400" y="244200"/>
              <a:ext cx="25" cy="51175"/>
            </a:xfrm>
            <a:custGeom>
              <a:avLst/>
              <a:gdLst/>
              <a:ahLst/>
              <a:cxnLst/>
              <a:rect l="l" t="t" r="r" b="b"/>
              <a:pathLst>
                <a:path w="1" h="2047" fill="none" extrusionOk="0">
                  <a:moveTo>
                    <a:pt x="1" y="1"/>
                  </a:moveTo>
                  <a:lnTo>
                    <a:pt x="1" y="2046"/>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208;p12">
              <a:extLst>
                <a:ext uri="{FF2B5EF4-FFF2-40B4-BE49-F238E27FC236}">
                  <a16:creationId xmlns:a16="http://schemas.microsoft.com/office/drawing/2014/main" id="{C9493D24-0E4F-5072-DBA7-8484A2ADC8E0}"/>
                </a:ext>
              </a:extLst>
            </p:cNvPr>
            <p:cNvSpPr/>
            <p:nvPr/>
          </p:nvSpPr>
          <p:spPr>
            <a:xfrm>
              <a:off x="903225" y="244200"/>
              <a:ext cx="25" cy="51175"/>
            </a:xfrm>
            <a:custGeom>
              <a:avLst/>
              <a:gdLst/>
              <a:ahLst/>
              <a:cxnLst/>
              <a:rect l="l" t="t" r="r" b="b"/>
              <a:pathLst>
                <a:path w="1" h="2047" fill="none" extrusionOk="0">
                  <a:moveTo>
                    <a:pt x="0" y="1"/>
                  </a:moveTo>
                  <a:lnTo>
                    <a:pt x="0" y="2046"/>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2152941631"/>
      </p:ext>
    </p:extLst>
  </p:cSld>
  <p:clrMapOvr>
    <a:masterClrMapping/>
  </p:clrMapOvr>
  <p:transition>
    <p:fade thruBlk="1"/>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88"/>
        <p:cNvGrpSpPr/>
        <p:nvPr/>
      </p:nvGrpSpPr>
      <p:grpSpPr>
        <a:xfrm>
          <a:off x="0" y="0"/>
          <a:ext cx="0" cy="0"/>
          <a:chOff x="0" y="0"/>
          <a:chExt cx="0" cy="0"/>
        </a:xfrm>
      </p:grpSpPr>
      <p:sp>
        <p:nvSpPr>
          <p:cNvPr id="189" name="Google Shape;189;p12"/>
          <p:cNvSpPr txBox="1">
            <a:spLocks noGrp="1"/>
          </p:cNvSpPr>
          <p:nvPr>
            <p:ph type="title"/>
          </p:nvPr>
        </p:nvSpPr>
        <p:spPr>
          <a:xfrm>
            <a:off x="814275" y="392575"/>
            <a:ext cx="5258400" cy="766200"/>
          </a:xfrm>
          <a:prstGeom prst="rect">
            <a:avLst/>
          </a:prstGeom>
        </p:spPr>
        <p:txBody>
          <a:bodyPr spcFirstLastPara="1" wrap="square" lIns="91425" tIns="91425" rIns="91425" bIns="91425" anchor="ctr" anchorCtr="0">
            <a:noAutofit/>
          </a:bodyPr>
          <a:lstStyle/>
          <a:p>
            <a:pPr lvl="0"/>
            <a:r>
              <a:rPr lang="en-PH" dirty="0"/>
              <a:t>1.1 Computer Systems</a:t>
            </a:r>
            <a:endParaRPr dirty="0">
              <a:solidFill>
                <a:schemeClr val="bg1">
                  <a:lumMod val="95000"/>
                </a:schemeClr>
              </a:solidFill>
            </a:endParaRPr>
          </a:p>
        </p:txBody>
      </p:sp>
      <p:sp>
        <p:nvSpPr>
          <p:cNvPr id="192" name="Google Shape;192;p12"/>
          <p:cNvSpPr txBox="1">
            <a:spLocks noGrp="1"/>
          </p:cNvSpPr>
          <p:nvPr>
            <p:ph type="sldNum" idx="12"/>
          </p:nvPr>
        </p:nvSpPr>
        <p:spPr>
          <a:xfrm>
            <a:off x="7618000" y="4636500"/>
            <a:ext cx="1487400" cy="315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GB"/>
              <a:t>10</a:t>
            </a:fld>
            <a:endParaRPr lang="en-GB"/>
          </a:p>
        </p:txBody>
      </p:sp>
      <p:grpSp>
        <p:nvGrpSpPr>
          <p:cNvPr id="194" name="Google Shape;194;p12"/>
          <p:cNvGrpSpPr/>
          <p:nvPr/>
        </p:nvGrpSpPr>
        <p:grpSpPr>
          <a:xfrm>
            <a:off x="293683" y="574116"/>
            <a:ext cx="309041" cy="403123"/>
            <a:chOff x="590250" y="244200"/>
            <a:chExt cx="407975" cy="532175"/>
          </a:xfrm>
        </p:grpSpPr>
        <p:sp>
          <p:nvSpPr>
            <p:cNvPr id="195" name="Google Shape;195;p12"/>
            <p:cNvSpPr/>
            <p:nvPr/>
          </p:nvSpPr>
          <p:spPr>
            <a:xfrm>
              <a:off x="623125" y="313625"/>
              <a:ext cx="375100" cy="462750"/>
            </a:xfrm>
            <a:custGeom>
              <a:avLst/>
              <a:gdLst/>
              <a:ahLst/>
              <a:cxnLst/>
              <a:rect l="l" t="t" r="r" b="b"/>
              <a:pathLst>
                <a:path w="15004" h="18510" fill="none" extrusionOk="0">
                  <a:moveTo>
                    <a:pt x="1" y="17536"/>
                  </a:moveTo>
                  <a:lnTo>
                    <a:pt x="1" y="17536"/>
                  </a:lnTo>
                  <a:lnTo>
                    <a:pt x="1" y="17536"/>
                  </a:lnTo>
                  <a:lnTo>
                    <a:pt x="25" y="17682"/>
                  </a:lnTo>
                  <a:lnTo>
                    <a:pt x="49" y="17852"/>
                  </a:lnTo>
                  <a:lnTo>
                    <a:pt x="123" y="18023"/>
                  </a:lnTo>
                  <a:lnTo>
                    <a:pt x="220" y="18193"/>
                  </a:lnTo>
                  <a:lnTo>
                    <a:pt x="293" y="18291"/>
                  </a:lnTo>
                  <a:lnTo>
                    <a:pt x="390" y="18364"/>
                  </a:lnTo>
                  <a:lnTo>
                    <a:pt x="488" y="18412"/>
                  </a:lnTo>
                  <a:lnTo>
                    <a:pt x="610" y="18461"/>
                  </a:lnTo>
                  <a:lnTo>
                    <a:pt x="756" y="18510"/>
                  </a:lnTo>
                  <a:lnTo>
                    <a:pt x="926" y="18510"/>
                  </a:lnTo>
                  <a:lnTo>
                    <a:pt x="14468" y="18510"/>
                  </a:lnTo>
                  <a:lnTo>
                    <a:pt x="14468" y="18510"/>
                  </a:lnTo>
                  <a:lnTo>
                    <a:pt x="14541" y="18510"/>
                  </a:lnTo>
                  <a:lnTo>
                    <a:pt x="14614" y="18485"/>
                  </a:lnTo>
                  <a:lnTo>
                    <a:pt x="14736" y="18412"/>
                  </a:lnTo>
                  <a:lnTo>
                    <a:pt x="14833" y="18291"/>
                  </a:lnTo>
                  <a:lnTo>
                    <a:pt x="14906" y="18144"/>
                  </a:lnTo>
                  <a:lnTo>
                    <a:pt x="14955" y="17974"/>
                  </a:lnTo>
                  <a:lnTo>
                    <a:pt x="14979" y="17779"/>
                  </a:lnTo>
                  <a:lnTo>
                    <a:pt x="15003" y="17438"/>
                  </a:lnTo>
                  <a:lnTo>
                    <a:pt x="15003" y="487"/>
                  </a:lnTo>
                  <a:lnTo>
                    <a:pt x="15003" y="487"/>
                  </a:lnTo>
                  <a:lnTo>
                    <a:pt x="15003" y="341"/>
                  </a:lnTo>
                  <a:lnTo>
                    <a:pt x="14979" y="219"/>
                  </a:lnTo>
                  <a:lnTo>
                    <a:pt x="14955" y="146"/>
                  </a:lnTo>
                  <a:lnTo>
                    <a:pt x="14906" y="73"/>
                  </a:lnTo>
                  <a:lnTo>
                    <a:pt x="14833" y="49"/>
                  </a:lnTo>
                  <a:lnTo>
                    <a:pt x="14736" y="24"/>
                  </a:lnTo>
                  <a:lnTo>
                    <a:pt x="14468" y="0"/>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 name="Google Shape;196;p12"/>
            <p:cNvSpPr/>
            <p:nvPr/>
          </p:nvSpPr>
          <p:spPr>
            <a:xfrm>
              <a:off x="590250" y="269775"/>
              <a:ext cx="377525" cy="462775"/>
            </a:xfrm>
            <a:custGeom>
              <a:avLst/>
              <a:gdLst/>
              <a:ahLst/>
              <a:cxnLst/>
              <a:rect l="l" t="t" r="r" b="b"/>
              <a:pathLst>
                <a:path w="15101" h="18511" fill="none" extrusionOk="0">
                  <a:moveTo>
                    <a:pt x="14321" y="0"/>
                  </a:moveTo>
                  <a:lnTo>
                    <a:pt x="780" y="0"/>
                  </a:lnTo>
                  <a:lnTo>
                    <a:pt x="780" y="0"/>
                  </a:lnTo>
                  <a:lnTo>
                    <a:pt x="634" y="25"/>
                  </a:lnTo>
                  <a:lnTo>
                    <a:pt x="488" y="74"/>
                  </a:lnTo>
                  <a:lnTo>
                    <a:pt x="342" y="122"/>
                  </a:lnTo>
                  <a:lnTo>
                    <a:pt x="220" y="220"/>
                  </a:lnTo>
                  <a:lnTo>
                    <a:pt x="122" y="341"/>
                  </a:lnTo>
                  <a:lnTo>
                    <a:pt x="74" y="488"/>
                  </a:lnTo>
                  <a:lnTo>
                    <a:pt x="25" y="634"/>
                  </a:lnTo>
                  <a:lnTo>
                    <a:pt x="1" y="780"/>
                  </a:lnTo>
                  <a:lnTo>
                    <a:pt x="1" y="17731"/>
                  </a:lnTo>
                  <a:lnTo>
                    <a:pt x="1" y="17731"/>
                  </a:lnTo>
                  <a:lnTo>
                    <a:pt x="25" y="17877"/>
                  </a:lnTo>
                  <a:lnTo>
                    <a:pt x="74" y="18023"/>
                  </a:lnTo>
                  <a:lnTo>
                    <a:pt x="122" y="18169"/>
                  </a:lnTo>
                  <a:lnTo>
                    <a:pt x="220" y="18291"/>
                  </a:lnTo>
                  <a:lnTo>
                    <a:pt x="342" y="18388"/>
                  </a:lnTo>
                  <a:lnTo>
                    <a:pt x="488" y="18437"/>
                  </a:lnTo>
                  <a:lnTo>
                    <a:pt x="634" y="18486"/>
                  </a:lnTo>
                  <a:lnTo>
                    <a:pt x="780" y="18510"/>
                  </a:lnTo>
                  <a:lnTo>
                    <a:pt x="14321" y="18510"/>
                  </a:lnTo>
                  <a:lnTo>
                    <a:pt x="14321" y="18510"/>
                  </a:lnTo>
                  <a:lnTo>
                    <a:pt x="14467" y="18486"/>
                  </a:lnTo>
                  <a:lnTo>
                    <a:pt x="14614" y="18437"/>
                  </a:lnTo>
                  <a:lnTo>
                    <a:pt x="14760" y="18388"/>
                  </a:lnTo>
                  <a:lnTo>
                    <a:pt x="14881" y="18291"/>
                  </a:lnTo>
                  <a:lnTo>
                    <a:pt x="14979" y="18169"/>
                  </a:lnTo>
                  <a:lnTo>
                    <a:pt x="15028" y="18023"/>
                  </a:lnTo>
                  <a:lnTo>
                    <a:pt x="15076" y="17877"/>
                  </a:lnTo>
                  <a:lnTo>
                    <a:pt x="15101" y="17731"/>
                  </a:lnTo>
                  <a:lnTo>
                    <a:pt x="15101" y="780"/>
                  </a:lnTo>
                  <a:lnTo>
                    <a:pt x="15101" y="780"/>
                  </a:lnTo>
                  <a:lnTo>
                    <a:pt x="15076" y="634"/>
                  </a:lnTo>
                  <a:lnTo>
                    <a:pt x="15028" y="488"/>
                  </a:lnTo>
                  <a:lnTo>
                    <a:pt x="14979" y="341"/>
                  </a:lnTo>
                  <a:lnTo>
                    <a:pt x="14881" y="220"/>
                  </a:lnTo>
                  <a:lnTo>
                    <a:pt x="14760" y="122"/>
                  </a:lnTo>
                  <a:lnTo>
                    <a:pt x="14614" y="74"/>
                  </a:lnTo>
                  <a:lnTo>
                    <a:pt x="14467" y="25"/>
                  </a:lnTo>
                  <a:lnTo>
                    <a:pt x="14321" y="0"/>
                  </a:lnTo>
                  <a:lnTo>
                    <a:pt x="14321" y="0"/>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 name="Google Shape;197;p12"/>
            <p:cNvSpPr/>
            <p:nvPr/>
          </p:nvSpPr>
          <p:spPr>
            <a:xfrm>
              <a:off x="796650" y="274025"/>
              <a:ext cx="45100" cy="45100"/>
            </a:xfrm>
            <a:custGeom>
              <a:avLst/>
              <a:gdLst/>
              <a:ahLst/>
              <a:cxnLst/>
              <a:rect l="l" t="t" r="r" b="b"/>
              <a:pathLst>
                <a:path w="1804" h="1804" fill="none" extrusionOk="0">
                  <a:moveTo>
                    <a:pt x="902" y="1"/>
                  </a:moveTo>
                  <a:lnTo>
                    <a:pt x="902" y="1"/>
                  </a:lnTo>
                  <a:lnTo>
                    <a:pt x="1073" y="25"/>
                  </a:lnTo>
                  <a:lnTo>
                    <a:pt x="1243" y="74"/>
                  </a:lnTo>
                  <a:lnTo>
                    <a:pt x="1414" y="147"/>
                  </a:lnTo>
                  <a:lnTo>
                    <a:pt x="1535" y="269"/>
                  </a:lnTo>
                  <a:lnTo>
                    <a:pt x="1657" y="391"/>
                  </a:lnTo>
                  <a:lnTo>
                    <a:pt x="1730" y="561"/>
                  </a:lnTo>
                  <a:lnTo>
                    <a:pt x="1779" y="732"/>
                  </a:lnTo>
                  <a:lnTo>
                    <a:pt x="1803" y="902"/>
                  </a:lnTo>
                  <a:lnTo>
                    <a:pt x="1803" y="902"/>
                  </a:lnTo>
                  <a:lnTo>
                    <a:pt x="1779" y="1073"/>
                  </a:lnTo>
                  <a:lnTo>
                    <a:pt x="1730" y="1243"/>
                  </a:lnTo>
                  <a:lnTo>
                    <a:pt x="1657" y="1414"/>
                  </a:lnTo>
                  <a:lnTo>
                    <a:pt x="1535" y="1535"/>
                  </a:lnTo>
                  <a:lnTo>
                    <a:pt x="1414" y="1657"/>
                  </a:lnTo>
                  <a:lnTo>
                    <a:pt x="1243" y="1730"/>
                  </a:lnTo>
                  <a:lnTo>
                    <a:pt x="1073" y="1779"/>
                  </a:lnTo>
                  <a:lnTo>
                    <a:pt x="902" y="1803"/>
                  </a:lnTo>
                  <a:lnTo>
                    <a:pt x="902" y="1803"/>
                  </a:lnTo>
                  <a:lnTo>
                    <a:pt x="732" y="1779"/>
                  </a:lnTo>
                  <a:lnTo>
                    <a:pt x="561" y="1730"/>
                  </a:lnTo>
                  <a:lnTo>
                    <a:pt x="391" y="1657"/>
                  </a:lnTo>
                  <a:lnTo>
                    <a:pt x="269" y="1535"/>
                  </a:lnTo>
                  <a:lnTo>
                    <a:pt x="147" y="1414"/>
                  </a:lnTo>
                  <a:lnTo>
                    <a:pt x="74" y="1243"/>
                  </a:lnTo>
                  <a:lnTo>
                    <a:pt x="25" y="1073"/>
                  </a:lnTo>
                  <a:lnTo>
                    <a:pt x="1" y="902"/>
                  </a:lnTo>
                  <a:lnTo>
                    <a:pt x="1" y="902"/>
                  </a:lnTo>
                  <a:lnTo>
                    <a:pt x="25" y="732"/>
                  </a:lnTo>
                  <a:lnTo>
                    <a:pt x="74" y="561"/>
                  </a:lnTo>
                  <a:lnTo>
                    <a:pt x="147" y="391"/>
                  </a:lnTo>
                  <a:lnTo>
                    <a:pt x="269" y="269"/>
                  </a:lnTo>
                  <a:lnTo>
                    <a:pt x="391" y="147"/>
                  </a:lnTo>
                  <a:lnTo>
                    <a:pt x="561" y="74"/>
                  </a:lnTo>
                  <a:lnTo>
                    <a:pt x="732" y="25"/>
                  </a:lnTo>
                  <a:lnTo>
                    <a:pt x="902" y="1"/>
                  </a:lnTo>
                  <a:lnTo>
                    <a:pt x="902" y="1"/>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 name="Google Shape;198;p12"/>
            <p:cNvSpPr/>
            <p:nvPr/>
          </p:nvSpPr>
          <p:spPr>
            <a:xfrm>
              <a:off x="713850" y="274025"/>
              <a:ext cx="45075" cy="45100"/>
            </a:xfrm>
            <a:custGeom>
              <a:avLst/>
              <a:gdLst/>
              <a:ahLst/>
              <a:cxnLst/>
              <a:rect l="l" t="t" r="r" b="b"/>
              <a:pathLst>
                <a:path w="1803" h="1804" fill="none" extrusionOk="0">
                  <a:moveTo>
                    <a:pt x="902" y="1"/>
                  </a:moveTo>
                  <a:lnTo>
                    <a:pt x="902" y="1"/>
                  </a:lnTo>
                  <a:lnTo>
                    <a:pt x="1072" y="25"/>
                  </a:lnTo>
                  <a:lnTo>
                    <a:pt x="1243" y="74"/>
                  </a:lnTo>
                  <a:lnTo>
                    <a:pt x="1413" y="147"/>
                  </a:lnTo>
                  <a:lnTo>
                    <a:pt x="1535" y="269"/>
                  </a:lnTo>
                  <a:lnTo>
                    <a:pt x="1657" y="391"/>
                  </a:lnTo>
                  <a:lnTo>
                    <a:pt x="1730" y="561"/>
                  </a:lnTo>
                  <a:lnTo>
                    <a:pt x="1779" y="732"/>
                  </a:lnTo>
                  <a:lnTo>
                    <a:pt x="1803" y="902"/>
                  </a:lnTo>
                  <a:lnTo>
                    <a:pt x="1803" y="902"/>
                  </a:lnTo>
                  <a:lnTo>
                    <a:pt x="1779" y="1073"/>
                  </a:lnTo>
                  <a:lnTo>
                    <a:pt x="1730" y="1243"/>
                  </a:lnTo>
                  <a:lnTo>
                    <a:pt x="1657" y="1414"/>
                  </a:lnTo>
                  <a:lnTo>
                    <a:pt x="1535" y="1535"/>
                  </a:lnTo>
                  <a:lnTo>
                    <a:pt x="1413" y="1657"/>
                  </a:lnTo>
                  <a:lnTo>
                    <a:pt x="1243" y="1730"/>
                  </a:lnTo>
                  <a:lnTo>
                    <a:pt x="1072" y="1779"/>
                  </a:lnTo>
                  <a:lnTo>
                    <a:pt x="902" y="1803"/>
                  </a:lnTo>
                  <a:lnTo>
                    <a:pt x="902" y="1803"/>
                  </a:lnTo>
                  <a:lnTo>
                    <a:pt x="731" y="1779"/>
                  </a:lnTo>
                  <a:lnTo>
                    <a:pt x="561" y="1730"/>
                  </a:lnTo>
                  <a:lnTo>
                    <a:pt x="390" y="1657"/>
                  </a:lnTo>
                  <a:lnTo>
                    <a:pt x="269" y="1535"/>
                  </a:lnTo>
                  <a:lnTo>
                    <a:pt x="147" y="1414"/>
                  </a:lnTo>
                  <a:lnTo>
                    <a:pt x="74" y="1243"/>
                  </a:lnTo>
                  <a:lnTo>
                    <a:pt x="25" y="1073"/>
                  </a:lnTo>
                  <a:lnTo>
                    <a:pt x="1" y="902"/>
                  </a:lnTo>
                  <a:lnTo>
                    <a:pt x="1" y="902"/>
                  </a:lnTo>
                  <a:lnTo>
                    <a:pt x="25" y="732"/>
                  </a:lnTo>
                  <a:lnTo>
                    <a:pt x="74" y="561"/>
                  </a:lnTo>
                  <a:lnTo>
                    <a:pt x="147" y="391"/>
                  </a:lnTo>
                  <a:lnTo>
                    <a:pt x="269" y="269"/>
                  </a:lnTo>
                  <a:lnTo>
                    <a:pt x="390" y="147"/>
                  </a:lnTo>
                  <a:lnTo>
                    <a:pt x="561" y="74"/>
                  </a:lnTo>
                  <a:lnTo>
                    <a:pt x="731" y="25"/>
                  </a:lnTo>
                  <a:lnTo>
                    <a:pt x="902" y="1"/>
                  </a:lnTo>
                  <a:lnTo>
                    <a:pt x="902" y="1"/>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 name="Google Shape;199;p12"/>
            <p:cNvSpPr/>
            <p:nvPr/>
          </p:nvSpPr>
          <p:spPr>
            <a:xfrm>
              <a:off x="631050" y="274025"/>
              <a:ext cx="45075" cy="45100"/>
            </a:xfrm>
            <a:custGeom>
              <a:avLst/>
              <a:gdLst/>
              <a:ahLst/>
              <a:cxnLst/>
              <a:rect l="l" t="t" r="r" b="b"/>
              <a:pathLst>
                <a:path w="1803" h="1804" fill="none" extrusionOk="0">
                  <a:moveTo>
                    <a:pt x="0" y="902"/>
                  </a:moveTo>
                  <a:lnTo>
                    <a:pt x="0" y="902"/>
                  </a:lnTo>
                  <a:lnTo>
                    <a:pt x="25" y="732"/>
                  </a:lnTo>
                  <a:lnTo>
                    <a:pt x="73" y="561"/>
                  </a:lnTo>
                  <a:lnTo>
                    <a:pt x="147" y="391"/>
                  </a:lnTo>
                  <a:lnTo>
                    <a:pt x="268" y="269"/>
                  </a:lnTo>
                  <a:lnTo>
                    <a:pt x="390" y="147"/>
                  </a:lnTo>
                  <a:lnTo>
                    <a:pt x="561" y="74"/>
                  </a:lnTo>
                  <a:lnTo>
                    <a:pt x="731" y="25"/>
                  </a:lnTo>
                  <a:lnTo>
                    <a:pt x="902" y="1"/>
                  </a:lnTo>
                  <a:lnTo>
                    <a:pt x="902" y="1"/>
                  </a:lnTo>
                  <a:lnTo>
                    <a:pt x="1072" y="25"/>
                  </a:lnTo>
                  <a:lnTo>
                    <a:pt x="1243" y="74"/>
                  </a:lnTo>
                  <a:lnTo>
                    <a:pt x="1413" y="147"/>
                  </a:lnTo>
                  <a:lnTo>
                    <a:pt x="1535" y="269"/>
                  </a:lnTo>
                  <a:lnTo>
                    <a:pt x="1657" y="391"/>
                  </a:lnTo>
                  <a:lnTo>
                    <a:pt x="1730" y="561"/>
                  </a:lnTo>
                  <a:lnTo>
                    <a:pt x="1778" y="732"/>
                  </a:lnTo>
                  <a:lnTo>
                    <a:pt x="1803" y="902"/>
                  </a:lnTo>
                  <a:lnTo>
                    <a:pt x="1803" y="902"/>
                  </a:lnTo>
                  <a:lnTo>
                    <a:pt x="1778" y="1073"/>
                  </a:lnTo>
                  <a:lnTo>
                    <a:pt x="1730" y="1243"/>
                  </a:lnTo>
                  <a:lnTo>
                    <a:pt x="1657" y="1414"/>
                  </a:lnTo>
                  <a:lnTo>
                    <a:pt x="1535" y="1535"/>
                  </a:lnTo>
                  <a:lnTo>
                    <a:pt x="1413" y="1657"/>
                  </a:lnTo>
                  <a:lnTo>
                    <a:pt x="1243" y="1730"/>
                  </a:lnTo>
                  <a:lnTo>
                    <a:pt x="1072" y="1779"/>
                  </a:lnTo>
                  <a:lnTo>
                    <a:pt x="902" y="1803"/>
                  </a:lnTo>
                  <a:lnTo>
                    <a:pt x="902" y="1803"/>
                  </a:lnTo>
                  <a:lnTo>
                    <a:pt x="731" y="1779"/>
                  </a:lnTo>
                  <a:lnTo>
                    <a:pt x="561" y="1730"/>
                  </a:lnTo>
                  <a:lnTo>
                    <a:pt x="390" y="1657"/>
                  </a:lnTo>
                  <a:lnTo>
                    <a:pt x="268" y="1535"/>
                  </a:lnTo>
                  <a:lnTo>
                    <a:pt x="147" y="1414"/>
                  </a:lnTo>
                  <a:lnTo>
                    <a:pt x="73" y="1243"/>
                  </a:lnTo>
                  <a:lnTo>
                    <a:pt x="25" y="1073"/>
                  </a:lnTo>
                  <a:lnTo>
                    <a:pt x="0" y="902"/>
                  </a:lnTo>
                  <a:lnTo>
                    <a:pt x="0" y="902"/>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 name="Google Shape;200;p12"/>
            <p:cNvSpPr/>
            <p:nvPr/>
          </p:nvSpPr>
          <p:spPr>
            <a:xfrm>
              <a:off x="649925" y="590050"/>
              <a:ext cx="133975" cy="25"/>
            </a:xfrm>
            <a:custGeom>
              <a:avLst/>
              <a:gdLst/>
              <a:ahLst/>
              <a:cxnLst/>
              <a:rect l="l" t="t" r="r" b="b"/>
              <a:pathLst>
                <a:path w="5359" h="1" fill="none" extrusionOk="0">
                  <a:moveTo>
                    <a:pt x="5358" y="0"/>
                  </a:moveTo>
                  <a:lnTo>
                    <a:pt x="0" y="0"/>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 name="Google Shape;201;p12"/>
            <p:cNvSpPr/>
            <p:nvPr/>
          </p:nvSpPr>
          <p:spPr>
            <a:xfrm>
              <a:off x="649925" y="534625"/>
              <a:ext cx="255750" cy="25"/>
            </a:xfrm>
            <a:custGeom>
              <a:avLst/>
              <a:gdLst/>
              <a:ahLst/>
              <a:cxnLst/>
              <a:rect l="l" t="t" r="r" b="b"/>
              <a:pathLst>
                <a:path w="10230" h="1" fill="none" extrusionOk="0">
                  <a:moveTo>
                    <a:pt x="10229" y="1"/>
                  </a:moveTo>
                  <a:lnTo>
                    <a:pt x="0" y="1"/>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 name="Google Shape;202;p12"/>
            <p:cNvSpPr/>
            <p:nvPr/>
          </p:nvSpPr>
          <p:spPr>
            <a:xfrm>
              <a:off x="649925" y="479825"/>
              <a:ext cx="255750" cy="25"/>
            </a:xfrm>
            <a:custGeom>
              <a:avLst/>
              <a:gdLst/>
              <a:ahLst/>
              <a:cxnLst/>
              <a:rect l="l" t="t" r="r" b="b"/>
              <a:pathLst>
                <a:path w="10230" h="1" fill="none" extrusionOk="0">
                  <a:moveTo>
                    <a:pt x="10229" y="1"/>
                  </a:moveTo>
                  <a:lnTo>
                    <a:pt x="0" y="1"/>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 name="Google Shape;203;p12"/>
            <p:cNvSpPr/>
            <p:nvPr/>
          </p:nvSpPr>
          <p:spPr>
            <a:xfrm>
              <a:off x="649925" y="424425"/>
              <a:ext cx="255750" cy="25"/>
            </a:xfrm>
            <a:custGeom>
              <a:avLst/>
              <a:gdLst/>
              <a:ahLst/>
              <a:cxnLst/>
              <a:rect l="l" t="t" r="r" b="b"/>
              <a:pathLst>
                <a:path w="10230" h="1" fill="none" extrusionOk="0">
                  <a:moveTo>
                    <a:pt x="10229" y="1"/>
                  </a:moveTo>
                  <a:lnTo>
                    <a:pt x="0" y="1"/>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 name="Google Shape;204;p12"/>
            <p:cNvSpPr/>
            <p:nvPr/>
          </p:nvSpPr>
          <p:spPr>
            <a:xfrm>
              <a:off x="879475" y="274025"/>
              <a:ext cx="45075" cy="45100"/>
            </a:xfrm>
            <a:custGeom>
              <a:avLst/>
              <a:gdLst/>
              <a:ahLst/>
              <a:cxnLst/>
              <a:rect l="l" t="t" r="r" b="b"/>
              <a:pathLst>
                <a:path w="1803" h="1804" fill="none" extrusionOk="0">
                  <a:moveTo>
                    <a:pt x="901" y="1803"/>
                  </a:moveTo>
                  <a:lnTo>
                    <a:pt x="901" y="1803"/>
                  </a:lnTo>
                  <a:lnTo>
                    <a:pt x="731" y="1779"/>
                  </a:lnTo>
                  <a:lnTo>
                    <a:pt x="560" y="1730"/>
                  </a:lnTo>
                  <a:lnTo>
                    <a:pt x="390" y="1657"/>
                  </a:lnTo>
                  <a:lnTo>
                    <a:pt x="268" y="1535"/>
                  </a:lnTo>
                  <a:lnTo>
                    <a:pt x="146" y="1414"/>
                  </a:lnTo>
                  <a:lnTo>
                    <a:pt x="73" y="1243"/>
                  </a:lnTo>
                  <a:lnTo>
                    <a:pt x="25" y="1073"/>
                  </a:lnTo>
                  <a:lnTo>
                    <a:pt x="0" y="902"/>
                  </a:lnTo>
                  <a:lnTo>
                    <a:pt x="0" y="902"/>
                  </a:lnTo>
                  <a:lnTo>
                    <a:pt x="25" y="732"/>
                  </a:lnTo>
                  <a:lnTo>
                    <a:pt x="73" y="561"/>
                  </a:lnTo>
                  <a:lnTo>
                    <a:pt x="146" y="391"/>
                  </a:lnTo>
                  <a:lnTo>
                    <a:pt x="268" y="269"/>
                  </a:lnTo>
                  <a:lnTo>
                    <a:pt x="390" y="147"/>
                  </a:lnTo>
                  <a:lnTo>
                    <a:pt x="560" y="74"/>
                  </a:lnTo>
                  <a:lnTo>
                    <a:pt x="731" y="25"/>
                  </a:lnTo>
                  <a:lnTo>
                    <a:pt x="901" y="1"/>
                  </a:lnTo>
                  <a:lnTo>
                    <a:pt x="901" y="1"/>
                  </a:lnTo>
                  <a:lnTo>
                    <a:pt x="1072" y="25"/>
                  </a:lnTo>
                  <a:lnTo>
                    <a:pt x="1242" y="74"/>
                  </a:lnTo>
                  <a:lnTo>
                    <a:pt x="1413" y="147"/>
                  </a:lnTo>
                  <a:lnTo>
                    <a:pt x="1535" y="269"/>
                  </a:lnTo>
                  <a:lnTo>
                    <a:pt x="1656" y="391"/>
                  </a:lnTo>
                  <a:lnTo>
                    <a:pt x="1729" y="561"/>
                  </a:lnTo>
                  <a:lnTo>
                    <a:pt x="1778" y="732"/>
                  </a:lnTo>
                  <a:lnTo>
                    <a:pt x="1802" y="902"/>
                  </a:lnTo>
                  <a:lnTo>
                    <a:pt x="1802" y="902"/>
                  </a:lnTo>
                  <a:lnTo>
                    <a:pt x="1778" y="1073"/>
                  </a:lnTo>
                  <a:lnTo>
                    <a:pt x="1729" y="1243"/>
                  </a:lnTo>
                  <a:lnTo>
                    <a:pt x="1656" y="1414"/>
                  </a:lnTo>
                  <a:lnTo>
                    <a:pt x="1535" y="1535"/>
                  </a:lnTo>
                  <a:lnTo>
                    <a:pt x="1413" y="1657"/>
                  </a:lnTo>
                  <a:lnTo>
                    <a:pt x="1242" y="1730"/>
                  </a:lnTo>
                  <a:lnTo>
                    <a:pt x="1072" y="1779"/>
                  </a:lnTo>
                  <a:lnTo>
                    <a:pt x="901" y="1803"/>
                  </a:lnTo>
                  <a:lnTo>
                    <a:pt x="901" y="1803"/>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 name="Google Shape;205;p12"/>
            <p:cNvSpPr/>
            <p:nvPr/>
          </p:nvSpPr>
          <p:spPr>
            <a:xfrm>
              <a:off x="654800" y="244200"/>
              <a:ext cx="25" cy="51175"/>
            </a:xfrm>
            <a:custGeom>
              <a:avLst/>
              <a:gdLst/>
              <a:ahLst/>
              <a:cxnLst/>
              <a:rect l="l" t="t" r="r" b="b"/>
              <a:pathLst>
                <a:path w="1" h="2047" fill="none" extrusionOk="0">
                  <a:moveTo>
                    <a:pt x="0" y="1"/>
                  </a:moveTo>
                  <a:lnTo>
                    <a:pt x="0" y="2046"/>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 name="Google Shape;206;p12"/>
            <p:cNvSpPr/>
            <p:nvPr/>
          </p:nvSpPr>
          <p:spPr>
            <a:xfrm>
              <a:off x="737600" y="244200"/>
              <a:ext cx="25" cy="51175"/>
            </a:xfrm>
            <a:custGeom>
              <a:avLst/>
              <a:gdLst/>
              <a:ahLst/>
              <a:cxnLst/>
              <a:rect l="l" t="t" r="r" b="b"/>
              <a:pathLst>
                <a:path w="1" h="2047" fill="none" extrusionOk="0">
                  <a:moveTo>
                    <a:pt x="1" y="1"/>
                  </a:moveTo>
                  <a:lnTo>
                    <a:pt x="1" y="2046"/>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 name="Google Shape;207;p12"/>
            <p:cNvSpPr/>
            <p:nvPr/>
          </p:nvSpPr>
          <p:spPr>
            <a:xfrm>
              <a:off x="820400" y="244200"/>
              <a:ext cx="25" cy="51175"/>
            </a:xfrm>
            <a:custGeom>
              <a:avLst/>
              <a:gdLst/>
              <a:ahLst/>
              <a:cxnLst/>
              <a:rect l="l" t="t" r="r" b="b"/>
              <a:pathLst>
                <a:path w="1" h="2047" fill="none" extrusionOk="0">
                  <a:moveTo>
                    <a:pt x="1" y="1"/>
                  </a:moveTo>
                  <a:lnTo>
                    <a:pt x="1" y="2046"/>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 name="Google Shape;208;p12"/>
            <p:cNvSpPr/>
            <p:nvPr/>
          </p:nvSpPr>
          <p:spPr>
            <a:xfrm>
              <a:off x="903225" y="244200"/>
              <a:ext cx="25" cy="51175"/>
            </a:xfrm>
            <a:custGeom>
              <a:avLst/>
              <a:gdLst/>
              <a:ahLst/>
              <a:cxnLst/>
              <a:rect l="l" t="t" r="r" b="b"/>
              <a:pathLst>
                <a:path w="1" h="2047" fill="none" extrusionOk="0">
                  <a:moveTo>
                    <a:pt x="0" y="1"/>
                  </a:moveTo>
                  <a:lnTo>
                    <a:pt x="0" y="2046"/>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 name="Text Placeholder 4"/>
          <p:cNvSpPr>
            <a:spLocks noGrp="1"/>
          </p:cNvSpPr>
          <p:nvPr>
            <p:ph type="body" idx="2"/>
          </p:nvPr>
        </p:nvSpPr>
        <p:spPr>
          <a:xfrm>
            <a:off x="293683" y="1200267"/>
            <a:ext cx="8041852" cy="2807776"/>
          </a:xfrm>
        </p:spPr>
        <p:txBody>
          <a:bodyPr/>
          <a:lstStyle/>
          <a:p>
            <a:r>
              <a:rPr lang="en-PH" b="1" dirty="0">
                <a:latin typeface="Roboto Condensed" panose="02000000000000000000" pitchFamily="2" charset="0"/>
                <a:ea typeface="Roboto Condensed" panose="02000000000000000000" pitchFamily="2" charset="0"/>
                <a:cs typeface="Roboto Condensed" panose="02000000000000000000" pitchFamily="2" charset="0"/>
              </a:rPr>
              <a:t>Hardware (The Physical Machine)</a:t>
            </a:r>
          </a:p>
          <a:p>
            <a:r>
              <a:rPr lang="en-PH" dirty="0">
                <a:latin typeface="Roboto Condensed" panose="02000000000000000000" pitchFamily="2" charset="0"/>
                <a:ea typeface="Roboto Condensed" panose="02000000000000000000" pitchFamily="2" charset="0"/>
                <a:cs typeface="Roboto Condensed" panose="02000000000000000000" pitchFamily="2" charset="0"/>
              </a:rPr>
              <a:t>Hardware refers to the tangible parts of the computer—the things you can physically touch. When you write a program, you are ultimately writing instructions that control these physical components.</a:t>
            </a:r>
          </a:p>
          <a:p>
            <a:pPr lvl="0"/>
            <a:r>
              <a:rPr lang="en-PH" b="1" dirty="0">
                <a:latin typeface="Roboto Condensed" panose="02000000000000000000" pitchFamily="2" charset="0"/>
                <a:ea typeface="Roboto Condensed" panose="02000000000000000000" pitchFamily="2" charset="0"/>
                <a:cs typeface="Roboto Condensed" panose="02000000000000000000" pitchFamily="2" charset="0"/>
              </a:rPr>
              <a:t>CPU (Central Processing Unit):</a:t>
            </a:r>
            <a:r>
              <a:rPr lang="en-PH" dirty="0">
                <a:latin typeface="Roboto Condensed" panose="02000000000000000000" pitchFamily="2" charset="0"/>
                <a:ea typeface="Roboto Condensed" panose="02000000000000000000" pitchFamily="2" charset="0"/>
                <a:cs typeface="Roboto Condensed" panose="02000000000000000000" pitchFamily="2" charset="0"/>
              </a:rPr>
              <a:t> The "brain" of the computer. It executes the actual instructions in your code, performing calculations and logic operations.</a:t>
            </a:r>
          </a:p>
          <a:p>
            <a:endParaRPr lang="en-PH" b="1" dirty="0">
              <a:latin typeface="Roboto Condensed" panose="02000000000000000000" pitchFamily="2" charset="0"/>
              <a:ea typeface="Roboto Condensed" panose="02000000000000000000" pitchFamily="2" charset="0"/>
              <a:cs typeface="Roboto Condensed" panose="02000000000000000000" pitchFamily="2" charset="0"/>
            </a:endParaRPr>
          </a:p>
        </p:txBody>
      </p:sp>
    </p:spTree>
  </p:cSld>
  <p:clrMapOvr>
    <a:masterClrMapping/>
  </p:clrMapOvr>
  <p:transition>
    <p:fade thruBlk="1"/>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88">
          <a:extLst>
            <a:ext uri="{FF2B5EF4-FFF2-40B4-BE49-F238E27FC236}">
              <a16:creationId xmlns:a16="http://schemas.microsoft.com/office/drawing/2014/main" id="{0DC8D271-21D2-27DC-35D8-4322D623863B}"/>
            </a:ext>
          </a:extLst>
        </p:cNvPr>
        <p:cNvGrpSpPr/>
        <p:nvPr/>
      </p:nvGrpSpPr>
      <p:grpSpPr>
        <a:xfrm>
          <a:off x="0" y="0"/>
          <a:ext cx="0" cy="0"/>
          <a:chOff x="0" y="0"/>
          <a:chExt cx="0" cy="0"/>
        </a:xfrm>
      </p:grpSpPr>
      <p:sp>
        <p:nvSpPr>
          <p:cNvPr id="189" name="Google Shape;189;p12">
            <a:extLst>
              <a:ext uri="{FF2B5EF4-FFF2-40B4-BE49-F238E27FC236}">
                <a16:creationId xmlns:a16="http://schemas.microsoft.com/office/drawing/2014/main" id="{0C75BBB3-FA3F-3B35-EE62-B2B5D97AA6FD}"/>
              </a:ext>
            </a:extLst>
          </p:cNvPr>
          <p:cNvSpPr txBox="1">
            <a:spLocks noGrp="1"/>
          </p:cNvSpPr>
          <p:nvPr>
            <p:ph type="title"/>
          </p:nvPr>
        </p:nvSpPr>
        <p:spPr>
          <a:xfrm>
            <a:off x="814275" y="392575"/>
            <a:ext cx="5258400" cy="766200"/>
          </a:xfrm>
          <a:prstGeom prst="rect">
            <a:avLst/>
          </a:prstGeom>
        </p:spPr>
        <p:txBody>
          <a:bodyPr spcFirstLastPara="1" wrap="square" lIns="91425" tIns="91425" rIns="91425" bIns="91425" anchor="ctr" anchorCtr="0">
            <a:noAutofit/>
          </a:bodyPr>
          <a:lstStyle/>
          <a:p>
            <a:pPr lvl="0"/>
            <a:r>
              <a:rPr lang="en-PH" dirty="0"/>
              <a:t>1.1 Computer Systems</a:t>
            </a:r>
            <a:endParaRPr dirty="0">
              <a:solidFill>
                <a:schemeClr val="bg1">
                  <a:lumMod val="95000"/>
                </a:schemeClr>
              </a:solidFill>
            </a:endParaRPr>
          </a:p>
        </p:txBody>
      </p:sp>
      <p:sp>
        <p:nvSpPr>
          <p:cNvPr id="192" name="Google Shape;192;p12">
            <a:extLst>
              <a:ext uri="{FF2B5EF4-FFF2-40B4-BE49-F238E27FC236}">
                <a16:creationId xmlns:a16="http://schemas.microsoft.com/office/drawing/2014/main" id="{82A06E9A-2912-7B03-B5D1-E51AB7065F50}"/>
              </a:ext>
            </a:extLst>
          </p:cNvPr>
          <p:cNvSpPr txBox="1">
            <a:spLocks noGrp="1"/>
          </p:cNvSpPr>
          <p:nvPr>
            <p:ph type="sldNum" idx="12"/>
          </p:nvPr>
        </p:nvSpPr>
        <p:spPr>
          <a:xfrm>
            <a:off x="7618000" y="4636500"/>
            <a:ext cx="1487400" cy="315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GB"/>
              <a:t>11</a:t>
            </a:fld>
            <a:endParaRPr lang="en-GB"/>
          </a:p>
        </p:txBody>
      </p:sp>
      <p:grpSp>
        <p:nvGrpSpPr>
          <p:cNvPr id="194" name="Google Shape;194;p12">
            <a:extLst>
              <a:ext uri="{FF2B5EF4-FFF2-40B4-BE49-F238E27FC236}">
                <a16:creationId xmlns:a16="http://schemas.microsoft.com/office/drawing/2014/main" id="{B2D0CC08-855A-D0F0-30C1-1947BC01A8BD}"/>
              </a:ext>
            </a:extLst>
          </p:cNvPr>
          <p:cNvGrpSpPr/>
          <p:nvPr/>
        </p:nvGrpSpPr>
        <p:grpSpPr>
          <a:xfrm>
            <a:off x="293683" y="574116"/>
            <a:ext cx="309041" cy="403123"/>
            <a:chOff x="590250" y="244200"/>
            <a:chExt cx="407975" cy="532175"/>
          </a:xfrm>
        </p:grpSpPr>
        <p:sp>
          <p:nvSpPr>
            <p:cNvPr id="195" name="Google Shape;195;p12">
              <a:extLst>
                <a:ext uri="{FF2B5EF4-FFF2-40B4-BE49-F238E27FC236}">
                  <a16:creationId xmlns:a16="http://schemas.microsoft.com/office/drawing/2014/main" id="{EE222A28-1570-634E-3B9D-958F76EEF6B4}"/>
                </a:ext>
              </a:extLst>
            </p:cNvPr>
            <p:cNvSpPr/>
            <p:nvPr/>
          </p:nvSpPr>
          <p:spPr>
            <a:xfrm>
              <a:off x="623125" y="313625"/>
              <a:ext cx="375100" cy="462750"/>
            </a:xfrm>
            <a:custGeom>
              <a:avLst/>
              <a:gdLst/>
              <a:ahLst/>
              <a:cxnLst/>
              <a:rect l="l" t="t" r="r" b="b"/>
              <a:pathLst>
                <a:path w="15004" h="18510" fill="none" extrusionOk="0">
                  <a:moveTo>
                    <a:pt x="1" y="17536"/>
                  </a:moveTo>
                  <a:lnTo>
                    <a:pt x="1" y="17536"/>
                  </a:lnTo>
                  <a:lnTo>
                    <a:pt x="1" y="17536"/>
                  </a:lnTo>
                  <a:lnTo>
                    <a:pt x="25" y="17682"/>
                  </a:lnTo>
                  <a:lnTo>
                    <a:pt x="49" y="17852"/>
                  </a:lnTo>
                  <a:lnTo>
                    <a:pt x="123" y="18023"/>
                  </a:lnTo>
                  <a:lnTo>
                    <a:pt x="220" y="18193"/>
                  </a:lnTo>
                  <a:lnTo>
                    <a:pt x="293" y="18291"/>
                  </a:lnTo>
                  <a:lnTo>
                    <a:pt x="390" y="18364"/>
                  </a:lnTo>
                  <a:lnTo>
                    <a:pt x="488" y="18412"/>
                  </a:lnTo>
                  <a:lnTo>
                    <a:pt x="610" y="18461"/>
                  </a:lnTo>
                  <a:lnTo>
                    <a:pt x="756" y="18510"/>
                  </a:lnTo>
                  <a:lnTo>
                    <a:pt x="926" y="18510"/>
                  </a:lnTo>
                  <a:lnTo>
                    <a:pt x="14468" y="18510"/>
                  </a:lnTo>
                  <a:lnTo>
                    <a:pt x="14468" y="18510"/>
                  </a:lnTo>
                  <a:lnTo>
                    <a:pt x="14541" y="18510"/>
                  </a:lnTo>
                  <a:lnTo>
                    <a:pt x="14614" y="18485"/>
                  </a:lnTo>
                  <a:lnTo>
                    <a:pt x="14736" y="18412"/>
                  </a:lnTo>
                  <a:lnTo>
                    <a:pt x="14833" y="18291"/>
                  </a:lnTo>
                  <a:lnTo>
                    <a:pt x="14906" y="18144"/>
                  </a:lnTo>
                  <a:lnTo>
                    <a:pt x="14955" y="17974"/>
                  </a:lnTo>
                  <a:lnTo>
                    <a:pt x="14979" y="17779"/>
                  </a:lnTo>
                  <a:lnTo>
                    <a:pt x="15003" y="17438"/>
                  </a:lnTo>
                  <a:lnTo>
                    <a:pt x="15003" y="487"/>
                  </a:lnTo>
                  <a:lnTo>
                    <a:pt x="15003" y="487"/>
                  </a:lnTo>
                  <a:lnTo>
                    <a:pt x="15003" y="341"/>
                  </a:lnTo>
                  <a:lnTo>
                    <a:pt x="14979" y="219"/>
                  </a:lnTo>
                  <a:lnTo>
                    <a:pt x="14955" y="146"/>
                  </a:lnTo>
                  <a:lnTo>
                    <a:pt x="14906" y="73"/>
                  </a:lnTo>
                  <a:lnTo>
                    <a:pt x="14833" y="49"/>
                  </a:lnTo>
                  <a:lnTo>
                    <a:pt x="14736" y="24"/>
                  </a:lnTo>
                  <a:lnTo>
                    <a:pt x="14468" y="0"/>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 name="Google Shape;196;p12">
              <a:extLst>
                <a:ext uri="{FF2B5EF4-FFF2-40B4-BE49-F238E27FC236}">
                  <a16:creationId xmlns:a16="http://schemas.microsoft.com/office/drawing/2014/main" id="{CCA5CB90-0F87-47AA-F1B3-76D5B9BBF3FF}"/>
                </a:ext>
              </a:extLst>
            </p:cNvPr>
            <p:cNvSpPr/>
            <p:nvPr/>
          </p:nvSpPr>
          <p:spPr>
            <a:xfrm>
              <a:off x="590250" y="269775"/>
              <a:ext cx="377525" cy="462775"/>
            </a:xfrm>
            <a:custGeom>
              <a:avLst/>
              <a:gdLst/>
              <a:ahLst/>
              <a:cxnLst/>
              <a:rect l="l" t="t" r="r" b="b"/>
              <a:pathLst>
                <a:path w="15101" h="18511" fill="none" extrusionOk="0">
                  <a:moveTo>
                    <a:pt x="14321" y="0"/>
                  </a:moveTo>
                  <a:lnTo>
                    <a:pt x="780" y="0"/>
                  </a:lnTo>
                  <a:lnTo>
                    <a:pt x="780" y="0"/>
                  </a:lnTo>
                  <a:lnTo>
                    <a:pt x="634" y="25"/>
                  </a:lnTo>
                  <a:lnTo>
                    <a:pt x="488" y="74"/>
                  </a:lnTo>
                  <a:lnTo>
                    <a:pt x="342" y="122"/>
                  </a:lnTo>
                  <a:lnTo>
                    <a:pt x="220" y="220"/>
                  </a:lnTo>
                  <a:lnTo>
                    <a:pt x="122" y="341"/>
                  </a:lnTo>
                  <a:lnTo>
                    <a:pt x="74" y="488"/>
                  </a:lnTo>
                  <a:lnTo>
                    <a:pt x="25" y="634"/>
                  </a:lnTo>
                  <a:lnTo>
                    <a:pt x="1" y="780"/>
                  </a:lnTo>
                  <a:lnTo>
                    <a:pt x="1" y="17731"/>
                  </a:lnTo>
                  <a:lnTo>
                    <a:pt x="1" y="17731"/>
                  </a:lnTo>
                  <a:lnTo>
                    <a:pt x="25" y="17877"/>
                  </a:lnTo>
                  <a:lnTo>
                    <a:pt x="74" y="18023"/>
                  </a:lnTo>
                  <a:lnTo>
                    <a:pt x="122" y="18169"/>
                  </a:lnTo>
                  <a:lnTo>
                    <a:pt x="220" y="18291"/>
                  </a:lnTo>
                  <a:lnTo>
                    <a:pt x="342" y="18388"/>
                  </a:lnTo>
                  <a:lnTo>
                    <a:pt x="488" y="18437"/>
                  </a:lnTo>
                  <a:lnTo>
                    <a:pt x="634" y="18486"/>
                  </a:lnTo>
                  <a:lnTo>
                    <a:pt x="780" y="18510"/>
                  </a:lnTo>
                  <a:lnTo>
                    <a:pt x="14321" y="18510"/>
                  </a:lnTo>
                  <a:lnTo>
                    <a:pt x="14321" y="18510"/>
                  </a:lnTo>
                  <a:lnTo>
                    <a:pt x="14467" y="18486"/>
                  </a:lnTo>
                  <a:lnTo>
                    <a:pt x="14614" y="18437"/>
                  </a:lnTo>
                  <a:lnTo>
                    <a:pt x="14760" y="18388"/>
                  </a:lnTo>
                  <a:lnTo>
                    <a:pt x="14881" y="18291"/>
                  </a:lnTo>
                  <a:lnTo>
                    <a:pt x="14979" y="18169"/>
                  </a:lnTo>
                  <a:lnTo>
                    <a:pt x="15028" y="18023"/>
                  </a:lnTo>
                  <a:lnTo>
                    <a:pt x="15076" y="17877"/>
                  </a:lnTo>
                  <a:lnTo>
                    <a:pt x="15101" y="17731"/>
                  </a:lnTo>
                  <a:lnTo>
                    <a:pt x="15101" y="780"/>
                  </a:lnTo>
                  <a:lnTo>
                    <a:pt x="15101" y="780"/>
                  </a:lnTo>
                  <a:lnTo>
                    <a:pt x="15076" y="634"/>
                  </a:lnTo>
                  <a:lnTo>
                    <a:pt x="15028" y="488"/>
                  </a:lnTo>
                  <a:lnTo>
                    <a:pt x="14979" y="341"/>
                  </a:lnTo>
                  <a:lnTo>
                    <a:pt x="14881" y="220"/>
                  </a:lnTo>
                  <a:lnTo>
                    <a:pt x="14760" y="122"/>
                  </a:lnTo>
                  <a:lnTo>
                    <a:pt x="14614" y="74"/>
                  </a:lnTo>
                  <a:lnTo>
                    <a:pt x="14467" y="25"/>
                  </a:lnTo>
                  <a:lnTo>
                    <a:pt x="14321" y="0"/>
                  </a:lnTo>
                  <a:lnTo>
                    <a:pt x="14321" y="0"/>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 name="Google Shape;197;p12">
              <a:extLst>
                <a:ext uri="{FF2B5EF4-FFF2-40B4-BE49-F238E27FC236}">
                  <a16:creationId xmlns:a16="http://schemas.microsoft.com/office/drawing/2014/main" id="{33A7A85F-28F0-7C3E-FE45-89FE94FD420D}"/>
                </a:ext>
              </a:extLst>
            </p:cNvPr>
            <p:cNvSpPr/>
            <p:nvPr/>
          </p:nvSpPr>
          <p:spPr>
            <a:xfrm>
              <a:off x="796650" y="274025"/>
              <a:ext cx="45100" cy="45100"/>
            </a:xfrm>
            <a:custGeom>
              <a:avLst/>
              <a:gdLst/>
              <a:ahLst/>
              <a:cxnLst/>
              <a:rect l="l" t="t" r="r" b="b"/>
              <a:pathLst>
                <a:path w="1804" h="1804" fill="none" extrusionOk="0">
                  <a:moveTo>
                    <a:pt x="902" y="1"/>
                  </a:moveTo>
                  <a:lnTo>
                    <a:pt x="902" y="1"/>
                  </a:lnTo>
                  <a:lnTo>
                    <a:pt x="1073" y="25"/>
                  </a:lnTo>
                  <a:lnTo>
                    <a:pt x="1243" y="74"/>
                  </a:lnTo>
                  <a:lnTo>
                    <a:pt x="1414" y="147"/>
                  </a:lnTo>
                  <a:lnTo>
                    <a:pt x="1535" y="269"/>
                  </a:lnTo>
                  <a:lnTo>
                    <a:pt x="1657" y="391"/>
                  </a:lnTo>
                  <a:lnTo>
                    <a:pt x="1730" y="561"/>
                  </a:lnTo>
                  <a:lnTo>
                    <a:pt x="1779" y="732"/>
                  </a:lnTo>
                  <a:lnTo>
                    <a:pt x="1803" y="902"/>
                  </a:lnTo>
                  <a:lnTo>
                    <a:pt x="1803" y="902"/>
                  </a:lnTo>
                  <a:lnTo>
                    <a:pt x="1779" y="1073"/>
                  </a:lnTo>
                  <a:lnTo>
                    <a:pt x="1730" y="1243"/>
                  </a:lnTo>
                  <a:lnTo>
                    <a:pt x="1657" y="1414"/>
                  </a:lnTo>
                  <a:lnTo>
                    <a:pt x="1535" y="1535"/>
                  </a:lnTo>
                  <a:lnTo>
                    <a:pt x="1414" y="1657"/>
                  </a:lnTo>
                  <a:lnTo>
                    <a:pt x="1243" y="1730"/>
                  </a:lnTo>
                  <a:lnTo>
                    <a:pt x="1073" y="1779"/>
                  </a:lnTo>
                  <a:lnTo>
                    <a:pt x="902" y="1803"/>
                  </a:lnTo>
                  <a:lnTo>
                    <a:pt x="902" y="1803"/>
                  </a:lnTo>
                  <a:lnTo>
                    <a:pt x="732" y="1779"/>
                  </a:lnTo>
                  <a:lnTo>
                    <a:pt x="561" y="1730"/>
                  </a:lnTo>
                  <a:lnTo>
                    <a:pt x="391" y="1657"/>
                  </a:lnTo>
                  <a:lnTo>
                    <a:pt x="269" y="1535"/>
                  </a:lnTo>
                  <a:lnTo>
                    <a:pt x="147" y="1414"/>
                  </a:lnTo>
                  <a:lnTo>
                    <a:pt x="74" y="1243"/>
                  </a:lnTo>
                  <a:lnTo>
                    <a:pt x="25" y="1073"/>
                  </a:lnTo>
                  <a:lnTo>
                    <a:pt x="1" y="902"/>
                  </a:lnTo>
                  <a:lnTo>
                    <a:pt x="1" y="902"/>
                  </a:lnTo>
                  <a:lnTo>
                    <a:pt x="25" y="732"/>
                  </a:lnTo>
                  <a:lnTo>
                    <a:pt x="74" y="561"/>
                  </a:lnTo>
                  <a:lnTo>
                    <a:pt x="147" y="391"/>
                  </a:lnTo>
                  <a:lnTo>
                    <a:pt x="269" y="269"/>
                  </a:lnTo>
                  <a:lnTo>
                    <a:pt x="391" y="147"/>
                  </a:lnTo>
                  <a:lnTo>
                    <a:pt x="561" y="74"/>
                  </a:lnTo>
                  <a:lnTo>
                    <a:pt x="732" y="25"/>
                  </a:lnTo>
                  <a:lnTo>
                    <a:pt x="902" y="1"/>
                  </a:lnTo>
                  <a:lnTo>
                    <a:pt x="902" y="1"/>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 name="Google Shape;198;p12">
              <a:extLst>
                <a:ext uri="{FF2B5EF4-FFF2-40B4-BE49-F238E27FC236}">
                  <a16:creationId xmlns:a16="http://schemas.microsoft.com/office/drawing/2014/main" id="{DA9FA514-AEDD-9C83-DACB-ADC939C46D76}"/>
                </a:ext>
              </a:extLst>
            </p:cNvPr>
            <p:cNvSpPr/>
            <p:nvPr/>
          </p:nvSpPr>
          <p:spPr>
            <a:xfrm>
              <a:off x="713850" y="274025"/>
              <a:ext cx="45075" cy="45100"/>
            </a:xfrm>
            <a:custGeom>
              <a:avLst/>
              <a:gdLst/>
              <a:ahLst/>
              <a:cxnLst/>
              <a:rect l="l" t="t" r="r" b="b"/>
              <a:pathLst>
                <a:path w="1803" h="1804" fill="none" extrusionOk="0">
                  <a:moveTo>
                    <a:pt x="902" y="1"/>
                  </a:moveTo>
                  <a:lnTo>
                    <a:pt x="902" y="1"/>
                  </a:lnTo>
                  <a:lnTo>
                    <a:pt x="1072" y="25"/>
                  </a:lnTo>
                  <a:lnTo>
                    <a:pt x="1243" y="74"/>
                  </a:lnTo>
                  <a:lnTo>
                    <a:pt x="1413" y="147"/>
                  </a:lnTo>
                  <a:lnTo>
                    <a:pt x="1535" y="269"/>
                  </a:lnTo>
                  <a:lnTo>
                    <a:pt x="1657" y="391"/>
                  </a:lnTo>
                  <a:lnTo>
                    <a:pt x="1730" y="561"/>
                  </a:lnTo>
                  <a:lnTo>
                    <a:pt x="1779" y="732"/>
                  </a:lnTo>
                  <a:lnTo>
                    <a:pt x="1803" y="902"/>
                  </a:lnTo>
                  <a:lnTo>
                    <a:pt x="1803" y="902"/>
                  </a:lnTo>
                  <a:lnTo>
                    <a:pt x="1779" y="1073"/>
                  </a:lnTo>
                  <a:lnTo>
                    <a:pt x="1730" y="1243"/>
                  </a:lnTo>
                  <a:lnTo>
                    <a:pt x="1657" y="1414"/>
                  </a:lnTo>
                  <a:lnTo>
                    <a:pt x="1535" y="1535"/>
                  </a:lnTo>
                  <a:lnTo>
                    <a:pt x="1413" y="1657"/>
                  </a:lnTo>
                  <a:lnTo>
                    <a:pt x="1243" y="1730"/>
                  </a:lnTo>
                  <a:lnTo>
                    <a:pt x="1072" y="1779"/>
                  </a:lnTo>
                  <a:lnTo>
                    <a:pt x="902" y="1803"/>
                  </a:lnTo>
                  <a:lnTo>
                    <a:pt x="902" y="1803"/>
                  </a:lnTo>
                  <a:lnTo>
                    <a:pt x="731" y="1779"/>
                  </a:lnTo>
                  <a:lnTo>
                    <a:pt x="561" y="1730"/>
                  </a:lnTo>
                  <a:lnTo>
                    <a:pt x="390" y="1657"/>
                  </a:lnTo>
                  <a:lnTo>
                    <a:pt x="269" y="1535"/>
                  </a:lnTo>
                  <a:lnTo>
                    <a:pt x="147" y="1414"/>
                  </a:lnTo>
                  <a:lnTo>
                    <a:pt x="74" y="1243"/>
                  </a:lnTo>
                  <a:lnTo>
                    <a:pt x="25" y="1073"/>
                  </a:lnTo>
                  <a:lnTo>
                    <a:pt x="1" y="902"/>
                  </a:lnTo>
                  <a:lnTo>
                    <a:pt x="1" y="902"/>
                  </a:lnTo>
                  <a:lnTo>
                    <a:pt x="25" y="732"/>
                  </a:lnTo>
                  <a:lnTo>
                    <a:pt x="74" y="561"/>
                  </a:lnTo>
                  <a:lnTo>
                    <a:pt x="147" y="391"/>
                  </a:lnTo>
                  <a:lnTo>
                    <a:pt x="269" y="269"/>
                  </a:lnTo>
                  <a:lnTo>
                    <a:pt x="390" y="147"/>
                  </a:lnTo>
                  <a:lnTo>
                    <a:pt x="561" y="74"/>
                  </a:lnTo>
                  <a:lnTo>
                    <a:pt x="731" y="25"/>
                  </a:lnTo>
                  <a:lnTo>
                    <a:pt x="902" y="1"/>
                  </a:lnTo>
                  <a:lnTo>
                    <a:pt x="902" y="1"/>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 name="Google Shape;199;p12">
              <a:extLst>
                <a:ext uri="{FF2B5EF4-FFF2-40B4-BE49-F238E27FC236}">
                  <a16:creationId xmlns:a16="http://schemas.microsoft.com/office/drawing/2014/main" id="{F1A62AD7-A1AD-2523-FE3C-256E6F882EDC}"/>
                </a:ext>
              </a:extLst>
            </p:cNvPr>
            <p:cNvSpPr/>
            <p:nvPr/>
          </p:nvSpPr>
          <p:spPr>
            <a:xfrm>
              <a:off x="631050" y="274025"/>
              <a:ext cx="45075" cy="45100"/>
            </a:xfrm>
            <a:custGeom>
              <a:avLst/>
              <a:gdLst/>
              <a:ahLst/>
              <a:cxnLst/>
              <a:rect l="l" t="t" r="r" b="b"/>
              <a:pathLst>
                <a:path w="1803" h="1804" fill="none" extrusionOk="0">
                  <a:moveTo>
                    <a:pt x="0" y="902"/>
                  </a:moveTo>
                  <a:lnTo>
                    <a:pt x="0" y="902"/>
                  </a:lnTo>
                  <a:lnTo>
                    <a:pt x="25" y="732"/>
                  </a:lnTo>
                  <a:lnTo>
                    <a:pt x="73" y="561"/>
                  </a:lnTo>
                  <a:lnTo>
                    <a:pt x="147" y="391"/>
                  </a:lnTo>
                  <a:lnTo>
                    <a:pt x="268" y="269"/>
                  </a:lnTo>
                  <a:lnTo>
                    <a:pt x="390" y="147"/>
                  </a:lnTo>
                  <a:lnTo>
                    <a:pt x="561" y="74"/>
                  </a:lnTo>
                  <a:lnTo>
                    <a:pt x="731" y="25"/>
                  </a:lnTo>
                  <a:lnTo>
                    <a:pt x="902" y="1"/>
                  </a:lnTo>
                  <a:lnTo>
                    <a:pt x="902" y="1"/>
                  </a:lnTo>
                  <a:lnTo>
                    <a:pt x="1072" y="25"/>
                  </a:lnTo>
                  <a:lnTo>
                    <a:pt x="1243" y="74"/>
                  </a:lnTo>
                  <a:lnTo>
                    <a:pt x="1413" y="147"/>
                  </a:lnTo>
                  <a:lnTo>
                    <a:pt x="1535" y="269"/>
                  </a:lnTo>
                  <a:lnTo>
                    <a:pt x="1657" y="391"/>
                  </a:lnTo>
                  <a:lnTo>
                    <a:pt x="1730" y="561"/>
                  </a:lnTo>
                  <a:lnTo>
                    <a:pt x="1778" y="732"/>
                  </a:lnTo>
                  <a:lnTo>
                    <a:pt x="1803" y="902"/>
                  </a:lnTo>
                  <a:lnTo>
                    <a:pt x="1803" y="902"/>
                  </a:lnTo>
                  <a:lnTo>
                    <a:pt x="1778" y="1073"/>
                  </a:lnTo>
                  <a:lnTo>
                    <a:pt x="1730" y="1243"/>
                  </a:lnTo>
                  <a:lnTo>
                    <a:pt x="1657" y="1414"/>
                  </a:lnTo>
                  <a:lnTo>
                    <a:pt x="1535" y="1535"/>
                  </a:lnTo>
                  <a:lnTo>
                    <a:pt x="1413" y="1657"/>
                  </a:lnTo>
                  <a:lnTo>
                    <a:pt x="1243" y="1730"/>
                  </a:lnTo>
                  <a:lnTo>
                    <a:pt x="1072" y="1779"/>
                  </a:lnTo>
                  <a:lnTo>
                    <a:pt x="902" y="1803"/>
                  </a:lnTo>
                  <a:lnTo>
                    <a:pt x="902" y="1803"/>
                  </a:lnTo>
                  <a:lnTo>
                    <a:pt x="731" y="1779"/>
                  </a:lnTo>
                  <a:lnTo>
                    <a:pt x="561" y="1730"/>
                  </a:lnTo>
                  <a:lnTo>
                    <a:pt x="390" y="1657"/>
                  </a:lnTo>
                  <a:lnTo>
                    <a:pt x="268" y="1535"/>
                  </a:lnTo>
                  <a:lnTo>
                    <a:pt x="147" y="1414"/>
                  </a:lnTo>
                  <a:lnTo>
                    <a:pt x="73" y="1243"/>
                  </a:lnTo>
                  <a:lnTo>
                    <a:pt x="25" y="1073"/>
                  </a:lnTo>
                  <a:lnTo>
                    <a:pt x="0" y="902"/>
                  </a:lnTo>
                  <a:lnTo>
                    <a:pt x="0" y="902"/>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 name="Google Shape;200;p12">
              <a:extLst>
                <a:ext uri="{FF2B5EF4-FFF2-40B4-BE49-F238E27FC236}">
                  <a16:creationId xmlns:a16="http://schemas.microsoft.com/office/drawing/2014/main" id="{4CF5F986-9D58-2575-9021-8C6EF4087305}"/>
                </a:ext>
              </a:extLst>
            </p:cNvPr>
            <p:cNvSpPr/>
            <p:nvPr/>
          </p:nvSpPr>
          <p:spPr>
            <a:xfrm>
              <a:off x="649925" y="590050"/>
              <a:ext cx="133975" cy="25"/>
            </a:xfrm>
            <a:custGeom>
              <a:avLst/>
              <a:gdLst/>
              <a:ahLst/>
              <a:cxnLst/>
              <a:rect l="l" t="t" r="r" b="b"/>
              <a:pathLst>
                <a:path w="5359" h="1" fill="none" extrusionOk="0">
                  <a:moveTo>
                    <a:pt x="5358" y="0"/>
                  </a:moveTo>
                  <a:lnTo>
                    <a:pt x="0" y="0"/>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 name="Google Shape;201;p12">
              <a:extLst>
                <a:ext uri="{FF2B5EF4-FFF2-40B4-BE49-F238E27FC236}">
                  <a16:creationId xmlns:a16="http://schemas.microsoft.com/office/drawing/2014/main" id="{ED733EC7-099E-9465-A784-8D1E756464EE}"/>
                </a:ext>
              </a:extLst>
            </p:cNvPr>
            <p:cNvSpPr/>
            <p:nvPr/>
          </p:nvSpPr>
          <p:spPr>
            <a:xfrm>
              <a:off x="649925" y="534625"/>
              <a:ext cx="255750" cy="25"/>
            </a:xfrm>
            <a:custGeom>
              <a:avLst/>
              <a:gdLst/>
              <a:ahLst/>
              <a:cxnLst/>
              <a:rect l="l" t="t" r="r" b="b"/>
              <a:pathLst>
                <a:path w="10230" h="1" fill="none" extrusionOk="0">
                  <a:moveTo>
                    <a:pt x="10229" y="1"/>
                  </a:moveTo>
                  <a:lnTo>
                    <a:pt x="0" y="1"/>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 name="Google Shape;202;p12">
              <a:extLst>
                <a:ext uri="{FF2B5EF4-FFF2-40B4-BE49-F238E27FC236}">
                  <a16:creationId xmlns:a16="http://schemas.microsoft.com/office/drawing/2014/main" id="{BB6211A9-42AA-C03C-B351-A7F319BFD7CE}"/>
                </a:ext>
              </a:extLst>
            </p:cNvPr>
            <p:cNvSpPr/>
            <p:nvPr/>
          </p:nvSpPr>
          <p:spPr>
            <a:xfrm>
              <a:off x="649925" y="479825"/>
              <a:ext cx="255750" cy="25"/>
            </a:xfrm>
            <a:custGeom>
              <a:avLst/>
              <a:gdLst/>
              <a:ahLst/>
              <a:cxnLst/>
              <a:rect l="l" t="t" r="r" b="b"/>
              <a:pathLst>
                <a:path w="10230" h="1" fill="none" extrusionOk="0">
                  <a:moveTo>
                    <a:pt x="10229" y="1"/>
                  </a:moveTo>
                  <a:lnTo>
                    <a:pt x="0" y="1"/>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 name="Google Shape;203;p12">
              <a:extLst>
                <a:ext uri="{FF2B5EF4-FFF2-40B4-BE49-F238E27FC236}">
                  <a16:creationId xmlns:a16="http://schemas.microsoft.com/office/drawing/2014/main" id="{94430BCB-9ABD-8F20-DAFC-672FDA089CA5}"/>
                </a:ext>
              </a:extLst>
            </p:cNvPr>
            <p:cNvSpPr/>
            <p:nvPr/>
          </p:nvSpPr>
          <p:spPr>
            <a:xfrm>
              <a:off x="649925" y="424425"/>
              <a:ext cx="255750" cy="25"/>
            </a:xfrm>
            <a:custGeom>
              <a:avLst/>
              <a:gdLst/>
              <a:ahLst/>
              <a:cxnLst/>
              <a:rect l="l" t="t" r="r" b="b"/>
              <a:pathLst>
                <a:path w="10230" h="1" fill="none" extrusionOk="0">
                  <a:moveTo>
                    <a:pt x="10229" y="1"/>
                  </a:moveTo>
                  <a:lnTo>
                    <a:pt x="0" y="1"/>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 name="Google Shape;204;p12">
              <a:extLst>
                <a:ext uri="{FF2B5EF4-FFF2-40B4-BE49-F238E27FC236}">
                  <a16:creationId xmlns:a16="http://schemas.microsoft.com/office/drawing/2014/main" id="{F1672AD3-7C7D-66DE-8209-51FAEE3C1B70}"/>
                </a:ext>
              </a:extLst>
            </p:cNvPr>
            <p:cNvSpPr/>
            <p:nvPr/>
          </p:nvSpPr>
          <p:spPr>
            <a:xfrm>
              <a:off x="879475" y="274025"/>
              <a:ext cx="45075" cy="45100"/>
            </a:xfrm>
            <a:custGeom>
              <a:avLst/>
              <a:gdLst/>
              <a:ahLst/>
              <a:cxnLst/>
              <a:rect l="l" t="t" r="r" b="b"/>
              <a:pathLst>
                <a:path w="1803" h="1804" fill="none" extrusionOk="0">
                  <a:moveTo>
                    <a:pt x="901" y="1803"/>
                  </a:moveTo>
                  <a:lnTo>
                    <a:pt x="901" y="1803"/>
                  </a:lnTo>
                  <a:lnTo>
                    <a:pt x="731" y="1779"/>
                  </a:lnTo>
                  <a:lnTo>
                    <a:pt x="560" y="1730"/>
                  </a:lnTo>
                  <a:lnTo>
                    <a:pt x="390" y="1657"/>
                  </a:lnTo>
                  <a:lnTo>
                    <a:pt x="268" y="1535"/>
                  </a:lnTo>
                  <a:lnTo>
                    <a:pt x="146" y="1414"/>
                  </a:lnTo>
                  <a:lnTo>
                    <a:pt x="73" y="1243"/>
                  </a:lnTo>
                  <a:lnTo>
                    <a:pt x="25" y="1073"/>
                  </a:lnTo>
                  <a:lnTo>
                    <a:pt x="0" y="902"/>
                  </a:lnTo>
                  <a:lnTo>
                    <a:pt x="0" y="902"/>
                  </a:lnTo>
                  <a:lnTo>
                    <a:pt x="25" y="732"/>
                  </a:lnTo>
                  <a:lnTo>
                    <a:pt x="73" y="561"/>
                  </a:lnTo>
                  <a:lnTo>
                    <a:pt x="146" y="391"/>
                  </a:lnTo>
                  <a:lnTo>
                    <a:pt x="268" y="269"/>
                  </a:lnTo>
                  <a:lnTo>
                    <a:pt x="390" y="147"/>
                  </a:lnTo>
                  <a:lnTo>
                    <a:pt x="560" y="74"/>
                  </a:lnTo>
                  <a:lnTo>
                    <a:pt x="731" y="25"/>
                  </a:lnTo>
                  <a:lnTo>
                    <a:pt x="901" y="1"/>
                  </a:lnTo>
                  <a:lnTo>
                    <a:pt x="901" y="1"/>
                  </a:lnTo>
                  <a:lnTo>
                    <a:pt x="1072" y="25"/>
                  </a:lnTo>
                  <a:lnTo>
                    <a:pt x="1242" y="74"/>
                  </a:lnTo>
                  <a:lnTo>
                    <a:pt x="1413" y="147"/>
                  </a:lnTo>
                  <a:lnTo>
                    <a:pt x="1535" y="269"/>
                  </a:lnTo>
                  <a:lnTo>
                    <a:pt x="1656" y="391"/>
                  </a:lnTo>
                  <a:lnTo>
                    <a:pt x="1729" y="561"/>
                  </a:lnTo>
                  <a:lnTo>
                    <a:pt x="1778" y="732"/>
                  </a:lnTo>
                  <a:lnTo>
                    <a:pt x="1802" y="902"/>
                  </a:lnTo>
                  <a:lnTo>
                    <a:pt x="1802" y="902"/>
                  </a:lnTo>
                  <a:lnTo>
                    <a:pt x="1778" y="1073"/>
                  </a:lnTo>
                  <a:lnTo>
                    <a:pt x="1729" y="1243"/>
                  </a:lnTo>
                  <a:lnTo>
                    <a:pt x="1656" y="1414"/>
                  </a:lnTo>
                  <a:lnTo>
                    <a:pt x="1535" y="1535"/>
                  </a:lnTo>
                  <a:lnTo>
                    <a:pt x="1413" y="1657"/>
                  </a:lnTo>
                  <a:lnTo>
                    <a:pt x="1242" y="1730"/>
                  </a:lnTo>
                  <a:lnTo>
                    <a:pt x="1072" y="1779"/>
                  </a:lnTo>
                  <a:lnTo>
                    <a:pt x="901" y="1803"/>
                  </a:lnTo>
                  <a:lnTo>
                    <a:pt x="901" y="1803"/>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 name="Google Shape;205;p12">
              <a:extLst>
                <a:ext uri="{FF2B5EF4-FFF2-40B4-BE49-F238E27FC236}">
                  <a16:creationId xmlns:a16="http://schemas.microsoft.com/office/drawing/2014/main" id="{4B73901D-7469-34F0-34D1-8E85DDF7525B}"/>
                </a:ext>
              </a:extLst>
            </p:cNvPr>
            <p:cNvSpPr/>
            <p:nvPr/>
          </p:nvSpPr>
          <p:spPr>
            <a:xfrm>
              <a:off x="654800" y="244200"/>
              <a:ext cx="25" cy="51175"/>
            </a:xfrm>
            <a:custGeom>
              <a:avLst/>
              <a:gdLst/>
              <a:ahLst/>
              <a:cxnLst/>
              <a:rect l="l" t="t" r="r" b="b"/>
              <a:pathLst>
                <a:path w="1" h="2047" fill="none" extrusionOk="0">
                  <a:moveTo>
                    <a:pt x="0" y="1"/>
                  </a:moveTo>
                  <a:lnTo>
                    <a:pt x="0" y="2046"/>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 name="Google Shape;206;p12">
              <a:extLst>
                <a:ext uri="{FF2B5EF4-FFF2-40B4-BE49-F238E27FC236}">
                  <a16:creationId xmlns:a16="http://schemas.microsoft.com/office/drawing/2014/main" id="{2F8D93D4-5E84-2B2C-F6C3-BBFC26775F6C}"/>
                </a:ext>
              </a:extLst>
            </p:cNvPr>
            <p:cNvSpPr/>
            <p:nvPr/>
          </p:nvSpPr>
          <p:spPr>
            <a:xfrm>
              <a:off x="737600" y="244200"/>
              <a:ext cx="25" cy="51175"/>
            </a:xfrm>
            <a:custGeom>
              <a:avLst/>
              <a:gdLst/>
              <a:ahLst/>
              <a:cxnLst/>
              <a:rect l="l" t="t" r="r" b="b"/>
              <a:pathLst>
                <a:path w="1" h="2047" fill="none" extrusionOk="0">
                  <a:moveTo>
                    <a:pt x="1" y="1"/>
                  </a:moveTo>
                  <a:lnTo>
                    <a:pt x="1" y="2046"/>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 name="Google Shape;207;p12">
              <a:extLst>
                <a:ext uri="{FF2B5EF4-FFF2-40B4-BE49-F238E27FC236}">
                  <a16:creationId xmlns:a16="http://schemas.microsoft.com/office/drawing/2014/main" id="{DF9FDA35-FF0A-4B2B-0EB4-261279D8C809}"/>
                </a:ext>
              </a:extLst>
            </p:cNvPr>
            <p:cNvSpPr/>
            <p:nvPr/>
          </p:nvSpPr>
          <p:spPr>
            <a:xfrm>
              <a:off x="820400" y="244200"/>
              <a:ext cx="25" cy="51175"/>
            </a:xfrm>
            <a:custGeom>
              <a:avLst/>
              <a:gdLst/>
              <a:ahLst/>
              <a:cxnLst/>
              <a:rect l="l" t="t" r="r" b="b"/>
              <a:pathLst>
                <a:path w="1" h="2047" fill="none" extrusionOk="0">
                  <a:moveTo>
                    <a:pt x="1" y="1"/>
                  </a:moveTo>
                  <a:lnTo>
                    <a:pt x="1" y="2046"/>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 name="Google Shape;208;p12">
              <a:extLst>
                <a:ext uri="{FF2B5EF4-FFF2-40B4-BE49-F238E27FC236}">
                  <a16:creationId xmlns:a16="http://schemas.microsoft.com/office/drawing/2014/main" id="{517E3FC8-84E5-BC64-30F6-1D439839136E}"/>
                </a:ext>
              </a:extLst>
            </p:cNvPr>
            <p:cNvSpPr/>
            <p:nvPr/>
          </p:nvSpPr>
          <p:spPr>
            <a:xfrm>
              <a:off x="903225" y="244200"/>
              <a:ext cx="25" cy="51175"/>
            </a:xfrm>
            <a:custGeom>
              <a:avLst/>
              <a:gdLst/>
              <a:ahLst/>
              <a:cxnLst/>
              <a:rect l="l" t="t" r="r" b="b"/>
              <a:pathLst>
                <a:path w="1" h="2047" fill="none" extrusionOk="0">
                  <a:moveTo>
                    <a:pt x="0" y="1"/>
                  </a:moveTo>
                  <a:lnTo>
                    <a:pt x="0" y="2046"/>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 name="Text Placeholder 4">
            <a:extLst>
              <a:ext uri="{FF2B5EF4-FFF2-40B4-BE49-F238E27FC236}">
                <a16:creationId xmlns:a16="http://schemas.microsoft.com/office/drawing/2014/main" id="{89F96DBB-F885-0D99-991C-AA962A71E8A1}"/>
              </a:ext>
            </a:extLst>
          </p:cNvPr>
          <p:cNvSpPr>
            <a:spLocks noGrp="1"/>
          </p:cNvSpPr>
          <p:nvPr>
            <p:ph type="body" idx="2"/>
          </p:nvPr>
        </p:nvSpPr>
        <p:spPr>
          <a:xfrm>
            <a:off x="293683" y="1200267"/>
            <a:ext cx="5509874" cy="2807776"/>
          </a:xfrm>
        </p:spPr>
        <p:txBody>
          <a:bodyPr/>
          <a:lstStyle/>
          <a:p>
            <a:pPr lvl="0"/>
            <a:r>
              <a:rPr lang="en-PH" b="1" dirty="0">
                <a:latin typeface="Roboto Condensed" panose="02000000000000000000" pitchFamily="2" charset="0"/>
                <a:ea typeface="Roboto Condensed" panose="02000000000000000000" pitchFamily="2" charset="0"/>
                <a:cs typeface="Roboto Condensed" panose="02000000000000000000" pitchFamily="2" charset="0"/>
              </a:rPr>
              <a:t>RAM (Random Access Memory):</a:t>
            </a:r>
            <a:r>
              <a:rPr lang="en-PH" dirty="0">
                <a:latin typeface="Roboto Condensed" panose="02000000000000000000" pitchFamily="2" charset="0"/>
                <a:ea typeface="Roboto Condensed" panose="02000000000000000000" pitchFamily="2" charset="0"/>
                <a:cs typeface="Roboto Condensed" panose="02000000000000000000" pitchFamily="2" charset="0"/>
              </a:rPr>
              <a:t> The short-term memory. When your program is running, the computer stores the data it is actively using in the RAM because it can be read incredibly fast. When the computer turns off, RAM is wiped clean.</a:t>
            </a:r>
          </a:p>
          <a:p>
            <a:pPr lvl="0"/>
            <a:r>
              <a:rPr lang="en-PH" b="1" dirty="0">
                <a:latin typeface="Roboto Condensed" panose="02000000000000000000" pitchFamily="2" charset="0"/>
                <a:ea typeface="Roboto Condensed" panose="02000000000000000000" pitchFamily="2" charset="0"/>
                <a:cs typeface="Roboto Condensed" panose="02000000000000000000" pitchFamily="2" charset="0"/>
              </a:rPr>
              <a:t>Storage (Hard Drive/SSD):</a:t>
            </a:r>
            <a:r>
              <a:rPr lang="en-PH" dirty="0">
                <a:latin typeface="Roboto Condensed" panose="02000000000000000000" pitchFamily="2" charset="0"/>
                <a:ea typeface="Roboto Condensed" panose="02000000000000000000" pitchFamily="2" charset="0"/>
                <a:cs typeface="Roboto Condensed" panose="02000000000000000000" pitchFamily="2" charset="0"/>
              </a:rPr>
              <a:t> The long-term memory. This is where your code, files, and operating system live permanently, even when the power is off.</a:t>
            </a:r>
          </a:p>
        </p:txBody>
      </p:sp>
      <p:pic>
        <p:nvPicPr>
          <p:cNvPr id="3" name="Picture 2">
            <a:extLst>
              <a:ext uri="{FF2B5EF4-FFF2-40B4-BE49-F238E27FC236}">
                <a16:creationId xmlns:a16="http://schemas.microsoft.com/office/drawing/2014/main" id="{83ADB69B-31C0-91B0-F57F-71216E2EABAE}"/>
              </a:ext>
            </a:extLst>
          </p:cNvPr>
          <p:cNvPicPr>
            <a:picLocks noChangeAspect="1"/>
          </p:cNvPicPr>
          <p:nvPr/>
        </p:nvPicPr>
        <p:blipFill>
          <a:blip r:embed="rId3"/>
          <a:stretch>
            <a:fillRect/>
          </a:stretch>
        </p:blipFill>
        <p:spPr>
          <a:xfrm>
            <a:off x="5844746" y="1168744"/>
            <a:ext cx="3299254" cy="3299254"/>
          </a:xfrm>
          <a:prstGeom prst="rect">
            <a:avLst/>
          </a:prstGeom>
        </p:spPr>
      </p:pic>
    </p:spTree>
    <p:extLst>
      <p:ext uri="{BB962C8B-B14F-4D97-AF65-F5344CB8AC3E}">
        <p14:creationId xmlns:p14="http://schemas.microsoft.com/office/powerpoint/2010/main" val="307953503"/>
      </p:ext>
    </p:extLst>
  </p:cSld>
  <p:clrMapOvr>
    <a:masterClrMapping/>
  </p:clrMapOvr>
  <p:transition>
    <p:fade thruBlk="1"/>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88">
          <a:extLst>
            <a:ext uri="{FF2B5EF4-FFF2-40B4-BE49-F238E27FC236}">
              <a16:creationId xmlns:a16="http://schemas.microsoft.com/office/drawing/2014/main" id="{6644D853-CA3A-01CC-6787-AF41664FACB3}"/>
            </a:ext>
          </a:extLst>
        </p:cNvPr>
        <p:cNvGrpSpPr/>
        <p:nvPr/>
      </p:nvGrpSpPr>
      <p:grpSpPr>
        <a:xfrm>
          <a:off x="0" y="0"/>
          <a:ext cx="0" cy="0"/>
          <a:chOff x="0" y="0"/>
          <a:chExt cx="0" cy="0"/>
        </a:xfrm>
      </p:grpSpPr>
      <p:sp>
        <p:nvSpPr>
          <p:cNvPr id="189" name="Google Shape;189;p12">
            <a:extLst>
              <a:ext uri="{FF2B5EF4-FFF2-40B4-BE49-F238E27FC236}">
                <a16:creationId xmlns:a16="http://schemas.microsoft.com/office/drawing/2014/main" id="{851A78BF-F8D4-8C0A-F2EC-43C40129BCA7}"/>
              </a:ext>
            </a:extLst>
          </p:cNvPr>
          <p:cNvSpPr txBox="1">
            <a:spLocks noGrp="1"/>
          </p:cNvSpPr>
          <p:nvPr>
            <p:ph type="title"/>
          </p:nvPr>
        </p:nvSpPr>
        <p:spPr>
          <a:xfrm>
            <a:off x="814275" y="392575"/>
            <a:ext cx="5258400" cy="766200"/>
          </a:xfrm>
          <a:prstGeom prst="rect">
            <a:avLst/>
          </a:prstGeom>
        </p:spPr>
        <p:txBody>
          <a:bodyPr spcFirstLastPara="1" wrap="square" lIns="91425" tIns="91425" rIns="91425" bIns="91425" anchor="ctr" anchorCtr="0">
            <a:noAutofit/>
          </a:bodyPr>
          <a:lstStyle/>
          <a:p>
            <a:pPr lvl="0"/>
            <a:r>
              <a:rPr lang="en-PH" dirty="0"/>
              <a:t>1.1 Computer Systems</a:t>
            </a:r>
            <a:endParaRPr dirty="0">
              <a:solidFill>
                <a:schemeClr val="bg1">
                  <a:lumMod val="95000"/>
                </a:schemeClr>
              </a:solidFill>
            </a:endParaRPr>
          </a:p>
        </p:txBody>
      </p:sp>
      <p:sp>
        <p:nvSpPr>
          <p:cNvPr id="192" name="Google Shape;192;p12">
            <a:extLst>
              <a:ext uri="{FF2B5EF4-FFF2-40B4-BE49-F238E27FC236}">
                <a16:creationId xmlns:a16="http://schemas.microsoft.com/office/drawing/2014/main" id="{30130A7F-739B-C991-A137-069A7F2469D6}"/>
              </a:ext>
            </a:extLst>
          </p:cNvPr>
          <p:cNvSpPr txBox="1">
            <a:spLocks noGrp="1"/>
          </p:cNvSpPr>
          <p:nvPr>
            <p:ph type="sldNum" idx="12"/>
          </p:nvPr>
        </p:nvSpPr>
        <p:spPr>
          <a:xfrm>
            <a:off x="7618000" y="4636500"/>
            <a:ext cx="1487400" cy="315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GB"/>
              <a:t>12</a:t>
            </a:fld>
            <a:endParaRPr lang="en-GB"/>
          </a:p>
        </p:txBody>
      </p:sp>
      <p:grpSp>
        <p:nvGrpSpPr>
          <p:cNvPr id="194" name="Google Shape;194;p12">
            <a:extLst>
              <a:ext uri="{FF2B5EF4-FFF2-40B4-BE49-F238E27FC236}">
                <a16:creationId xmlns:a16="http://schemas.microsoft.com/office/drawing/2014/main" id="{11562615-DE51-0799-0E13-30C183A8324E}"/>
              </a:ext>
            </a:extLst>
          </p:cNvPr>
          <p:cNvGrpSpPr/>
          <p:nvPr/>
        </p:nvGrpSpPr>
        <p:grpSpPr>
          <a:xfrm>
            <a:off x="293683" y="574116"/>
            <a:ext cx="309041" cy="403123"/>
            <a:chOff x="590250" y="244200"/>
            <a:chExt cx="407975" cy="532175"/>
          </a:xfrm>
        </p:grpSpPr>
        <p:sp>
          <p:nvSpPr>
            <p:cNvPr id="195" name="Google Shape;195;p12">
              <a:extLst>
                <a:ext uri="{FF2B5EF4-FFF2-40B4-BE49-F238E27FC236}">
                  <a16:creationId xmlns:a16="http://schemas.microsoft.com/office/drawing/2014/main" id="{4AEDD81B-C33D-DA8A-8DF2-7FEF1840706A}"/>
                </a:ext>
              </a:extLst>
            </p:cNvPr>
            <p:cNvSpPr/>
            <p:nvPr/>
          </p:nvSpPr>
          <p:spPr>
            <a:xfrm>
              <a:off x="623125" y="313625"/>
              <a:ext cx="375100" cy="462750"/>
            </a:xfrm>
            <a:custGeom>
              <a:avLst/>
              <a:gdLst/>
              <a:ahLst/>
              <a:cxnLst/>
              <a:rect l="l" t="t" r="r" b="b"/>
              <a:pathLst>
                <a:path w="15004" h="18510" fill="none" extrusionOk="0">
                  <a:moveTo>
                    <a:pt x="1" y="17536"/>
                  </a:moveTo>
                  <a:lnTo>
                    <a:pt x="1" y="17536"/>
                  </a:lnTo>
                  <a:lnTo>
                    <a:pt x="1" y="17536"/>
                  </a:lnTo>
                  <a:lnTo>
                    <a:pt x="25" y="17682"/>
                  </a:lnTo>
                  <a:lnTo>
                    <a:pt x="49" y="17852"/>
                  </a:lnTo>
                  <a:lnTo>
                    <a:pt x="123" y="18023"/>
                  </a:lnTo>
                  <a:lnTo>
                    <a:pt x="220" y="18193"/>
                  </a:lnTo>
                  <a:lnTo>
                    <a:pt x="293" y="18291"/>
                  </a:lnTo>
                  <a:lnTo>
                    <a:pt x="390" y="18364"/>
                  </a:lnTo>
                  <a:lnTo>
                    <a:pt x="488" y="18412"/>
                  </a:lnTo>
                  <a:lnTo>
                    <a:pt x="610" y="18461"/>
                  </a:lnTo>
                  <a:lnTo>
                    <a:pt x="756" y="18510"/>
                  </a:lnTo>
                  <a:lnTo>
                    <a:pt x="926" y="18510"/>
                  </a:lnTo>
                  <a:lnTo>
                    <a:pt x="14468" y="18510"/>
                  </a:lnTo>
                  <a:lnTo>
                    <a:pt x="14468" y="18510"/>
                  </a:lnTo>
                  <a:lnTo>
                    <a:pt x="14541" y="18510"/>
                  </a:lnTo>
                  <a:lnTo>
                    <a:pt x="14614" y="18485"/>
                  </a:lnTo>
                  <a:lnTo>
                    <a:pt x="14736" y="18412"/>
                  </a:lnTo>
                  <a:lnTo>
                    <a:pt x="14833" y="18291"/>
                  </a:lnTo>
                  <a:lnTo>
                    <a:pt x="14906" y="18144"/>
                  </a:lnTo>
                  <a:lnTo>
                    <a:pt x="14955" y="17974"/>
                  </a:lnTo>
                  <a:lnTo>
                    <a:pt x="14979" y="17779"/>
                  </a:lnTo>
                  <a:lnTo>
                    <a:pt x="15003" y="17438"/>
                  </a:lnTo>
                  <a:lnTo>
                    <a:pt x="15003" y="487"/>
                  </a:lnTo>
                  <a:lnTo>
                    <a:pt x="15003" y="487"/>
                  </a:lnTo>
                  <a:lnTo>
                    <a:pt x="15003" y="341"/>
                  </a:lnTo>
                  <a:lnTo>
                    <a:pt x="14979" y="219"/>
                  </a:lnTo>
                  <a:lnTo>
                    <a:pt x="14955" y="146"/>
                  </a:lnTo>
                  <a:lnTo>
                    <a:pt x="14906" y="73"/>
                  </a:lnTo>
                  <a:lnTo>
                    <a:pt x="14833" y="49"/>
                  </a:lnTo>
                  <a:lnTo>
                    <a:pt x="14736" y="24"/>
                  </a:lnTo>
                  <a:lnTo>
                    <a:pt x="14468" y="0"/>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 name="Google Shape;196;p12">
              <a:extLst>
                <a:ext uri="{FF2B5EF4-FFF2-40B4-BE49-F238E27FC236}">
                  <a16:creationId xmlns:a16="http://schemas.microsoft.com/office/drawing/2014/main" id="{2A2DECB1-7149-F3D6-B4AD-6B94D98755E9}"/>
                </a:ext>
              </a:extLst>
            </p:cNvPr>
            <p:cNvSpPr/>
            <p:nvPr/>
          </p:nvSpPr>
          <p:spPr>
            <a:xfrm>
              <a:off x="590250" y="269775"/>
              <a:ext cx="377525" cy="462775"/>
            </a:xfrm>
            <a:custGeom>
              <a:avLst/>
              <a:gdLst/>
              <a:ahLst/>
              <a:cxnLst/>
              <a:rect l="l" t="t" r="r" b="b"/>
              <a:pathLst>
                <a:path w="15101" h="18511" fill="none" extrusionOk="0">
                  <a:moveTo>
                    <a:pt x="14321" y="0"/>
                  </a:moveTo>
                  <a:lnTo>
                    <a:pt x="780" y="0"/>
                  </a:lnTo>
                  <a:lnTo>
                    <a:pt x="780" y="0"/>
                  </a:lnTo>
                  <a:lnTo>
                    <a:pt x="634" y="25"/>
                  </a:lnTo>
                  <a:lnTo>
                    <a:pt x="488" y="74"/>
                  </a:lnTo>
                  <a:lnTo>
                    <a:pt x="342" y="122"/>
                  </a:lnTo>
                  <a:lnTo>
                    <a:pt x="220" y="220"/>
                  </a:lnTo>
                  <a:lnTo>
                    <a:pt x="122" y="341"/>
                  </a:lnTo>
                  <a:lnTo>
                    <a:pt x="74" y="488"/>
                  </a:lnTo>
                  <a:lnTo>
                    <a:pt x="25" y="634"/>
                  </a:lnTo>
                  <a:lnTo>
                    <a:pt x="1" y="780"/>
                  </a:lnTo>
                  <a:lnTo>
                    <a:pt x="1" y="17731"/>
                  </a:lnTo>
                  <a:lnTo>
                    <a:pt x="1" y="17731"/>
                  </a:lnTo>
                  <a:lnTo>
                    <a:pt x="25" y="17877"/>
                  </a:lnTo>
                  <a:lnTo>
                    <a:pt x="74" y="18023"/>
                  </a:lnTo>
                  <a:lnTo>
                    <a:pt x="122" y="18169"/>
                  </a:lnTo>
                  <a:lnTo>
                    <a:pt x="220" y="18291"/>
                  </a:lnTo>
                  <a:lnTo>
                    <a:pt x="342" y="18388"/>
                  </a:lnTo>
                  <a:lnTo>
                    <a:pt x="488" y="18437"/>
                  </a:lnTo>
                  <a:lnTo>
                    <a:pt x="634" y="18486"/>
                  </a:lnTo>
                  <a:lnTo>
                    <a:pt x="780" y="18510"/>
                  </a:lnTo>
                  <a:lnTo>
                    <a:pt x="14321" y="18510"/>
                  </a:lnTo>
                  <a:lnTo>
                    <a:pt x="14321" y="18510"/>
                  </a:lnTo>
                  <a:lnTo>
                    <a:pt x="14467" y="18486"/>
                  </a:lnTo>
                  <a:lnTo>
                    <a:pt x="14614" y="18437"/>
                  </a:lnTo>
                  <a:lnTo>
                    <a:pt x="14760" y="18388"/>
                  </a:lnTo>
                  <a:lnTo>
                    <a:pt x="14881" y="18291"/>
                  </a:lnTo>
                  <a:lnTo>
                    <a:pt x="14979" y="18169"/>
                  </a:lnTo>
                  <a:lnTo>
                    <a:pt x="15028" y="18023"/>
                  </a:lnTo>
                  <a:lnTo>
                    <a:pt x="15076" y="17877"/>
                  </a:lnTo>
                  <a:lnTo>
                    <a:pt x="15101" y="17731"/>
                  </a:lnTo>
                  <a:lnTo>
                    <a:pt x="15101" y="780"/>
                  </a:lnTo>
                  <a:lnTo>
                    <a:pt x="15101" y="780"/>
                  </a:lnTo>
                  <a:lnTo>
                    <a:pt x="15076" y="634"/>
                  </a:lnTo>
                  <a:lnTo>
                    <a:pt x="15028" y="488"/>
                  </a:lnTo>
                  <a:lnTo>
                    <a:pt x="14979" y="341"/>
                  </a:lnTo>
                  <a:lnTo>
                    <a:pt x="14881" y="220"/>
                  </a:lnTo>
                  <a:lnTo>
                    <a:pt x="14760" y="122"/>
                  </a:lnTo>
                  <a:lnTo>
                    <a:pt x="14614" y="74"/>
                  </a:lnTo>
                  <a:lnTo>
                    <a:pt x="14467" y="25"/>
                  </a:lnTo>
                  <a:lnTo>
                    <a:pt x="14321" y="0"/>
                  </a:lnTo>
                  <a:lnTo>
                    <a:pt x="14321" y="0"/>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 name="Google Shape;197;p12">
              <a:extLst>
                <a:ext uri="{FF2B5EF4-FFF2-40B4-BE49-F238E27FC236}">
                  <a16:creationId xmlns:a16="http://schemas.microsoft.com/office/drawing/2014/main" id="{254E7BDA-F51B-43EB-4D8D-0D45ECDDF2C4}"/>
                </a:ext>
              </a:extLst>
            </p:cNvPr>
            <p:cNvSpPr/>
            <p:nvPr/>
          </p:nvSpPr>
          <p:spPr>
            <a:xfrm>
              <a:off x="796650" y="274025"/>
              <a:ext cx="45100" cy="45100"/>
            </a:xfrm>
            <a:custGeom>
              <a:avLst/>
              <a:gdLst/>
              <a:ahLst/>
              <a:cxnLst/>
              <a:rect l="l" t="t" r="r" b="b"/>
              <a:pathLst>
                <a:path w="1804" h="1804" fill="none" extrusionOk="0">
                  <a:moveTo>
                    <a:pt x="902" y="1"/>
                  </a:moveTo>
                  <a:lnTo>
                    <a:pt x="902" y="1"/>
                  </a:lnTo>
                  <a:lnTo>
                    <a:pt x="1073" y="25"/>
                  </a:lnTo>
                  <a:lnTo>
                    <a:pt x="1243" y="74"/>
                  </a:lnTo>
                  <a:lnTo>
                    <a:pt x="1414" y="147"/>
                  </a:lnTo>
                  <a:lnTo>
                    <a:pt x="1535" y="269"/>
                  </a:lnTo>
                  <a:lnTo>
                    <a:pt x="1657" y="391"/>
                  </a:lnTo>
                  <a:lnTo>
                    <a:pt x="1730" y="561"/>
                  </a:lnTo>
                  <a:lnTo>
                    <a:pt x="1779" y="732"/>
                  </a:lnTo>
                  <a:lnTo>
                    <a:pt x="1803" y="902"/>
                  </a:lnTo>
                  <a:lnTo>
                    <a:pt x="1803" y="902"/>
                  </a:lnTo>
                  <a:lnTo>
                    <a:pt x="1779" y="1073"/>
                  </a:lnTo>
                  <a:lnTo>
                    <a:pt x="1730" y="1243"/>
                  </a:lnTo>
                  <a:lnTo>
                    <a:pt x="1657" y="1414"/>
                  </a:lnTo>
                  <a:lnTo>
                    <a:pt x="1535" y="1535"/>
                  </a:lnTo>
                  <a:lnTo>
                    <a:pt x="1414" y="1657"/>
                  </a:lnTo>
                  <a:lnTo>
                    <a:pt x="1243" y="1730"/>
                  </a:lnTo>
                  <a:lnTo>
                    <a:pt x="1073" y="1779"/>
                  </a:lnTo>
                  <a:lnTo>
                    <a:pt x="902" y="1803"/>
                  </a:lnTo>
                  <a:lnTo>
                    <a:pt x="902" y="1803"/>
                  </a:lnTo>
                  <a:lnTo>
                    <a:pt x="732" y="1779"/>
                  </a:lnTo>
                  <a:lnTo>
                    <a:pt x="561" y="1730"/>
                  </a:lnTo>
                  <a:lnTo>
                    <a:pt x="391" y="1657"/>
                  </a:lnTo>
                  <a:lnTo>
                    <a:pt x="269" y="1535"/>
                  </a:lnTo>
                  <a:lnTo>
                    <a:pt x="147" y="1414"/>
                  </a:lnTo>
                  <a:lnTo>
                    <a:pt x="74" y="1243"/>
                  </a:lnTo>
                  <a:lnTo>
                    <a:pt x="25" y="1073"/>
                  </a:lnTo>
                  <a:lnTo>
                    <a:pt x="1" y="902"/>
                  </a:lnTo>
                  <a:lnTo>
                    <a:pt x="1" y="902"/>
                  </a:lnTo>
                  <a:lnTo>
                    <a:pt x="25" y="732"/>
                  </a:lnTo>
                  <a:lnTo>
                    <a:pt x="74" y="561"/>
                  </a:lnTo>
                  <a:lnTo>
                    <a:pt x="147" y="391"/>
                  </a:lnTo>
                  <a:lnTo>
                    <a:pt x="269" y="269"/>
                  </a:lnTo>
                  <a:lnTo>
                    <a:pt x="391" y="147"/>
                  </a:lnTo>
                  <a:lnTo>
                    <a:pt x="561" y="74"/>
                  </a:lnTo>
                  <a:lnTo>
                    <a:pt x="732" y="25"/>
                  </a:lnTo>
                  <a:lnTo>
                    <a:pt x="902" y="1"/>
                  </a:lnTo>
                  <a:lnTo>
                    <a:pt x="902" y="1"/>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 name="Google Shape;198;p12">
              <a:extLst>
                <a:ext uri="{FF2B5EF4-FFF2-40B4-BE49-F238E27FC236}">
                  <a16:creationId xmlns:a16="http://schemas.microsoft.com/office/drawing/2014/main" id="{027C2BF8-1E43-CFC8-8911-C46336F36ADF}"/>
                </a:ext>
              </a:extLst>
            </p:cNvPr>
            <p:cNvSpPr/>
            <p:nvPr/>
          </p:nvSpPr>
          <p:spPr>
            <a:xfrm>
              <a:off x="713850" y="274025"/>
              <a:ext cx="45075" cy="45100"/>
            </a:xfrm>
            <a:custGeom>
              <a:avLst/>
              <a:gdLst/>
              <a:ahLst/>
              <a:cxnLst/>
              <a:rect l="l" t="t" r="r" b="b"/>
              <a:pathLst>
                <a:path w="1803" h="1804" fill="none" extrusionOk="0">
                  <a:moveTo>
                    <a:pt x="902" y="1"/>
                  </a:moveTo>
                  <a:lnTo>
                    <a:pt x="902" y="1"/>
                  </a:lnTo>
                  <a:lnTo>
                    <a:pt x="1072" y="25"/>
                  </a:lnTo>
                  <a:lnTo>
                    <a:pt x="1243" y="74"/>
                  </a:lnTo>
                  <a:lnTo>
                    <a:pt x="1413" y="147"/>
                  </a:lnTo>
                  <a:lnTo>
                    <a:pt x="1535" y="269"/>
                  </a:lnTo>
                  <a:lnTo>
                    <a:pt x="1657" y="391"/>
                  </a:lnTo>
                  <a:lnTo>
                    <a:pt x="1730" y="561"/>
                  </a:lnTo>
                  <a:lnTo>
                    <a:pt x="1779" y="732"/>
                  </a:lnTo>
                  <a:lnTo>
                    <a:pt x="1803" y="902"/>
                  </a:lnTo>
                  <a:lnTo>
                    <a:pt x="1803" y="902"/>
                  </a:lnTo>
                  <a:lnTo>
                    <a:pt x="1779" y="1073"/>
                  </a:lnTo>
                  <a:lnTo>
                    <a:pt x="1730" y="1243"/>
                  </a:lnTo>
                  <a:lnTo>
                    <a:pt x="1657" y="1414"/>
                  </a:lnTo>
                  <a:lnTo>
                    <a:pt x="1535" y="1535"/>
                  </a:lnTo>
                  <a:lnTo>
                    <a:pt x="1413" y="1657"/>
                  </a:lnTo>
                  <a:lnTo>
                    <a:pt x="1243" y="1730"/>
                  </a:lnTo>
                  <a:lnTo>
                    <a:pt x="1072" y="1779"/>
                  </a:lnTo>
                  <a:lnTo>
                    <a:pt x="902" y="1803"/>
                  </a:lnTo>
                  <a:lnTo>
                    <a:pt x="902" y="1803"/>
                  </a:lnTo>
                  <a:lnTo>
                    <a:pt x="731" y="1779"/>
                  </a:lnTo>
                  <a:lnTo>
                    <a:pt x="561" y="1730"/>
                  </a:lnTo>
                  <a:lnTo>
                    <a:pt x="390" y="1657"/>
                  </a:lnTo>
                  <a:lnTo>
                    <a:pt x="269" y="1535"/>
                  </a:lnTo>
                  <a:lnTo>
                    <a:pt x="147" y="1414"/>
                  </a:lnTo>
                  <a:lnTo>
                    <a:pt x="74" y="1243"/>
                  </a:lnTo>
                  <a:lnTo>
                    <a:pt x="25" y="1073"/>
                  </a:lnTo>
                  <a:lnTo>
                    <a:pt x="1" y="902"/>
                  </a:lnTo>
                  <a:lnTo>
                    <a:pt x="1" y="902"/>
                  </a:lnTo>
                  <a:lnTo>
                    <a:pt x="25" y="732"/>
                  </a:lnTo>
                  <a:lnTo>
                    <a:pt x="74" y="561"/>
                  </a:lnTo>
                  <a:lnTo>
                    <a:pt x="147" y="391"/>
                  </a:lnTo>
                  <a:lnTo>
                    <a:pt x="269" y="269"/>
                  </a:lnTo>
                  <a:lnTo>
                    <a:pt x="390" y="147"/>
                  </a:lnTo>
                  <a:lnTo>
                    <a:pt x="561" y="74"/>
                  </a:lnTo>
                  <a:lnTo>
                    <a:pt x="731" y="25"/>
                  </a:lnTo>
                  <a:lnTo>
                    <a:pt x="902" y="1"/>
                  </a:lnTo>
                  <a:lnTo>
                    <a:pt x="902" y="1"/>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 name="Google Shape;199;p12">
              <a:extLst>
                <a:ext uri="{FF2B5EF4-FFF2-40B4-BE49-F238E27FC236}">
                  <a16:creationId xmlns:a16="http://schemas.microsoft.com/office/drawing/2014/main" id="{67F8EEBA-8E83-628E-BAEF-0B6E0455EB9E}"/>
                </a:ext>
              </a:extLst>
            </p:cNvPr>
            <p:cNvSpPr/>
            <p:nvPr/>
          </p:nvSpPr>
          <p:spPr>
            <a:xfrm>
              <a:off x="631050" y="274025"/>
              <a:ext cx="45075" cy="45100"/>
            </a:xfrm>
            <a:custGeom>
              <a:avLst/>
              <a:gdLst/>
              <a:ahLst/>
              <a:cxnLst/>
              <a:rect l="l" t="t" r="r" b="b"/>
              <a:pathLst>
                <a:path w="1803" h="1804" fill="none" extrusionOk="0">
                  <a:moveTo>
                    <a:pt x="0" y="902"/>
                  </a:moveTo>
                  <a:lnTo>
                    <a:pt x="0" y="902"/>
                  </a:lnTo>
                  <a:lnTo>
                    <a:pt x="25" y="732"/>
                  </a:lnTo>
                  <a:lnTo>
                    <a:pt x="73" y="561"/>
                  </a:lnTo>
                  <a:lnTo>
                    <a:pt x="147" y="391"/>
                  </a:lnTo>
                  <a:lnTo>
                    <a:pt x="268" y="269"/>
                  </a:lnTo>
                  <a:lnTo>
                    <a:pt x="390" y="147"/>
                  </a:lnTo>
                  <a:lnTo>
                    <a:pt x="561" y="74"/>
                  </a:lnTo>
                  <a:lnTo>
                    <a:pt x="731" y="25"/>
                  </a:lnTo>
                  <a:lnTo>
                    <a:pt x="902" y="1"/>
                  </a:lnTo>
                  <a:lnTo>
                    <a:pt x="902" y="1"/>
                  </a:lnTo>
                  <a:lnTo>
                    <a:pt x="1072" y="25"/>
                  </a:lnTo>
                  <a:lnTo>
                    <a:pt x="1243" y="74"/>
                  </a:lnTo>
                  <a:lnTo>
                    <a:pt x="1413" y="147"/>
                  </a:lnTo>
                  <a:lnTo>
                    <a:pt x="1535" y="269"/>
                  </a:lnTo>
                  <a:lnTo>
                    <a:pt x="1657" y="391"/>
                  </a:lnTo>
                  <a:lnTo>
                    <a:pt x="1730" y="561"/>
                  </a:lnTo>
                  <a:lnTo>
                    <a:pt x="1778" y="732"/>
                  </a:lnTo>
                  <a:lnTo>
                    <a:pt x="1803" y="902"/>
                  </a:lnTo>
                  <a:lnTo>
                    <a:pt x="1803" y="902"/>
                  </a:lnTo>
                  <a:lnTo>
                    <a:pt x="1778" y="1073"/>
                  </a:lnTo>
                  <a:lnTo>
                    <a:pt x="1730" y="1243"/>
                  </a:lnTo>
                  <a:lnTo>
                    <a:pt x="1657" y="1414"/>
                  </a:lnTo>
                  <a:lnTo>
                    <a:pt x="1535" y="1535"/>
                  </a:lnTo>
                  <a:lnTo>
                    <a:pt x="1413" y="1657"/>
                  </a:lnTo>
                  <a:lnTo>
                    <a:pt x="1243" y="1730"/>
                  </a:lnTo>
                  <a:lnTo>
                    <a:pt x="1072" y="1779"/>
                  </a:lnTo>
                  <a:lnTo>
                    <a:pt x="902" y="1803"/>
                  </a:lnTo>
                  <a:lnTo>
                    <a:pt x="902" y="1803"/>
                  </a:lnTo>
                  <a:lnTo>
                    <a:pt x="731" y="1779"/>
                  </a:lnTo>
                  <a:lnTo>
                    <a:pt x="561" y="1730"/>
                  </a:lnTo>
                  <a:lnTo>
                    <a:pt x="390" y="1657"/>
                  </a:lnTo>
                  <a:lnTo>
                    <a:pt x="268" y="1535"/>
                  </a:lnTo>
                  <a:lnTo>
                    <a:pt x="147" y="1414"/>
                  </a:lnTo>
                  <a:lnTo>
                    <a:pt x="73" y="1243"/>
                  </a:lnTo>
                  <a:lnTo>
                    <a:pt x="25" y="1073"/>
                  </a:lnTo>
                  <a:lnTo>
                    <a:pt x="0" y="902"/>
                  </a:lnTo>
                  <a:lnTo>
                    <a:pt x="0" y="902"/>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 name="Google Shape;200;p12">
              <a:extLst>
                <a:ext uri="{FF2B5EF4-FFF2-40B4-BE49-F238E27FC236}">
                  <a16:creationId xmlns:a16="http://schemas.microsoft.com/office/drawing/2014/main" id="{72B7009D-F56D-4719-1341-A39DB8267000}"/>
                </a:ext>
              </a:extLst>
            </p:cNvPr>
            <p:cNvSpPr/>
            <p:nvPr/>
          </p:nvSpPr>
          <p:spPr>
            <a:xfrm>
              <a:off x="649925" y="590050"/>
              <a:ext cx="133975" cy="25"/>
            </a:xfrm>
            <a:custGeom>
              <a:avLst/>
              <a:gdLst/>
              <a:ahLst/>
              <a:cxnLst/>
              <a:rect l="l" t="t" r="r" b="b"/>
              <a:pathLst>
                <a:path w="5359" h="1" fill="none" extrusionOk="0">
                  <a:moveTo>
                    <a:pt x="5358" y="0"/>
                  </a:moveTo>
                  <a:lnTo>
                    <a:pt x="0" y="0"/>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 name="Google Shape;201;p12">
              <a:extLst>
                <a:ext uri="{FF2B5EF4-FFF2-40B4-BE49-F238E27FC236}">
                  <a16:creationId xmlns:a16="http://schemas.microsoft.com/office/drawing/2014/main" id="{8791E8DE-0EDD-BCE7-E538-50FD81E91C59}"/>
                </a:ext>
              </a:extLst>
            </p:cNvPr>
            <p:cNvSpPr/>
            <p:nvPr/>
          </p:nvSpPr>
          <p:spPr>
            <a:xfrm>
              <a:off x="649925" y="534625"/>
              <a:ext cx="255750" cy="25"/>
            </a:xfrm>
            <a:custGeom>
              <a:avLst/>
              <a:gdLst/>
              <a:ahLst/>
              <a:cxnLst/>
              <a:rect l="l" t="t" r="r" b="b"/>
              <a:pathLst>
                <a:path w="10230" h="1" fill="none" extrusionOk="0">
                  <a:moveTo>
                    <a:pt x="10229" y="1"/>
                  </a:moveTo>
                  <a:lnTo>
                    <a:pt x="0" y="1"/>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 name="Google Shape;202;p12">
              <a:extLst>
                <a:ext uri="{FF2B5EF4-FFF2-40B4-BE49-F238E27FC236}">
                  <a16:creationId xmlns:a16="http://schemas.microsoft.com/office/drawing/2014/main" id="{8C503C8C-2572-AD3A-D17C-F5DE04D67487}"/>
                </a:ext>
              </a:extLst>
            </p:cNvPr>
            <p:cNvSpPr/>
            <p:nvPr/>
          </p:nvSpPr>
          <p:spPr>
            <a:xfrm>
              <a:off x="649925" y="479825"/>
              <a:ext cx="255750" cy="25"/>
            </a:xfrm>
            <a:custGeom>
              <a:avLst/>
              <a:gdLst/>
              <a:ahLst/>
              <a:cxnLst/>
              <a:rect l="l" t="t" r="r" b="b"/>
              <a:pathLst>
                <a:path w="10230" h="1" fill="none" extrusionOk="0">
                  <a:moveTo>
                    <a:pt x="10229" y="1"/>
                  </a:moveTo>
                  <a:lnTo>
                    <a:pt x="0" y="1"/>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 name="Google Shape;203;p12">
              <a:extLst>
                <a:ext uri="{FF2B5EF4-FFF2-40B4-BE49-F238E27FC236}">
                  <a16:creationId xmlns:a16="http://schemas.microsoft.com/office/drawing/2014/main" id="{103AD2D4-23A7-0B37-F0DB-0F0081E1775F}"/>
                </a:ext>
              </a:extLst>
            </p:cNvPr>
            <p:cNvSpPr/>
            <p:nvPr/>
          </p:nvSpPr>
          <p:spPr>
            <a:xfrm>
              <a:off x="649925" y="424425"/>
              <a:ext cx="255750" cy="25"/>
            </a:xfrm>
            <a:custGeom>
              <a:avLst/>
              <a:gdLst/>
              <a:ahLst/>
              <a:cxnLst/>
              <a:rect l="l" t="t" r="r" b="b"/>
              <a:pathLst>
                <a:path w="10230" h="1" fill="none" extrusionOk="0">
                  <a:moveTo>
                    <a:pt x="10229" y="1"/>
                  </a:moveTo>
                  <a:lnTo>
                    <a:pt x="0" y="1"/>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 name="Google Shape;204;p12">
              <a:extLst>
                <a:ext uri="{FF2B5EF4-FFF2-40B4-BE49-F238E27FC236}">
                  <a16:creationId xmlns:a16="http://schemas.microsoft.com/office/drawing/2014/main" id="{7613D335-C874-F975-5C7E-0F9BAE047F5B}"/>
                </a:ext>
              </a:extLst>
            </p:cNvPr>
            <p:cNvSpPr/>
            <p:nvPr/>
          </p:nvSpPr>
          <p:spPr>
            <a:xfrm>
              <a:off x="879475" y="274025"/>
              <a:ext cx="45075" cy="45100"/>
            </a:xfrm>
            <a:custGeom>
              <a:avLst/>
              <a:gdLst/>
              <a:ahLst/>
              <a:cxnLst/>
              <a:rect l="l" t="t" r="r" b="b"/>
              <a:pathLst>
                <a:path w="1803" h="1804" fill="none" extrusionOk="0">
                  <a:moveTo>
                    <a:pt x="901" y="1803"/>
                  </a:moveTo>
                  <a:lnTo>
                    <a:pt x="901" y="1803"/>
                  </a:lnTo>
                  <a:lnTo>
                    <a:pt x="731" y="1779"/>
                  </a:lnTo>
                  <a:lnTo>
                    <a:pt x="560" y="1730"/>
                  </a:lnTo>
                  <a:lnTo>
                    <a:pt x="390" y="1657"/>
                  </a:lnTo>
                  <a:lnTo>
                    <a:pt x="268" y="1535"/>
                  </a:lnTo>
                  <a:lnTo>
                    <a:pt x="146" y="1414"/>
                  </a:lnTo>
                  <a:lnTo>
                    <a:pt x="73" y="1243"/>
                  </a:lnTo>
                  <a:lnTo>
                    <a:pt x="25" y="1073"/>
                  </a:lnTo>
                  <a:lnTo>
                    <a:pt x="0" y="902"/>
                  </a:lnTo>
                  <a:lnTo>
                    <a:pt x="0" y="902"/>
                  </a:lnTo>
                  <a:lnTo>
                    <a:pt x="25" y="732"/>
                  </a:lnTo>
                  <a:lnTo>
                    <a:pt x="73" y="561"/>
                  </a:lnTo>
                  <a:lnTo>
                    <a:pt x="146" y="391"/>
                  </a:lnTo>
                  <a:lnTo>
                    <a:pt x="268" y="269"/>
                  </a:lnTo>
                  <a:lnTo>
                    <a:pt x="390" y="147"/>
                  </a:lnTo>
                  <a:lnTo>
                    <a:pt x="560" y="74"/>
                  </a:lnTo>
                  <a:lnTo>
                    <a:pt x="731" y="25"/>
                  </a:lnTo>
                  <a:lnTo>
                    <a:pt x="901" y="1"/>
                  </a:lnTo>
                  <a:lnTo>
                    <a:pt x="901" y="1"/>
                  </a:lnTo>
                  <a:lnTo>
                    <a:pt x="1072" y="25"/>
                  </a:lnTo>
                  <a:lnTo>
                    <a:pt x="1242" y="74"/>
                  </a:lnTo>
                  <a:lnTo>
                    <a:pt x="1413" y="147"/>
                  </a:lnTo>
                  <a:lnTo>
                    <a:pt x="1535" y="269"/>
                  </a:lnTo>
                  <a:lnTo>
                    <a:pt x="1656" y="391"/>
                  </a:lnTo>
                  <a:lnTo>
                    <a:pt x="1729" y="561"/>
                  </a:lnTo>
                  <a:lnTo>
                    <a:pt x="1778" y="732"/>
                  </a:lnTo>
                  <a:lnTo>
                    <a:pt x="1802" y="902"/>
                  </a:lnTo>
                  <a:lnTo>
                    <a:pt x="1802" y="902"/>
                  </a:lnTo>
                  <a:lnTo>
                    <a:pt x="1778" y="1073"/>
                  </a:lnTo>
                  <a:lnTo>
                    <a:pt x="1729" y="1243"/>
                  </a:lnTo>
                  <a:lnTo>
                    <a:pt x="1656" y="1414"/>
                  </a:lnTo>
                  <a:lnTo>
                    <a:pt x="1535" y="1535"/>
                  </a:lnTo>
                  <a:lnTo>
                    <a:pt x="1413" y="1657"/>
                  </a:lnTo>
                  <a:lnTo>
                    <a:pt x="1242" y="1730"/>
                  </a:lnTo>
                  <a:lnTo>
                    <a:pt x="1072" y="1779"/>
                  </a:lnTo>
                  <a:lnTo>
                    <a:pt x="901" y="1803"/>
                  </a:lnTo>
                  <a:lnTo>
                    <a:pt x="901" y="1803"/>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 name="Google Shape;205;p12">
              <a:extLst>
                <a:ext uri="{FF2B5EF4-FFF2-40B4-BE49-F238E27FC236}">
                  <a16:creationId xmlns:a16="http://schemas.microsoft.com/office/drawing/2014/main" id="{72DD9CD1-FD43-A580-5435-D71F9CF93CB8}"/>
                </a:ext>
              </a:extLst>
            </p:cNvPr>
            <p:cNvSpPr/>
            <p:nvPr/>
          </p:nvSpPr>
          <p:spPr>
            <a:xfrm>
              <a:off x="654800" y="244200"/>
              <a:ext cx="25" cy="51175"/>
            </a:xfrm>
            <a:custGeom>
              <a:avLst/>
              <a:gdLst/>
              <a:ahLst/>
              <a:cxnLst/>
              <a:rect l="l" t="t" r="r" b="b"/>
              <a:pathLst>
                <a:path w="1" h="2047" fill="none" extrusionOk="0">
                  <a:moveTo>
                    <a:pt x="0" y="1"/>
                  </a:moveTo>
                  <a:lnTo>
                    <a:pt x="0" y="2046"/>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 name="Google Shape;206;p12">
              <a:extLst>
                <a:ext uri="{FF2B5EF4-FFF2-40B4-BE49-F238E27FC236}">
                  <a16:creationId xmlns:a16="http://schemas.microsoft.com/office/drawing/2014/main" id="{5063A58D-D61B-BCC8-FDFD-28757C61C779}"/>
                </a:ext>
              </a:extLst>
            </p:cNvPr>
            <p:cNvSpPr/>
            <p:nvPr/>
          </p:nvSpPr>
          <p:spPr>
            <a:xfrm>
              <a:off x="737600" y="244200"/>
              <a:ext cx="25" cy="51175"/>
            </a:xfrm>
            <a:custGeom>
              <a:avLst/>
              <a:gdLst/>
              <a:ahLst/>
              <a:cxnLst/>
              <a:rect l="l" t="t" r="r" b="b"/>
              <a:pathLst>
                <a:path w="1" h="2047" fill="none" extrusionOk="0">
                  <a:moveTo>
                    <a:pt x="1" y="1"/>
                  </a:moveTo>
                  <a:lnTo>
                    <a:pt x="1" y="2046"/>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 name="Google Shape;207;p12">
              <a:extLst>
                <a:ext uri="{FF2B5EF4-FFF2-40B4-BE49-F238E27FC236}">
                  <a16:creationId xmlns:a16="http://schemas.microsoft.com/office/drawing/2014/main" id="{9CDFA4CF-72CB-5814-42A3-62A1E69ECDAB}"/>
                </a:ext>
              </a:extLst>
            </p:cNvPr>
            <p:cNvSpPr/>
            <p:nvPr/>
          </p:nvSpPr>
          <p:spPr>
            <a:xfrm>
              <a:off x="820400" y="244200"/>
              <a:ext cx="25" cy="51175"/>
            </a:xfrm>
            <a:custGeom>
              <a:avLst/>
              <a:gdLst/>
              <a:ahLst/>
              <a:cxnLst/>
              <a:rect l="l" t="t" r="r" b="b"/>
              <a:pathLst>
                <a:path w="1" h="2047" fill="none" extrusionOk="0">
                  <a:moveTo>
                    <a:pt x="1" y="1"/>
                  </a:moveTo>
                  <a:lnTo>
                    <a:pt x="1" y="2046"/>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 name="Google Shape;208;p12">
              <a:extLst>
                <a:ext uri="{FF2B5EF4-FFF2-40B4-BE49-F238E27FC236}">
                  <a16:creationId xmlns:a16="http://schemas.microsoft.com/office/drawing/2014/main" id="{08620CBD-58EB-8255-6DCF-0FA13EE33374}"/>
                </a:ext>
              </a:extLst>
            </p:cNvPr>
            <p:cNvSpPr/>
            <p:nvPr/>
          </p:nvSpPr>
          <p:spPr>
            <a:xfrm>
              <a:off x="903225" y="244200"/>
              <a:ext cx="25" cy="51175"/>
            </a:xfrm>
            <a:custGeom>
              <a:avLst/>
              <a:gdLst/>
              <a:ahLst/>
              <a:cxnLst/>
              <a:rect l="l" t="t" r="r" b="b"/>
              <a:pathLst>
                <a:path w="1" h="2047" fill="none" extrusionOk="0">
                  <a:moveTo>
                    <a:pt x="0" y="1"/>
                  </a:moveTo>
                  <a:lnTo>
                    <a:pt x="0" y="2046"/>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 name="Text Placeholder 4">
            <a:extLst>
              <a:ext uri="{FF2B5EF4-FFF2-40B4-BE49-F238E27FC236}">
                <a16:creationId xmlns:a16="http://schemas.microsoft.com/office/drawing/2014/main" id="{BD4894FB-C7F4-9B44-6B89-6EE1CCEB6034}"/>
              </a:ext>
            </a:extLst>
          </p:cNvPr>
          <p:cNvSpPr>
            <a:spLocks noGrp="1"/>
          </p:cNvSpPr>
          <p:nvPr>
            <p:ph type="body" idx="2"/>
          </p:nvPr>
        </p:nvSpPr>
        <p:spPr>
          <a:xfrm>
            <a:off x="293683" y="1200267"/>
            <a:ext cx="5522231" cy="2807776"/>
          </a:xfrm>
        </p:spPr>
        <p:txBody>
          <a:bodyPr/>
          <a:lstStyle/>
          <a:p>
            <a:pPr lvl="0"/>
            <a:r>
              <a:rPr lang="en-PH" b="1" dirty="0">
                <a:latin typeface="Roboto Condensed" panose="02000000000000000000" pitchFamily="2" charset="0"/>
                <a:ea typeface="Roboto Condensed" panose="02000000000000000000" pitchFamily="2" charset="0"/>
                <a:cs typeface="Roboto Condensed" panose="02000000000000000000" pitchFamily="2" charset="0"/>
              </a:rPr>
              <a:t>RAM (Random Access Memory):</a:t>
            </a:r>
            <a:r>
              <a:rPr lang="en-PH" dirty="0">
                <a:latin typeface="Roboto Condensed" panose="02000000000000000000" pitchFamily="2" charset="0"/>
                <a:ea typeface="Roboto Condensed" panose="02000000000000000000" pitchFamily="2" charset="0"/>
                <a:cs typeface="Roboto Condensed" panose="02000000000000000000" pitchFamily="2" charset="0"/>
              </a:rPr>
              <a:t> The short-term memory. When your program is running, the computer stores the data it is actively using in the RAM because it can be read incredibly fast. When the computer turns off, RAM is wiped clean.</a:t>
            </a:r>
          </a:p>
          <a:p>
            <a:pPr lvl="0"/>
            <a:r>
              <a:rPr lang="en-PH" b="1" dirty="0">
                <a:latin typeface="Roboto Condensed" panose="02000000000000000000" pitchFamily="2" charset="0"/>
                <a:ea typeface="Roboto Condensed" panose="02000000000000000000" pitchFamily="2" charset="0"/>
                <a:cs typeface="Roboto Condensed" panose="02000000000000000000" pitchFamily="2" charset="0"/>
              </a:rPr>
              <a:t>Storage (Hard Drive/SSD):</a:t>
            </a:r>
            <a:r>
              <a:rPr lang="en-PH" dirty="0">
                <a:latin typeface="Roboto Condensed" panose="02000000000000000000" pitchFamily="2" charset="0"/>
                <a:ea typeface="Roboto Condensed" panose="02000000000000000000" pitchFamily="2" charset="0"/>
                <a:cs typeface="Roboto Condensed" panose="02000000000000000000" pitchFamily="2" charset="0"/>
              </a:rPr>
              <a:t> The long-term memory. This is where your code, files, and operating system live permanently, even when the power is off.</a:t>
            </a:r>
          </a:p>
        </p:txBody>
      </p:sp>
      <p:pic>
        <p:nvPicPr>
          <p:cNvPr id="3" name="Picture 2">
            <a:extLst>
              <a:ext uri="{FF2B5EF4-FFF2-40B4-BE49-F238E27FC236}">
                <a16:creationId xmlns:a16="http://schemas.microsoft.com/office/drawing/2014/main" id="{1E44A349-40C9-D6F9-DE76-B9B08C124DA8}"/>
              </a:ext>
            </a:extLst>
          </p:cNvPr>
          <p:cNvPicPr>
            <a:picLocks noChangeAspect="1"/>
          </p:cNvPicPr>
          <p:nvPr/>
        </p:nvPicPr>
        <p:blipFill>
          <a:blip r:embed="rId3"/>
          <a:stretch>
            <a:fillRect/>
          </a:stretch>
        </p:blipFill>
        <p:spPr>
          <a:xfrm>
            <a:off x="5844746" y="1168744"/>
            <a:ext cx="3299254" cy="3299254"/>
          </a:xfrm>
          <a:prstGeom prst="rect">
            <a:avLst/>
          </a:prstGeom>
        </p:spPr>
      </p:pic>
    </p:spTree>
    <p:extLst>
      <p:ext uri="{BB962C8B-B14F-4D97-AF65-F5344CB8AC3E}">
        <p14:creationId xmlns:p14="http://schemas.microsoft.com/office/powerpoint/2010/main" val="1483954352"/>
      </p:ext>
    </p:extLst>
  </p:cSld>
  <p:clrMapOvr>
    <a:masterClrMapping/>
  </p:clrMapOvr>
  <p:transition>
    <p:fade thruBlk="1"/>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88"/>
        <p:cNvGrpSpPr/>
        <p:nvPr/>
      </p:nvGrpSpPr>
      <p:grpSpPr>
        <a:xfrm>
          <a:off x="0" y="0"/>
          <a:ext cx="0" cy="0"/>
          <a:chOff x="0" y="0"/>
          <a:chExt cx="0" cy="0"/>
        </a:xfrm>
      </p:grpSpPr>
      <p:sp>
        <p:nvSpPr>
          <p:cNvPr id="189" name="Google Shape;189;p12"/>
          <p:cNvSpPr txBox="1">
            <a:spLocks noGrp="1"/>
          </p:cNvSpPr>
          <p:nvPr>
            <p:ph type="title"/>
          </p:nvPr>
        </p:nvSpPr>
        <p:spPr>
          <a:xfrm>
            <a:off x="814275" y="392575"/>
            <a:ext cx="5258400" cy="766200"/>
          </a:xfrm>
          <a:prstGeom prst="rect">
            <a:avLst/>
          </a:prstGeom>
        </p:spPr>
        <p:txBody>
          <a:bodyPr spcFirstLastPara="1" wrap="square" lIns="91425" tIns="91425" rIns="91425" bIns="91425" anchor="ctr" anchorCtr="0">
            <a:noAutofit/>
          </a:bodyPr>
          <a:lstStyle/>
          <a:p>
            <a:pPr lvl="0"/>
            <a:r>
              <a:rPr lang="en-PH" dirty="0"/>
              <a:t>Software (The Instructions)</a:t>
            </a:r>
            <a:endParaRPr dirty="0">
              <a:solidFill>
                <a:schemeClr val="bg1">
                  <a:lumMod val="95000"/>
                </a:schemeClr>
              </a:solidFill>
            </a:endParaRPr>
          </a:p>
        </p:txBody>
      </p:sp>
      <p:sp>
        <p:nvSpPr>
          <p:cNvPr id="192" name="Google Shape;192;p12"/>
          <p:cNvSpPr txBox="1">
            <a:spLocks noGrp="1"/>
          </p:cNvSpPr>
          <p:nvPr>
            <p:ph type="sldNum" idx="12"/>
          </p:nvPr>
        </p:nvSpPr>
        <p:spPr>
          <a:xfrm>
            <a:off x="7618000" y="4636500"/>
            <a:ext cx="1487400" cy="315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GB"/>
              <a:t>13</a:t>
            </a:fld>
            <a:endParaRPr lang="en-GB"/>
          </a:p>
        </p:txBody>
      </p:sp>
      <p:grpSp>
        <p:nvGrpSpPr>
          <p:cNvPr id="194" name="Google Shape;194;p12"/>
          <p:cNvGrpSpPr/>
          <p:nvPr/>
        </p:nvGrpSpPr>
        <p:grpSpPr>
          <a:xfrm>
            <a:off x="293683" y="574116"/>
            <a:ext cx="309041" cy="403123"/>
            <a:chOff x="590250" y="244200"/>
            <a:chExt cx="407975" cy="532175"/>
          </a:xfrm>
        </p:grpSpPr>
        <p:sp>
          <p:nvSpPr>
            <p:cNvPr id="195" name="Google Shape;195;p12"/>
            <p:cNvSpPr/>
            <p:nvPr/>
          </p:nvSpPr>
          <p:spPr>
            <a:xfrm>
              <a:off x="623125" y="313625"/>
              <a:ext cx="375100" cy="462750"/>
            </a:xfrm>
            <a:custGeom>
              <a:avLst/>
              <a:gdLst/>
              <a:ahLst/>
              <a:cxnLst/>
              <a:rect l="l" t="t" r="r" b="b"/>
              <a:pathLst>
                <a:path w="15004" h="18510" fill="none" extrusionOk="0">
                  <a:moveTo>
                    <a:pt x="1" y="17536"/>
                  </a:moveTo>
                  <a:lnTo>
                    <a:pt x="1" y="17536"/>
                  </a:lnTo>
                  <a:lnTo>
                    <a:pt x="1" y="17536"/>
                  </a:lnTo>
                  <a:lnTo>
                    <a:pt x="25" y="17682"/>
                  </a:lnTo>
                  <a:lnTo>
                    <a:pt x="49" y="17852"/>
                  </a:lnTo>
                  <a:lnTo>
                    <a:pt x="123" y="18023"/>
                  </a:lnTo>
                  <a:lnTo>
                    <a:pt x="220" y="18193"/>
                  </a:lnTo>
                  <a:lnTo>
                    <a:pt x="293" y="18291"/>
                  </a:lnTo>
                  <a:lnTo>
                    <a:pt x="390" y="18364"/>
                  </a:lnTo>
                  <a:lnTo>
                    <a:pt x="488" y="18412"/>
                  </a:lnTo>
                  <a:lnTo>
                    <a:pt x="610" y="18461"/>
                  </a:lnTo>
                  <a:lnTo>
                    <a:pt x="756" y="18510"/>
                  </a:lnTo>
                  <a:lnTo>
                    <a:pt x="926" y="18510"/>
                  </a:lnTo>
                  <a:lnTo>
                    <a:pt x="14468" y="18510"/>
                  </a:lnTo>
                  <a:lnTo>
                    <a:pt x="14468" y="18510"/>
                  </a:lnTo>
                  <a:lnTo>
                    <a:pt x="14541" y="18510"/>
                  </a:lnTo>
                  <a:lnTo>
                    <a:pt x="14614" y="18485"/>
                  </a:lnTo>
                  <a:lnTo>
                    <a:pt x="14736" y="18412"/>
                  </a:lnTo>
                  <a:lnTo>
                    <a:pt x="14833" y="18291"/>
                  </a:lnTo>
                  <a:lnTo>
                    <a:pt x="14906" y="18144"/>
                  </a:lnTo>
                  <a:lnTo>
                    <a:pt x="14955" y="17974"/>
                  </a:lnTo>
                  <a:lnTo>
                    <a:pt x="14979" y="17779"/>
                  </a:lnTo>
                  <a:lnTo>
                    <a:pt x="15003" y="17438"/>
                  </a:lnTo>
                  <a:lnTo>
                    <a:pt x="15003" y="487"/>
                  </a:lnTo>
                  <a:lnTo>
                    <a:pt x="15003" y="487"/>
                  </a:lnTo>
                  <a:lnTo>
                    <a:pt x="15003" y="341"/>
                  </a:lnTo>
                  <a:lnTo>
                    <a:pt x="14979" y="219"/>
                  </a:lnTo>
                  <a:lnTo>
                    <a:pt x="14955" y="146"/>
                  </a:lnTo>
                  <a:lnTo>
                    <a:pt x="14906" y="73"/>
                  </a:lnTo>
                  <a:lnTo>
                    <a:pt x="14833" y="49"/>
                  </a:lnTo>
                  <a:lnTo>
                    <a:pt x="14736" y="24"/>
                  </a:lnTo>
                  <a:lnTo>
                    <a:pt x="14468" y="0"/>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 name="Google Shape;196;p12"/>
            <p:cNvSpPr/>
            <p:nvPr/>
          </p:nvSpPr>
          <p:spPr>
            <a:xfrm>
              <a:off x="590250" y="269775"/>
              <a:ext cx="377525" cy="462775"/>
            </a:xfrm>
            <a:custGeom>
              <a:avLst/>
              <a:gdLst/>
              <a:ahLst/>
              <a:cxnLst/>
              <a:rect l="l" t="t" r="r" b="b"/>
              <a:pathLst>
                <a:path w="15101" h="18511" fill="none" extrusionOk="0">
                  <a:moveTo>
                    <a:pt x="14321" y="0"/>
                  </a:moveTo>
                  <a:lnTo>
                    <a:pt x="780" y="0"/>
                  </a:lnTo>
                  <a:lnTo>
                    <a:pt x="780" y="0"/>
                  </a:lnTo>
                  <a:lnTo>
                    <a:pt x="634" y="25"/>
                  </a:lnTo>
                  <a:lnTo>
                    <a:pt x="488" y="74"/>
                  </a:lnTo>
                  <a:lnTo>
                    <a:pt x="342" y="122"/>
                  </a:lnTo>
                  <a:lnTo>
                    <a:pt x="220" y="220"/>
                  </a:lnTo>
                  <a:lnTo>
                    <a:pt x="122" y="341"/>
                  </a:lnTo>
                  <a:lnTo>
                    <a:pt x="74" y="488"/>
                  </a:lnTo>
                  <a:lnTo>
                    <a:pt x="25" y="634"/>
                  </a:lnTo>
                  <a:lnTo>
                    <a:pt x="1" y="780"/>
                  </a:lnTo>
                  <a:lnTo>
                    <a:pt x="1" y="17731"/>
                  </a:lnTo>
                  <a:lnTo>
                    <a:pt x="1" y="17731"/>
                  </a:lnTo>
                  <a:lnTo>
                    <a:pt x="25" y="17877"/>
                  </a:lnTo>
                  <a:lnTo>
                    <a:pt x="74" y="18023"/>
                  </a:lnTo>
                  <a:lnTo>
                    <a:pt x="122" y="18169"/>
                  </a:lnTo>
                  <a:lnTo>
                    <a:pt x="220" y="18291"/>
                  </a:lnTo>
                  <a:lnTo>
                    <a:pt x="342" y="18388"/>
                  </a:lnTo>
                  <a:lnTo>
                    <a:pt x="488" y="18437"/>
                  </a:lnTo>
                  <a:lnTo>
                    <a:pt x="634" y="18486"/>
                  </a:lnTo>
                  <a:lnTo>
                    <a:pt x="780" y="18510"/>
                  </a:lnTo>
                  <a:lnTo>
                    <a:pt x="14321" y="18510"/>
                  </a:lnTo>
                  <a:lnTo>
                    <a:pt x="14321" y="18510"/>
                  </a:lnTo>
                  <a:lnTo>
                    <a:pt x="14467" y="18486"/>
                  </a:lnTo>
                  <a:lnTo>
                    <a:pt x="14614" y="18437"/>
                  </a:lnTo>
                  <a:lnTo>
                    <a:pt x="14760" y="18388"/>
                  </a:lnTo>
                  <a:lnTo>
                    <a:pt x="14881" y="18291"/>
                  </a:lnTo>
                  <a:lnTo>
                    <a:pt x="14979" y="18169"/>
                  </a:lnTo>
                  <a:lnTo>
                    <a:pt x="15028" y="18023"/>
                  </a:lnTo>
                  <a:lnTo>
                    <a:pt x="15076" y="17877"/>
                  </a:lnTo>
                  <a:lnTo>
                    <a:pt x="15101" y="17731"/>
                  </a:lnTo>
                  <a:lnTo>
                    <a:pt x="15101" y="780"/>
                  </a:lnTo>
                  <a:lnTo>
                    <a:pt x="15101" y="780"/>
                  </a:lnTo>
                  <a:lnTo>
                    <a:pt x="15076" y="634"/>
                  </a:lnTo>
                  <a:lnTo>
                    <a:pt x="15028" y="488"/>
                  </a:lnTo>
                  <a:lnTo>
                    <a:pt x="14979" y="341"/>
                  </a:lnTo>
                  <a:lnTo>
                    <a:pt x="14881" y="220"/>
                  </a:lnTo>
                  <a:lnTo>
                    <a:pt x="14760" y="122"/>
                  </a:lnTo>
                  <a:lnTo>
                    <a:pt x="14614" y="74"/>
                  </a:lnTo>
                  <a:lnTo>
                    <a:pt x="14467" y="25"/>
                  </a:lnTo>
                  <a:lnTo>
                    <a:pt x="14321" y="0"/>
                  </a:lnTo>
                  <a:lnTo>
                    <a:pt x="14321" y="0"/>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 name="Google Shape;197;p12"/>
            <p:cNvSpPr/>
            <p:nvPr/>
          </p:nvSpPr>
          <p:spPr>
            <a:xfrm>
              <a:off x="796650" y="274025"/>
              <a:ext cx="45100" cy="45100"/>
            </a:xfrm>
            <a:custGeom>
              <a:avLst/>
              <a:gdLst/>
              <a:ahLst/>
              <a:cxnLst/>
              <a:rect l="l" t="t" r="r" b="b"/>
              <a:pathLst>
                <a:path w="1804" h="1804" fill="none" extrusionOk="0">
                  <a:moveTo>
                    <a:pt x="902" y="1"/>
                  </a:moveTo>
                  <a:lnTo>
                    <a:pt x="902" y="1"/>
                  </a:lnTo>
                  <a:lnTo>
                    <a:pt x="1073" y="25"/>
                  </a:lnTo>
                  <a:lnTo>
                    <a:pt x="1243" y="74"/>
                  </a:lnTo>
                  <a:lnTo>
                    <a:pt x="1414" y="147"/>
                  </a:lnTo>
                  <a:lnTo>
                    <a:pt x="1535" y="269"/>
                  </a:lnTo>
                  <a:lnTo>
                    <a:pt x="1657" y="391"/>
                  </a:lnTo>
                  <a:lnTo>
                    <a:pt x="1730" y="561"/>
                  </a:lnTo>
                  <a:lnTo>
                    <a:pt x="1779" y="732"/>
                  </a:lnTo>
                  <a:lnTo>
                    <a:pt x="1803" y="902"/>
                  </a:lnTo>
                  <a:lnTo>
                    <a:pt x="1803" y="902"/>
                  </a:lnTo>
                  <a:lnTo>
                    <a:pt x="1779" y="1073"/>
                  </a:lnTo>
                  <a:lnTo>
                    <a:pt x="1730" y="1243"/>
                  </a:lnTo>
                  <a:lnTo>
                    <a:pt x="1657" y="1414"/>
                  </a:lnTo>
                  <a:lnTo>
                    <a:pt x="1535" y="1535"/>
                  </a:lnTo>
                  <a:lnTo>
                    <a:pt x="1414" y="1657"/>
                  </a:lnTo>
                  <a:lnTo>
                    <a:pt x="1243" y="1730"/>
                  </a:lnTo>
                  <a:lnTo>
                    <a:pt x="1073" y="1779"/>
                  </a:lnTo>
                  <a:lnTo>
                    <a:pt x="902" y="1803"/>
                  </a:lnTo>
                  <a:lnTo>
                    <a:pt x="902" y="1803"/>
                  </a:lnTo>
                  <a:lnTo>
                    <a:pt x="732" y="1779"/>
                  </a:lnTo>
                  <a:lnTo>
                    <a:pt x="561" y="1730"/>
                  </a:lnTo>
                  <a:lnTo>
                    <a:pt x="391" y="1657"/>
                  </a:lnTo>
                  <a:lnTo>
                    <a:pt x="269" y="1535"/>
                  </a:lnTo>
                  <a:lnTo>
                    <a:pt x="147" y="1414"/>
                  </a:lnTo>
                  <a:lnTo>
                    <a:pt x="74" y="1243"/>
                  </a:lnTo>
                  <a:lnTo>
                    <a:pt x="25" y="1073"/>
                  </a:lnTo>
                  <a:lnTo>
                    <a:pt x="1" y="902"/>
                  </a:lnTo>
                  <a:lnTo>
                    <a:pt x="1" y="902"/>
                  </a:lnTo>
                  <a:lnTo>
                    <a:pt x="25" y="732"/>
                  </a:lnTo>
                  <a:lnTo>
                    <a:pt x="74" y="561"/>
                  </a:lnTo>
                  <a:lnTo>
                    <a:pt x="147" y="391"/>
                  </a:lnTo>
                  <a:lnTo>
                    <a:pt x="269" y="269"/>
                  </a:lnTo>
                  <a:lnTo>
                    <a:pt x="391" y="147"/>
                  </a:lnTo>
                  <a:lnTo>
                    <a:pt x="561" y="74"/>
                  </a:lnTo>
                  <a:lnTo>
                    <a:pt x="732" y="25"/>
                  </a:lnTo>
                  <a:lnTo>
                    <a:pt x="902" y="1"/>
                  </a:lnTo>
                  <a:lnTo>
                    <a:pt x="902" y="1"/>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 name="Google Shape;198;p12"/>
            <p:cNvSpPr/>
            <p:nvPr/>
          </p:nvSpPr>
          <p:spPr>
            <a:xfrm>
              <a:off x="713850" y="274025"/>
              <a:ext cx="45075" cy="45100"/>
            </a:xfrm>
            <a:custGeom>
              <a:avLst/>
              <a:gdLst/>
              <a:ahLst/>
              <a:cxnLst/>
              <a:rect l="l" t="t" r="r" b="b"/>
              <a:pathLst>
                <a:path w="1803" h="1804" fill="none" extrusionOk="0">
                  <a:moveTo>
                    <a:pt x="902" y="1"/>
                  </a:moveTo>
                  <a:lnTo>
                    <a:pt x="902" y="1"/>
                  </a:lnTo>
                  <a:lnTo>
                    <a:pt x="1072" y="25"/>
                  </a:lnTo>
                  <a:lnTo>
                    <a:pt x="1243" y="74"/>
                  </a:lnTo>
                  <a:lnTo>
                    <a:pt x="1413" y="147"/>
                  </a:lnTo>
                  <a:lnTo>
                    <a:pt x="1535" y="269"/>
                  </a:lnTo>
                  <a:lnTo>
                    <a:pt x="1657" y="391"/>
                  </a:lnTo>
                  <a:lnTo>
                    <a:pt x="1730" y="561"/>
                  </a:lnTo>
                  <a:lnTo>
                    <a:pt x="1779" y="732"/>
                  </a:lnTo>
                  <a:lnTo>
                    <a:pt x="1803" y="902"/>
                  </a:lnTo>
                  <a:lnTo>
                    <a:pt x="1803" y="902"/>
                  </a:lnTo>
                  <a:lnTo>
                    <a:pt x="1779" y="1073"/>
                  </a:lnTo>
                  <a:lnTo>
                    <a:pt x="1730" y="1243"/>
                  </a:lnTo>
                  <a:lnTo>
                    <a:pt x="1657" y="1414"/>
                  </a:lnTo>
                  <a:lnTo>
                    <a:pt x="1535" y="1535"/>
                  </a:lnTo>
                  <a:lnTo>
                    <a:pt x="1413" y="1657"/>
                  </a:lnTo>
                  <a:lnTo>
                    <a:pt x="1243" y="1730"/>
                  </a:lnTo>
                  <a:lnTo>
                    <a:pt x="1072" y="1779"/>
                  </a:lnTo>
                  <a:lnTo>
                    <a:pt x="902" y="1803"/>
                  </a:lnTo>
                  <a:lnTo>
                    <a:pt x="902" y="1803"/>
                  </a:lnTo>
                  <a:lnTo>
                    <a:pt x="731" y="1779"/>
                  </a:lnTo>
                  <a:lnTo>
                    <a:pt x="561" y="1730"/>
                  </a:lnTo>
                  <a:lnTo>
                    <a:pt x="390" y="1657"/>
                  </a:lnTo>
                  <a:lnTo>
                    <a:pt x="269" y="1535"/>
                  </a:lnTo>
                  <a:lnTo>
                    <a:pt x="147" y="1414"/>
                  </a:lnTo>
                  <a:lnTo>
                    <a:pt x="74" y="1243"/>
                  </a:lnTo>
                  <a:lnTo>
                    <a:pt x="25" y="1073"/>
                  </a:lnTo>
                  <a:lnTo>
                    <a:pt x="1" y="902"/>
                  </a:lnTo>
                  <a:lnTo>
                    <a:pt x="1" y="902"/>
                  </a:lnTo>
                  <a:lnTo>
                    <a:pt x="25" y="732"/>
                  </a:lnTo>
                  <a:lnTo>
                    <a:pt x="74" y="561"/>
                  </a:lnTo>
                  <a:lnTo>
                    <a:pt x="147" y="391"/>
                  </a:lnTo>
                  <a:lnTo>
                    <a:pt x="269" y="269"/>
                  </a:lnTo>
                  <a:lnTo>
                    <a:pt x="390" y="147"/>
                  </a:lnTo>
                  <a:lnTo>
                    <a:pt x="561" y="74"/>
                  </a:lnTo>
                  <a:lnTo>
                    <a:pt x="731" y="25"/>
                  </a:lnTo>
                  <a:lnTo>
                    <a:pt x="902" y="1"/>
                  </a:lnTo>
                  <a:lnTo>
                    <a:pt x="902" y="1"/>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 name="Google Shape;199;p12"/>
            <p:cNvSpPr/>
            <p:nvPr/>
          </p:nvSpPr>
          <p:spPr>
            <a:xfrm>
              <a:off x="631050" y="274025"/>
              <a:ext cx="45075" cy="45100"/>
            </a:xfrm>
            <a:custGeom>
              <a:avLst/>
              <a:gdLst/>
              <a:ahLst/>
              <a:cxnLst/>
              <a:rect l="l" t="t" r="r" b="b"/>
              <a:pathLst>
                <a:path w="1803" h="1804" fill="none" extrusionOk="0">
                  <a:moveTo>
                    <a:pt x="0" y="902"/>
                  </a:moveTo>
                  <a:lnTo>
                    <a:pt x="0" y="902"/>
                  </a:lnTo>
                  <a:lnTo>
                    <a:pt x="25" y="732"/>
                  </a:lnTo>
                  <a:lnTo>
                    <a:pt x="73" y="561"/>
                  </a:lnTo>
                  <a:lnTo>
                    <a:pt x="147" y="391"/>
                  </a:lnTo>
                  <a:lnTo>
                    <a:pt x="268" y="269"/>
                  </a:lnTo>
                  <a:lnTo>
                    <a:pt x="390" y="147"/>
                  </a:lnTo>
                  <a:lnTo>
                    <a:pt x="561" y="74"/>
                  </a:lnTo>
                  <a:lnTo>
                    <a:pt x="731" y="25"/>
                  </a:lnTo>
                  <a:lnTo>
                    <a:pt x="902" y="1"/>
                  </a:lnTo>
                  <a:lnTo>
                    <a:pt x="902" y="1"/>
                  </a:lnTo>
                  <a:lnTo>
                    <a:pt x="1072" y="25"/>
                  </a:lnTo>
                  <a:lnTo>
                    <a:pt x="1243" y="74"/>
                  </a:lnTo>
                  <a:lnTo>
                    <a:pt x="1413" y="147"/>
                  </a:lnTo>
                  <a:lnTo>
                    <a:pt x="1535" y="269"/>
                  </a:lnTo>
                  <a:lnTo>
                    <a:pt x="1657" y="391"/>
                  </a:lnTo>
                  <a:lnTo>
                    <a:pt x="1730" y="561"/>
                  </a:lnTo>
                  <a:lnTo>
                    <a:pt x="1778" y="732"/>
                  </a:lnTo>
                  <a:lnTo>
                    <a:pt x="1803" y="902"/>
                  </a:lnTo>
                  <a:lnTo>
                    <a:pt x="1803" y="902"/>
                  </a:lnTo>
                  <a:lnTo>
                    <a:pt x="1778" y="1073"/>
                  </a:lnTo>
                  <a:lnTo>
                    <a:pt x="1730" y="1243"/>
                  </a:lnTo>
                  <a:lnTo>
                    <a:pt x="1657" y="1414"/>
                  </a:lnTo>
                  <a:lnTo>
                    <a:pt x="1535" y="1535"/>
                  </a:lnTo>
                  <a:lnTo>
                    <a:pt x="1413" y="1657"/>
                  </a:lnTo>
                  <a:lnTo>
                    <a:pt x="1243" y="1730"/>
                  </a:lnTo>
                  <a:lnTo>
                    <a:pt x="1072" y="1779"/>
                  </a:lnTo>
                  <a:lnTo>
                    <a:pt x="902" y="1803"/>
                  </a:lnTo>
                  <a:lnTo>
                    <a:pt x="902" y="1803"/>
                  </a:lnTo>
                  <a:lnTo>
                    <a:pt x="731" y="1779"/>
                  </a:lnTo>
                  <a:lnTo>
                    <a:pt x="561" y="1730"/>
                  </a:lnTo>
                  <a:lnTo>
                    <a:pt x="390" y="1657"/>
                  </a:lnTo>
                  <a:lnTo>
                    <a:pt x="268" y="1535"/>
                  </a:lnTo>
                  <a:lnTo>
                    <a:pt x="147" y="1414"/>
                  </a:lnTo>
                  <a:lnTo>
                    <a:pt x="73" y="1243"/>
                  </a:lnTo>
                  <a:lnTo>
                    <a:pt x="25" y="1073"/>
                  </a:lnTo>
                  <a:lnTo>
                    <a:pt x="0" y="902"/>
                  </a:lnTo>
                  <a:lnTo>
                    <a:pt x="0" y="902"/>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 name="Google Shape;200;p12"/>
            <p:cNvSpPr/>
            <p:nvPr/>
          </p:nvSpPr>
          <p:spPr>
            <a:xfrm>
              <a:off x="649925" y="590050"/>
              <a:ext cx="133975" cy="25"/>
            </a:xfrm>
            <a:custGeom>
              <a:avLst/>
              <a:gdLst/>
              <a:ahLst/>
              <a:cxnLst/>
              <a:rect l="l" t="t" r="r" b="b"/>
              <a:pathLst>
                <a:path w="5359" h="1" fill="none" extrusionOk="0">
                  <a:moveTo>
                    <a:pt x="5358" y="0"/>
                  </a:moveTo>
                  <a:lnTo>
                    <a:pt x="0" y="0"/>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 name="Google Shape;201;p12"/>
            <p:cNvSpPr/>
            <p:nvPr/>
          </p:nvSpPr>
          <p:spPr>
            <a:xfrm>
              <a:off x="649925" y="534625"/>
              <a:ext cx="255750" cy="25"/>
            </a:xfrm>
            <a:custGeom>
              <a:avLst/>
              <a:gdLst/>
              <a:ahLst/>
              <a:cxnLst/>
              <a:rect l="l" t="t" r="r" b="b"/>
              <a:pathLst>
                <a:path w="10230" h="1" fill="none" extrusionOk="0">
                  <a:moveTo>
                    <a:pt x="10229" y="1"/>
                  </a:moveTo>
                  <a:lnTo>
                    <a:pt x="0" y="1"/>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 name="Google Shape;202;p12"/>
            <p:cNvSpPr/>
            <p:nvPr/>
          </p:nvSpPr>
          <p:spPr>
            <a:xfrm>
              <a:off x="649925" y="479825"/>
              <a:ext cx="255750" cy="25"/>
            </a:xfrm>
            <a:custGeom>
              <a:avLst/>
              <a:gdLst/>
              <a:ahLst/>
              <a:cxnLst/>
              <a:rect l="l" t="t" r="r" b="b"/>
              <a:pathLst>
                <a:path w="10230" h="1" fill="none" extrusionOk="0">
                  <a:moveTo>
                    <a:pt x="10229" y="1"/>
                  </a:moveTo>
                  <a:lnTo>
                    <a:pt x="0" y="1"/>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 name="Google Shape;203;p12"/>
            <p:cNvSpPr/>
            <p:nvPr/>
          </p:nvSpPr>
          <p:spPr>
            <a:xfrm>
              <a:off x="649925" y="424425"/>
              <a:ext cx="255750" cy="25"/>
            </a:xfrm>
            <a:custGeom>
              <a:avLst/>
              <a:gdLst/>
              <a:ahLst/>
              <a:cxnLst/>
              <a:rect l="l" t="t" r="r" b="b"/>
              <a:pathLst>
                <a:path w="10230" h="1" fill="none" extrusionOk="0">
                  <a:moveTo>
                    <a:pt x="10229" y="1"/>
                  </a:moveTo>
                  <a:lnTo>
                    <a:pt x="0" y="1"/>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 name="Google Shape;204;p12"/>
            <p:cNvSpPr/>
            <p:nvPr/>
          </p:nvSpPr>
          <p:spPr>
            <a:xfrm>
              <a:off x="879475" y="274025"/>
              <a:ext cx="45075" cy="45100"/>
            </a:xfrm>
            <a:custGeom>
              <a:avLst/>
              <a:gdLst/>
              <a:ahLst/>
              <a:cxnLst/>
              <a:rect l="l" t="t" r="r" b="b"/>
              <a:pathLst>
                <a:path w="1803" h="1804" fill="none" extrusionOk="0">
                  <a:moveTo>
                    <a:pt x="901" y="1803"/>
                  </a:moveTo>
                  <a:lnTo>
                    <a:pt x="901" y="1803"/>
                  </a:lnTo>
                  <a:lnTo>
                    <a:pt x="731" y="1779"/>
                  </a:lnTo>
                  <a:lnTo>
                    <a:pt x="560" y="1730"/>
                  </a:lnTo>
                  <a:lnTo>
                    <a:pt x="390" y="1657"/>
                  </a:lnTo>
                  <a:lnTo>
                    <a:pt x="268" y="1535"/>
                  </a:lnTo>
                  <a:lnTo>
                    <a:pt x="146" y="1414"/>
                  </a:lnTo>
                  <a:lnTo>
                    <a:pt x="73" y="1243"/>
                  </a:lnTo>
                  <a:lnTo>
                    <a:pt x="25" y="1073"/>
                  </a:lnTo>
                  <a:lnTo>
                    <a:pt x="0" y="902"/>
                  </a:lnTo>
                  <a:lnTo>
                    <a:pt x="0" y="902"/>
                  </a:lnTo>
                  <a:lnTo>
                    <a:pt x="25" y="732"/>
                  </a:lnTo>
                  <a:lnTo>
                    <a:pt x="73" y="561"/>
                  </a:lnTo>
                  <a:lnTo>
                    <a:pt x="146" y="391"/>
                  </a:lnTo>
                  <a:lnTo>
                    <a:pt x="268" y="269"/>
                  </a:lnTo>
                  <a:lnTo>
                    <a:pt x="390" y="147"/>
                  </a:lnTo>
                  <a:lnTo>
                    <a:pt x="560" y="74"/>
                  </a:lnTo>
                  <a:lnTo>
                    <a:pt x="731" y="25"/>
                  </a:lnTo>
                  <a:lnTo>
                    <a:pt x="901" y="1"/>
                  </a:lnTo>
                  <a:lnTo>
                    <a:pt x="901" y="1"/>
                  </a:lnTo>
                  <a:lnTo>
                    <a:pt x="1072" y="25"/>
                  </a:lnTo>
                  <a:lnTo>
                    <a:pt x="1242" y="74"/>
                  </a:lnTo>
                  <a:lnTo>
                    <a:pt x="1413" y="147"/>
                  </a:lnTo>
                  <a:lnTo>
                    <a:pt x="1535" y="269"/>
                  </a:lnTo>
                  <a:lnTo>
                    <a:pt x="1656" y="391"/>
                  </a:lnTo>
                  <a:lnTo>
                    <a:pt x="1729" y="561"/>
                  </a:lnTo>
                  <a:lnTo>
                    <a:pt x="1778" y="732"/>
                  </a:lnTo>
                  <a:lnTo>
                    <a:pt x="1802" y="902"/>
                  </a:lnTo>
                  <a:lnTo>
                    <a:pt x="1802" y="902"/>
                  </a:lnTo>
                  <a:lnTo>
                    <a:pt x="1778" y="1073"/>
                  </a:lnTo>
                  <a:lnTo>
                    <a:pt x="1729" y="1243"/>
                  </a:lnTo>
                  <a:lnTo>
                    <a:pt x="1656" y="1414"/>
                  </a:lnTo>
                  <a:lnTo>
                    <a:pt x="1535" y="1535"/>
                  </a:lnTo>
                  <a:lnTo>
                    <a:pt x="1413" y="1657"/>
                  </a:lnTo>
                  <a:lnTo>
                    <a:pt x="1242" y="1730"/>
                  </a:lnTo>
                  <a:lnTo>
                    <a:pt x="1072" y="1779"/>
                  </a:lnTo>
                  <a:lnTo>
                    <a:pt x="901" y="1803"/>
                  </a:lnTo>
                  <a:lnTo>
                    <a:pt x="901" y="1803"/>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 name="Google Shape;205;p12"/>
            <p:cNvSpPr/>
            <p:nvPr/>
          </p:nvSpPr>
          <p:spPr>
            <a:xfrm>
              <a:off x="654800" y="244200"/>
              <a:ext cx="25" cy="51175"/>
            </a:xfrm>
            <a:custGeom>
              <a:avLst/>
              <a:gdLst/>
              <a:ahLst/>
              <a:cxnLst/>
              <a:rect l="l" t="t" r="r" b="b"/>
              <a:pathLst>
                <a:path w="1" h="2047" fill="none" extrusionOk="0">
                  <a:moveTo>
                    <a:pt x="0" y="1"/>
                  </a:moveTo>
                  <a:lnTo>
                    <a:pt x="0" y="2046"/>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 name="Google Shape;206;p12"/>
            <p:cNvSpPr/>
            <p:nvPr/>
          </p:nvSpPr>
          <p:spPr>
            <a:xfrm>
              <a:off x="737600" y="244200"/>
              <a:ext cx="25" cy="51175"/>
            </a:xfrm>
            <a:custGeom>
              <a:avLst/>
              <a:gdLst/>
              <a:ahLst/>
              <a:cxnLst/>
              <a:rect l="l" t="t" r="r" b="b"/>
              <a:pathLst>
                <a:path w="1" h="2047" fill="none" extrusionOk="0">
                  <a:moveTo>
                    <a:pt x="1" y="1"/>
                  </a:moveTo>
                  <a:lnTo>
                    <a:pt x="1" y="2046"/>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 name="Google Shape;207;p12"/>
            <p:cNvSpPr/>
            <p:nvPr/>
          </p:nvSpPr>
          <p:spPr>
            <a:xfrm>
              <a:off x="820400" y="244200"/>
              <a:ext cx="25" cy="51175"/>
            </a:xfrm>
            <a:custGeom>
              <a:avLst/>
              <a:gdLst/>
              <a:ahLst/>
              <a:cxnLst/>
              <a:rect l="l" t="t" r="r" b="b"/>
              <a:pathLst>
                <a:path w="1" h="2047" fill="none" extrusionOk="0">
                  <a:moveTo>
                    <a:pt x="1" y="1"/>
                  </a:moveTo>
                  <a:lnTo>
                    <a:pt x="1" y="2046"/>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 name="Google Shape;208;p12"/>
            <p:cNvSpPr/>
            <p:nvPr/>
          </p:nvSpPr>
          <p:spPr>
            <a:xfrm>
              <a:off x="903225" y="244200"/>
              <a:ext cx="25" cy="51175"/>
            </a:xfrm>
            <a:custGeom>
              <a:avLst/>
              <a:gdLst/>
              <a:ahLst/>
              <a:cxnLst/>
              <a:rect l="l" t="t" r="r" b="b"/>
              <a:pathLst>
                <a:path w="1" h="2047" fill="none" extrusionOk="0">
                  <a:moveTo>
                    <a:pt x="0" y="1"/>
                  </a:moveTo>
                  <a:lnTo>
                    <a:pt x="0" y="2046"/>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5" name="Text Placeholder 4"/>
          <p:cNvSpPr>
            <a:spLocks noGrp="1"/>
          </p:cNvSpPr>
          <p:nvPr>
            <p:ph type="body" idx="2"/>
          </p:nvPr>
        </p:nvSpPr>
        <p:spPr>
          <a:xfrm>
            <a:off x="58905" y="1238541"/>
            <a:ext cx="8533160" cy="2807776"/>
          </a:xfrm>
        </p:spPr>
        <p:txBody>
          <a:bodyPr/>
          <a:lstStyle/>
          <a:p>
            <a:r>
              <a:rPr lang="en-PH" sz="2400" dirty="0">
                <a:latin typeface="Roboto Condensed" panose="02000000000000000000" pitchFamily="2" charset="0"/>
                <a:ea typeface="Roboto Condensed" panose="02000000000000000000" pitchFamily="2" charset="0"/>
                <a:cs typeface="Roboto Condensed" panose="02000000000000000000" pitchFamily="2" charset="0"/>
              </a:rPr>
              <a:t>Software is the intangible set of instructions that tells the hardware what to do.</a:t>
            </a:r>
          </a:p>
          <a:p>
            <a:pPr lvl="0"/>
            <a:r>
              <a:rPr lang="en-PH" sz="2400" b="1" dirty="0">
                <a:latin typeface="Roboto Condensed" panose="02000000000000000000" pitchFamily="2" charset="0"/>
                <a:ea typeface="Roboto Condensed" panose="02000000000000000000" pitchFamily="2" charset="0"/>
                <a:cs typeface="Roboto Condensed" panose="02000000000000000000" pitchFamily="2" charset="0"/>
              </a:rPr>
              <a:t>System Software:</a:t>
            </a:r>
            <a:r>
              <a:rPr lang="en-PH" sz="2400" dirty="0">
                <a:latin typeface="Roboto Condensed" panose="02000000000000000000" pitchFamily="2" charset="0"/>
                <a:ea typeface="Roboto Condensed" panose="02000000000000000000" pitchFamily="2" charset="0"/>
                <a:cs typeface="Roboto Condensed" panose="02000000000000000000" pitchFamily="2" charset="0"/>
              </a:rPr>
              <a:t> The core software that manages the hardware. The most important piece is the </a:t>
            </a:r>
            <a:r>
              <a:rPr lang="en-PH" sz="2400" b="1" dirty="0">
                <a:latin typeface="Roboto Condensed" panose="02000000000000000000" pitchFamily="2" charset="0"/>
                <a:ea typeface="Roboto Condensed" panose="02000000000000000000" pitchFamily="2" charset="0"/>
                <a:cs typeface="Roboto Condensed" panose="02000000000000000000" pitchFamily="2" charset="0"/>
              </a:rPr>
              <a:t>Operating System (OS)</a:t>
            </a:r>
            <a:r>
              <a:rPr lang="en-PH" sz="2400" dirty="0">
                <a:latin typeface="Roboto Condensed" panose="02000000000000000000" pitchFamily="2" charset="0"/>
                <a:ea typeface="Roboto Condensed" panose="02000000000000000000" pitchFamily="2" charset="0"/>
                <a:cs typeface="Roboto Condensed" panose="02000000000000000000" pitchFamily="2" charset="0"/>
              </a:rPr>
              <a:t> like Windows, macOS, or Linux. It acts as the middleman between your programs and the physical hardware.</a:t>
            </a:r>
          </a:p>
          <a:p>
            <a:pPr lvl="0"/>
            <a:r>
              <a:rPr lang="en-PH" sz="2400" b="1" dirty="0">
                <a:latin typeface="Roboto Condensed" panose="02000000000000000000" pitchFamily="2" charset="0"/>
                <a:ea typeface="Roboto Condensed" panose="02000000000000000000" pitchFamily="2" charset="0"/>
                <a:cs typeface="Roboto Condensed" panose="02000000000000000000" pitchFamily="2" charset="0"/>
              </a:rPr>
              <a:t>Application Software:</a:t>
            </a:r>
            <a:r>
              <a:rPr lang="en-PH" sz="2400" dirty="0">
                <a:latin typeface="Roboto Condensed" panose="02000000000000000000" pitchFamily="2" charset="0"/>
                <a:ea typeface="Roboto Condensed" panose="02000000000000000000" pitchFamily="2" charset="0"/>
                <a:cs typeface="Roboto Condensed" panose="02000000000000000000" pitchFamily="2" charset="0"/>
              </a:rPr>
              <a:t> The programs you use every day, like web browsers, video games, or word processors. As a programmer, this is usually what you are building.</a:t>
            </a:r>
          </a:p>
        </p:txBody>
      </p:sp>
    </p:spTree>
  </p:cSld>
  <p:clrMapOvr>
    <a:masterClrMapping/>
  </p:clrMapOvr>
  <p:transition>
    <p:fade thruBlk="1"/>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88">
          <a:extLst>
            <a:ext uri="{FF2B5EF4-FFF2-40B4-BE49-F238E27FC236}">
              <a16:creationId xmlns:a16="http://schemas.microsoft.com/office/drawing/2014/main" id="{ECE431FA-D8BA-305A-DFCC-62804A5DBEB0}"/>
            </a:ext>
          </a:extLst>
        </p:cNvPr>
        <p:cNvGrpSpPr/>
        <p:nvPr/>
      </p:nvGrpSpPr>
      <p:grpSpPr>
        <a:xfrm>
          <a:off x="0" y="0"/>
          <a:ext cx="0" cy="0"/>
          <a:chOff x="0" y="0"/>
          <a:chExt cx="0" cy="0"/>
        </a:xfrm>
      </p:grpSpPr>
      <p:sp>
        <p:nvSpPr>
          <p:cNvPr id="189" name="Google Shape;189;p12">
            <a:extLst>
              <a:ext uri="{FF2B5EF4-FFF2-40B4-BE49-F238E27FC236}">
                <a16:creationId xmlns:a16="http://schemas.microsoft.com/office/drawing/2014/main" id="{91DBA693-84C3-9FB9-9976-B1668A563F0D}"/>
              </a:ext>
            </a:extLst>
          </p:cNvPr>
          <p:cNvSpPr txBox="1">
            <a:spLocks noGrp="1"/>
          </p:cNvSpPr>
          <p:nvPr>
            <p:ph type="title"/>
          </p:nvPr>
        </p:nvSpPr>
        <p:spPr>
          <a:xfrm>
            <a:off x="814275" y="392575"/>
            <a:ext cx="5258400" cy="766200"/>
          </a:xfrm>
          <a:prstGeom prst="rect">
            <a:avLst/>
          </a:prstGeom>
        </p:spPr>
        <p:txBody>
          <a:bodyPr spcFirstLastPara="1" wrap="square" lIns="91425" tIns="91425" rIns="91425" bIns="91425" anchor="ctr" anchorCtr="0">
            <a:noAutofit/>
          </a:bodyPr>
          <a:lstStyle/>
          <a:p>
            <a:pPr lvl="0"/>
            <a:r>
              <a:rPr lang="en-PH" dirty="0"/>
              <a:t>Programming Tools</a:t>
            </a:r>
            <a:endParaRPr dirty="0">
              <a:solidFill>
                <a:schemeClr val="bg1">
                  <a:lumMod val="95000"/>
                </a:schemeClr>
              </a:solidFill>
            </a:endParaRPr>
          </a:p>
        </p:txBody>
      </p:sp>
      <p:sp>
        <p:nvSpPr>
          <p:cNvPr id="192" name="Google Shape;192;p12">
            <a:extLst>
              <a:ext uri="{FF2B5EF4-FFF2-40B4-BE49-F238E27FC236}">
                <a16:creationId xmlns:a16="http://schemas.microsoft.com/office/drawing/2014/main" id="{40DC9E8E-9B39-214B-D925-47B92F5B3FD7}"/>
              </a:ext>
            </a:extLst>
          </p:cNvPr>
          <p:cNvSpPr txBox="1">
            <a:spLocks noGrp="1"/>
          </p:cNvSpPr>
          <p:nvPr>
            <p:ph type="sldNum" idx="12"/>
          </p:nvPr>
        </p:nvSpPr>
        <p:spPr>
          <a:xfrm>
            <a:off x="7618000" y="4636500"/>
            <a:ext cx="1487400" cy="315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GB"/>
              <a:t>14</a:t>
            </a:fld>
            <a:endParaRPr lang="en-GB"/>
          </a:p>
        </p:txBody>
      </p:sp>
      <p:grpSp>
        <p:nvGrpSpPr>
          <p:cNvPr id="194" name="Google Shape;194;p12">
            <a:extLst>
              <a:ext uri="{FF2B5EF4-FFF2-40B4-BE49-F238E27FC236}">
                <a16:creationId xmlns:a16="http://schemas.microsoft.com/office/drawing/2014/main" id="{4EACB444-73A5-8492-17DF-1ABF94371434}"/>
              </a:ext>
            </a:extLst>
          </p:cNvPr>
          <p:cNvGrpSpPr/>
          <p:nvPr/>
        </p:nvGrpSpPr>
        <p:grpSpPr>
          <a:xfrm>
            <a:off x="293683" y="574116"/>
            <a:ext cx="309041" cy="403123"/>
            <a:chOff x="590250" y="244200"/>
            <a:chExt cx="407975" cy="532175"/>
          </a:xfrm>
        </p:grpSpPr>
        <p:sp>
          <p:nvSpPr>
            <p:cNvPr id="195" name="Google Shape;195;p12">
              <a:extLst>
                <a:ext uri="{FF2B5EF4-FFF2-40B4-BE49-F238E27FC236}">
                  <a16:creationId xmlns:a16="http://schemas.microsoft.com/office/drawing/2014/main" id="{D2782608-2143-EDA7-D683-ABBBA0F04305}"/>
                </a:ext>
              </a:extLst>
            </p:cNvPr>
            <p:cNvSpPr/>
            <p:nvPr/>
          </p:nvSpPr>
          <p:spPr>
            <a:xfrm>
              <a:off x="623125" y="313625"/>
              <a:ext cx="375100" cy="462750"/>
            </a:xfrm>
            <a:custGeom>
              <a:avLst/>
              <a:gdLst/>
              <a:ahLst/>
              <a:cxnLst/>
              <a:rect l="l" t="t" r="r" b="b"/>
              <a:pathLst>
                <a:path w="15004" h="18510" fill="none" extrusionOk="0">
                  <a:moveTo>
                    <a:pt x="1" y="17536"/>
                  </a:moveTo>
                  <a:lnTo>
                    <a:pt x="1" y="17536"/>
                  </a:lnTo>
                  <a:lnTo>
                    <a:pt x="1" y="17536"/>
                  </a:lnTo>
                  <a:lnTo>
                    <a:pt x="25" y="17682"/>
                  </a:lnTo>
                  <a:lnTo>
                    <a:pt x="49" y="17852"/>
                  </a:lnTo>
                  <a:lnTo>
                    <a:pt x="123" y="18023"/>
                  </a:lnTo>
                  <a:lnTo>
                    <a:pt x="220" y="18193"/>
                  </a:lnTo>
                  <a:lnTo>
                    <a:pt x="293" y="18291"/>
                  </a:lnTo>
                  <a:lnTo>
                    <a:pt x="390" y="18364"/>
                  </a:lnTo>
                  <a:lnTo>
                    <a:pt x="488" y="18412"/>
                  </a:lnTo>
                  <a:lnTo>
                    <a:pt x="610" y="18461"/>
                  </a:lnTo>
                  <a:lnTo>
                    <a:pt x="756" y="18510"/>
                  </a:lnTo>
                  <a:lnTo>
                    <a:pt x="926" y="18510"/>
                  </a:lnTo>
                  <a:lnTo>
                    <a:pt x="14468" y="18510"/>
                  </a:lnTo>
                  <a:lnTo>
                    <a:pt x="14468" y="18510"/>
                  </a:lnTo>
                  <a:lnTo>
                    <a:pt x="14541" y="18510"/>
                  </a:lnTo>
                  <a:lnTo>
                    <a:pt x="14614" y="18485"/>
                  </a:lnTo>
                  <a:lnTo>
                    <a:pt x="14736" y="18412"/>
                  </a:lnTo>
                  <a:lnTo>
                    <a:pt x="14833" y="18291"/>
                  </a:lnTo>
                  <a:lnTo>
                    <a:pt x="14906" y="18144"/>
                  </a:lnTo>
                  <a:lnTo>
                    <a:pt x="14955" y="17974"/>
                  </a:lnTo>
                  <a:lnTo>
                    <a:pt x="14979" y="17779"/>
                  </a:lnTo>
                  <a:lnTo>
                    <a:pt x="15003" y="17438"/>
                  </a:lnTo>
                  <a:lnTo>
                    <a:pt x="15003" y="487"/>
                  </a:lnTo>
                  <a:lnTo>
                    <a:pt x="15003" y="487"/>
                  </a:lnTo>
                  <a:lnTo>
                    <a:pt x="15003" y="341"/>
                  </a:lnTo>
                  <a:lnTo>
                    <a:pt x="14979" y="219"/>
                  </a:lnTo>
                  <a:lnTo>
                    <a:pt x="14955" y="146"/>
                  </a:lnTo>
                  <a:lnTo>
                    <a:pt x="14906" y="73"/>
                  </a:lnTo>
                  <a:lnTo>
                    <a:pt x="14833" y="49"/>
                  </a:lnTo>
                  <a:lnTo>
                    <a:pt x="14736" y="24"/>
                  </a:lnTo>
                  <a:lnTo>
                    <a:pt x="14468" y="0"/>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 name="Google Shape;196;p12">
              <a:extLst>
                <a:ext uri="{FF2B5EF4-FFF2-40B4-BE49-F238E27FC236}">
                  <a16:creationId xmlns:a16="http://schemas.microsoft.com/office/drawing/2014/main" id="{51AC040A-1BB2-F965-B46C-DE8228FE8F14}"/>
                </a:ext>
              </a:extLst>
            </p:cNvPr>
            <p:cNvSpPr/>
            <p:nvPr/>
          </p:nvSpPr>
          <p:spPr>
            <a:xfrm>
              <a:off x="590250" y="269775"/>
              <a:ext cx="377525" cy="462775"/>
            </a:xfrm>
            <a:custGeom>
              <a:avLst/>
              <a:gdLst/>
              <a:ahLst/>
              <a:cxnLst/>
              <a:rect l="l" t="t" r="r" b="b"/>
              <a:pathLst>
                <a:path w="15101" h="18511" fill="none" extrusionOk="0">
                  <a:moveTo>
                    <a:pt x="14321" y="0"/>
                  </a:moveTo>
                  <a:lnTo>
                    <a:pt x="780" y="0"/>
                  </a:lnTo>
                  <a:lnTo>
                    <a:pt x="780" y="0"/>
                  </a:lnTo>
                  <a:lnTo>
                    <a:pt x="634" y="25"/>
                  </a:lnTo>
                  <a:lnTo>
                    <a:pt x="488" y="74"/>
                  </a:lnTo>
                  <a:lnTo>
                    <a:pt x="342" y="122"/>
                  </a:lnTo>
                  <a:lnTo>
                    <a:pt x="220" y="220"/>
                  </a:lnTo>
                  <a:lnTo>
                    <a:pt x="122" y="341"/>
                  </a:lnTo>
                  <a:lnTo>
                    <a:pt x="74" y="488"/>
                  </a:lnTo>
                  <a:lnTo>
                    <a:pt x="25" y="634"/>
                  </a:lnTo>
                  <a:lnTo>
                    <a:pt x="1" y="780"/>
                  </a:lnTo>
                  <a:lnTo>
                    <a:pt x="1" y="17731"/>
                  </a:lnTo>
                  <a:lnTo>
                    <a:pt x="1" y="17731"/>
                  </a:lnTo>
                  <a:lnTo>
                    <a:pt x="25" y="17877"/>
                  </a:lnTo>
                  <a:lnTo>
                    <a:pt x="74" y="18023"/>
                  </a:lnTo>
                  <a:lnTo>
                    <a:pt x="122" y="18169"/>
                  </a:lnTo>
                  <a:lnTo>
                    <a:pt x="220" y="18291"/>
                  </a:lnTo>
                  <a:lnTo>
                    <a:pt x="342" y="18388"/>
                  </a:lnTo>
                  <a:lnTo>
                    <a:pt x="488" y="18437"/>
                  </a:lnTo>
                  <a:lnTo>
                    <a:pt x="634" y="18486"/>
                  </a:lnTo>
                  <a:lnTo>
                    <a:pt x="780" y="18510"/>
                  </a:lnTo>
                  <a:lnTo>
                    <a:pt x="14321" y="18510"/>
                  </a:lnTo>
                  <a:lnTo>
                    <a:pt x="14321" y="18510"/>
                  </a:lnTo>
                  <a:lnTo>
                    <a:pt x="14467" y="18486"/>
                  </a:lnTo>
                  <a:lnTo>
                    <a:pt x="14614" y="18437"/>
                  </a:lnTo>
                  <a:lnTo>
                    <a:pt x="14760" y="18388"/>
                  </a:lnTo>
                  <a:lnTo>
                    <a:pt x="14881" y="18291"/>
                  </a:lnTo>
                  <a:lnTo>
                    <a:pt x="14979" y="18169"/>
                  </a:lnTo>
                  <a:lnTo>
                    <a:pt x="15028" y="18023"/>
                  </a:lnTo>
                  <a:lnTo>
                    <a:pt x="15076" y="17877"/>
                  </a:lnTo>
                  <a:lnTo>
                    <a:pt x="15101" y="17731"/>
                  </a:lnTo>
                  <a:lnTo>
                    <a:pt x="15101" y="780"/>
                  </a:lnTo>
                  <a:lnTo>
                    <a:pt x="15101" y="780"/>
                  </a:lnTo>
                  <a:lnTo>
                    <a:pt x="15076" y="634"/>
                  </a:lnTo>
                  <a:lnTo>
                    <a:pt x="15028" y="488"/>
                  </a:lnTo>
                  <a:lnTo>
                    <a:pt x="14979" y="341"/>
                  </a:lnTo>
                  <a:lnTo>
                    <a:pt x="14881" y="220"/>
                  </a:lnTo>
                  <a:lnTo>
                    <a:pt x="14760" y="122"/>
                  </a:lnTo>
                  <a:lnTo>
                    <a:pt x="14614" y="74"/>
                  </a:lnTo>
                  <a:lnTo>
                    <a:pt x="14467" y="25"/>
                  </a:lnTo>
                  <a:lnTo>
                    <a:pt x="14321" y="0"/>
                  </a:lnTo>
                  <a:lnTo>
                    <a:pt x="14321" y="0"/>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 name="Google Shape;197;p12">
              <a:extLst>
                <a:ext uri="{FF2B5EF4-FFF2-40B4-BE49-F238E27FC236}">
                  <a16:creationId xmlns:a16="http://schemas.microsoft.com/office/drawing/2014/main" id="{4BCE0CC3-A133-4818-D1E3-F93DF39BBBCA}"/>
                </a:ext>
              </a:extLst>
            </p:cNvPr>
            <p:cNvSpPr/>
            <p:nvPr/>
          </p:nvSpPr>
          <p:spPr>
            <a:xfrm>
              <a:off x="796650" y="274025"/>
              <a:ext cx="45100" cy="45100"/>
            </a:xfrm>
            <a:custGeom>
              <a:avLst/>
              <a:gdLst/>
              <a:ahLst/>
              <a:cxnLst/>
              <a:rect l="l" t="t" r="r" b="b"/>
              <a:pathLst>
                <a:path w="1804" h="1804" fill="none" extrusionOk="0">
                  <a:moveTo>
                    <a:pt x="902" y="1"/>
                  </a:moveTo>
                  <a:lnTo>
                    <a:pt x="902" y="1"/>
                  </a:lnTo>
                  <a:lnTo>
                    <a:pt x="1073" y="25"/>
                  </a:lnTo>
                  <a:lnTo>
                    <a:pt x="1243" y="74"/>
                  </a:lnTo>
                  <a:lnTo>
                    <a:pt x="1414" y="147"/>
                  </a:lnTo>
                  <a:lnTo>
                    <a:pt x="1535" y="269"/>
                  </a:lnTo>
                  <a:lnTo>
                    <a:pt x="1657" y="391"/>
                  </a:lnTo>
                  <a:lnTo>
                    <a:pt x="1730" y="561"/>
                  </a:lnTo>
                  <a:lnTo>
                    <a:pt x="1779" y="732"/>
                  </a:lnTo>
                  <a:lnTo>
                    <a:pt x="1803" y="902"/>
                  </a:lnTo>
                  <a:lnTo>
                    <a:pt x="1803" y="902"/>
                  </a:lnTo>
                  <a:lnTo>
                    <a:pt x="1779" y="1073"/>
                  </a:lnTo>
                  <a:lnTo>
                    <a:pt x="1730" y="1243"/>
                  </a:lnTo>
                  <a:lnTo>
                    <a:pt x="1657" y="1414"/>
                  </a:lnTo>
                  <a:lnTo>
                    <a:pt x="1535" y="1535"/>
                  </a:lnTo>
                  <a:lnTo>
                    <a:pt x="1414" y="1657"/>
                  </a:lnTo>
                  <a:lnTo>
                    <a:pt x="1243" y="1730"/>
                  </a:lnTo>
                  <a:lnTo>
                    <a:pt x="1073" y="1779"/>
                  </a:lnTo>
                  <a:lnTo>
                    <a:pt x="902" y="1803"/>
                  </a:lnTo>
                  <a:lnTo>
                    <a:pt x="902" y="1803"/>
                  </a:lnTo>
                  <a:lnTo>
                    <a:pt x="732" y="1779"/>
                  </a:lnTo>
                  <a:lnTo>
                    <a:pt x="561" y="1730"/>
                  </a:lnTo>
                  <a:lnTo>
                    <a:pt x="391" y="1657"/>
                  </a:lnTo>
                  <a:lnTo>
                    <a:pt x="269" y="1535"/>
                  </a:lnTo>
                  <a:lnTo>
                    <a:pt x="147" y="1414"/>
                  </a:lnTo>
                  <a:lnTo>
                    <a:pt x="74" y="1243"/>
                  </a:lnTo>
                  <a:lnTo>
                    <a:pt x="25" y="1073"/>
                  </a:lnTo>
                  <a:lnTo>
                    <a:pt x="1" y="902"/>
                  </a:lnTo>
                  <a:lnTo>
                    <a:pt x="1" y="902"/>
                  </a:lnTo>
                  <a:lnTo>
                    <a:pt x="25" y="732"/>
                  </a:lnTo>
                  <a:lnTo>
                    <a:pt x="74" y="561"/>
                  </a:lnTo>
                  <a:lnTo>
                    <a:pt x="147" y="391"/>
                  </a:lnTo>
                  <a:lnTo>
                    <a:pt x="269" y="269"/>
                  </a:lnTo>
                  <a:lnTo>
                    <a:pt x="391" y="147"/>
                  </a:lnTo>
                  <a:lnTo>
                    <a:pt x="561" y="74"/>
                  </a:lnTo>
                  <a:lnTo>
                    <a:pt x="732" y="25"/>
                  </a:lnTo>
                  <a:lnTo>
                    <a:pt x="902" y="1"/>
                  </a:lnTo>
                  <a:lnTo>
                    <a:pt x="902" y="1"/>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 name="Google Shape;198;p12">
              <a:extLst>
                <a:ext uri="{FF2B5EF4-FFF2-40B4-BE49-F238E27FC236}">
                  <a16:creationId xmlns:a16="http://schemas.microsoft.com/office/drawing/2014/main" id="{3A03B8B9-50B5-9E2B-633F-72549E16284B}"/>
                </a:ext>
              </a:extLst>
            </p:cNvPr>
            <p:cNvSpPr/>
            <p:nvPr/>
          </p:nvSpPr>
          <p:spPr>
            <a:xfrm>
              <a:off x="713850" y="274025"/>
              <a:ext cx="45075" cy="45100"/>
            </a:xfrm>
            <a:custGeom>
              <a:avLst/>
              <a:gdLst/>
              <a:ahLst/>
              <a:cxnLst/>
              <a:rect l="l" t="t" r="r" b="b"/>
              <a:pathLst>
                <a:path w="1803" h="1804" fill="none" extrusionOk="0">
                  <a:moveTo>
                    <a:pt x="902" y="1"/>
                  </a:moveTo>
                  <a:lnTo>
                    <a:pt x="902" y="1"/>
                  </a:lnTo>
                  <a:lnTo>
                    <a:pt x="1072" y="25"/>
                  </a:lnTo>
                  <a:lnTo>
                    <a:pt x="1243" y="74"/>
                  </a:lnTo>
                  <a:lnTo>
                    <a:pt x="1413" y="147"/>
                  </a:lnTo>
                  <a:lnTo>
                    <a:pt x="1535" y="269"/>
                  </a:lnTo>
                  <a:lnTo>
                    <a:pt x="1657" y="391"/>
                  </a:lnTo>
                  <a:lnTo>
                    <a:pt x="1730" y="561"/>
                  </a:lnTo>
                  <a:lnTo>
                    <a:pt x="1779" y="732"/>
                  </a:lnTo>
                  <a:lnTo>
                    <a:pt x="1803" y="902"/>
                  </a:lnTo>
                  <a:lnTo>
                    <a:pt x="1803" y="902"/>
                  </a:lnTo>
                  <a:lnTo>
                    <a:pt x="1779" y="1073"/>
                  </a:lnTo>
                  <a:lnTo>
                    <a:pt x="1730" y="1243"/>
                  </a:lnTo>
                  <a:lnTo>
                    <a:pt x="1657" y="1414"/>
                  </a:lnTo>
                  <a:lnTo>
                    <a:pt x="1535" y="1535"/>
                  </a:lnTo>
                  <a:lnTo>
                    <a:pt x="1413" y="1657"/>
                  </a:lnTo>
                  <a:lnTo>
                    <a:pt x="1243" y="1730"/>
                  </a:lnTo>
                  <a:lnTo>
                    <a:pt x="1072" y="1779"/>
                  </a:lnTo>
                  <a:lnTo>
                    <a:pt x="902" y="1803"/>
                  </a:lnTo>
                  <a:lnTo>
                    <a:pt x="902" y="1803"/>
                  </a:lnTo>
                  <a:lnTo>
                    <a:pt x="731" y="1779"/>
                  </a:lnTo>
                  <a:lnTo>
                    <a:pt x="561" y="1730"/>
                  </a:lnTo>
                  <a:lnTo>
                    <a:pt x="390" y="1657"/>
                  </a:lnTo>
                  <a:lnTo>
                    <a:pt x="269" y="1535"/>
                  </a:lnTo>
                  <a:lnTo>
                    <a:pt x="147" y="1414"/>
                  </a:lnTo>
                  <a:lnTo>
                    <a:pt x="74" y="1243"/>
                  </a:lnTo>
                  <a:lnTo>
                    <a:pt x="25" y="1073"/>
                  </a:lnTo>
                  <a:lnTo>
                    <a:pt x="1" y="902"/>
                  </a:lnTo>
                  <a:lnTo>
                    <a:pt x="1" y="902"/>
                  </a:lnTo>
                  <a:lnTo>
                    <a:pt x="25" y="732"/>
                  </a:lnTo>
                  <a:lnTo>
                    <a:pt x="74" y="561"/>
                  </a:lnTo>
                  <a:lnTo>
                    <a:pt x="147" y="391"/>
                  </a:lnTo>
                  <a:lnTo>
                    <a:pt x="269" y="269"/>
                  </a:lnTo>
                  <a:lnTo>
                    <a:pt x="390" y="147"/>
                  </a:lnTo>
                  <a:lnTo>
                    <a:pt x="561" y="74"/>
                  </a:lnTo>
                  <a:lnTo>
                    <a:pt x="731" y="25"/>
                  </a:lnTo>
                  <a:lnTo>
                    <a:pt x="902" y="1"/>
                  </a:lnTo>
                  <a:lnTo>
                    <a:pt x="902" y="1"/>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 name="Google Shape;199;p12">
              <a:extLst>
                <a:ext uri="{FF2B5EF4-FFF2-40B4-BE49-F238E27FC236}">
                  <a16:creationId xmlns:a16="http://schemas.microsoft.com/office/drawing/2014/main" id="{F521560E-9A73-BC9B-FC5A-56FF536B9EFC}"/>
                </a:ext>
              </a:extLst>
            </p:cNvPr>
            <p:cNvSpPr/>
            <p:nvPr/>
          </p:nvSpPr>
          <p:spPr>
            <a:xfrm>
              <a:off x="631050" y="274025"/>
              <a:ext cx="45075" cy="45100"/>
            </a:xfrm>
            <a:custGeom>
              <a:avLst/>
              <a:gdLst/>
              <a:ahLst/>
              <a:cxnLst/>
              <a:rect l="l" t="t" r="r" b="b"/>
              <a:pathLst>
                <a:path w="1803" h="1804" fill="none" extrusionOk="0">
                  <a:moveTo>
                    <a:pt x="0" y="902"/>
                  </a:moveTo>
                  <a:lnTo>
                    <a:pt x="0" y="902"/>
                  </a:lnTo>
                  <a:lnTo>
                    <a:pt x="25" y="732"/>
                  </a:lnTo>
                  <a:lnTo>
                    <a:pt x="73" y="561"/>
                  </a:lnTo>
                  <a:lnTo>
                    <a:pt x="147" y="391"/>
                  </a:lnTo>
                  <a:lnTo>
                    <a:pt x="268" y="269"/>
                  </a:lnTo>
                  <a:lnTo>
                    <a:pt x="390" y="147"/>
                  </a:lnTo>
                  <a:lnTo>
                    <a:pt x="561" y="74"/>
                  </a:lnTo>
                  <a:lnTo>
                    <a:pt x="731" y="25"/>
                  </a:lnTo>
                  <a:lnTo>
                    <a:pt x="902" y="1"/>
                  </a:lnTo>
                  <a:lnTo>
                    <a:pt x="902" y="1"/>
                  </a:lnTo>
                  <a:lnTo>
                    <a:pt x="1072" y="25"/>
                  </a:lnTo>
                  <a:lnTo>
                    <a:pt x="1243" y="74"/>
                  </a:lnTo>
                  <a:lnTo>
                    <a:pt x="1413" y="147"/>
                  </a:lnTo>
                  <a:lnTo>
                    <a:pt x="1535" y="269"/>
                  </a:lnTo>
                  <a:lnTo>
                    <a:pt x="1657" y="391"/>
                  </a:lnTo>
                  <a:lnTo>
                    <a:pt x="1730" y="561"/>
                  </a:lnTo>
                  <a:lnTo>
                    <a:pt x="1778" y="732"/>
                  </a:lnTo>
                  <a:lnTo>
                    <a:pt x="1803" y="902"/>
                  </a:lnTo>
                  <a:lnTo>
                    <a:pt x="1803" y="902"/>
                  </a:lnTo>
                  <a:lnTo>
                    <a:pt x="1778" y="1073"/>
                  </a:lnTo>
                  <a:lnTo>
                    <a:pt x="1730" y="1243"/>
                  </a:lnTo>
                  <a:lnTo>
                    <a:pt x="1657" y="1414"/>
                  </a:lnTo>
                  <a:lnTo>
                    <a:pt x="1535" y="1535"/>
                  </a:lnTo>
                  <a:lnTo>
                    <a:pt x="1413" y="1657"/>
                  </a:lnTo>
                  <a:lnTo>
                    <a:pt x="1243" y="1730"/>
                  </a:lnTo>
                  <a:lnTo>
                    <a:pt x="1072" y="1779"/>
                  </a:lnTo>
                  <a:lnTo>
                    <a:pt x="902" y="1803"/>
                  </a:lnTo>
                  <a:lnTo>
                    <a:pt x="902" y="1803"/>
                  </a:lnTo>
                  <a:lnTo>
                    <a:pt x="731" y="1779"/>
                  </a:lnTo>
                  <a:lnTo>
                    <a:pt x="561" y="1730"/>
                  </a:lnTo>
                  <a:lnTo>
                    <a:pt x="390" y="1657"/>
                  </a:lnTo>
                  <a:lnTo>
                    <a:pt x="268" y="1535"/>
                  </a:lnTo>
                  <a:lnTo>
                    <a:pt x="147" y="1414"/>
                  </a:lnTo>
                  <a:lnTo>
                    <a:pt x="73" y="1243"/>
                  </a:lnTo>
                  <a:lnTo>
                    <a:pt x="25" y="1073"/>
                  </a:lnTo>
                  <a:lnTo>
                    <a:pt x="0" y="902"/>
                  </a:lnTo>
                  <a:lnTo>
                    <a:pt x="0" y="902"/>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 name="Google Shape;200;p12">
              <a:extLst>
                <a:ext uri="{FF2B5EF4-FFF2-40B4-BE49-F238E27FC236}">
                  <a16:creationId xmlns:a16="http://schemas.microsoft.com/office/drawing/2014/main" id="{90804F7E-262D-DA72-9542-FDEA25A8D3EC}"/>
                </a:ext>
              </a:extLst>
            </p:cNvPr>
            <p:cNvSpPr/>
            <p:nvPr/>
          </p:nvSpPr>
          <p:spPr>
            <a:xfrm>
              <a:off x="649925" y="590050"/>
              <a:ext cx="133975" cy="25"/>
            </a:xfrm>
            <a:custGeom>
              <a:avLst/>
              <a:gdLst/>
              <a:ahLst/>
              <a:cxnLst/>
              <a:rect l="l" t="t" r="r" b="b"/>
              <a:pathLst>
                <a:path w="5359" h="1" fill="none" extrusionOk="0">
                  <a:moveTo>
                    <a:pt x="5358" y="0"/>
                  </a:moveTo>
                  <a:lnTo>
                    <a:pt x="0" y="0"/>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 name="Google Shape;201;p12">
              <a:extLst>
                <a:ext uri="{FF2B5EF4-FFF2-40B4-BE49-F238E27FC236}">
                  <a16:creationId xmlns:a16="http://schemas.microsoft.com/office/drawing/2014/main" id="{993278C0-A5C9-12B2-74E3-8E8F86DF5E60}"/>
                </a:ext>
              </a:extLst>
            </p:cNvPr>
            <p:cNvSpPr/>
            <p:nvPr/>
          </p:nvSpPr>
          <p:spPr>
            <a:xfrm>
              <a:off x="649925" y="534625"/>
              <a:ext cx="255750" cy="25"/>
            </a:xfrm>
            <a:custGeom>
              <a:avLst/>
              <a:gdLst/>
              <a:ahLst/>
              <a:cxnLst/>
              <a:rect l="l" t="t" r="r" b="b"/>
              <a:pathLst>
                <a:path w="10230" h="1" fill="none" extrusionOk="0">
                  <a:moveTo>
                    <a:pt x="10229" y="1"/>
                  </a:moveTo>
                  <a:lnTo>
                    <a:pt x="0" y="1"/>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 name="Google Shape;202;p12">
              <a:extLst>
                <a:ext uri="{FF2B5EF4-FFF2-40B4-BE49-F238E27FC236}">
                  <a16:creationId xmlns:a16="http://schemas.microsoft.com/office/drawing/2014/main" id="{51663DED-7617-7FDE-7546-C32FB0DD09C0}"/>
                </a:ext>
              </a:extLst>
            </p:cNvPr>
            <p:cNvSpPr/>
            <p:nvPr/>
          </p:nvSpPr>
          <p:spPr>
            <a:xfrm>
              <a:off x="649925" y="479825"/>
              <a:ext cx="255750" cy="25"/>
            </a:xfrm>
            <a:custGeom>
              <a:avLst/>
              <a:gdLst/>
              <a:ahLst/>
              <a:cxnLst/>
              <a:rect l="l" t="t" r="r" b="b"/>
              <a:pathLst>
                <a:path w="10230" h="1" fill="none" extrusionOk="0">
                  <a:moveTo>
                    <a:pt x="10229" y="1"/>
                  </a:moveTo>
                  <a:lnTo>
                    <a:pt x="0" y="1"/>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 name="Google Shape;203;p12">
              <a:extLst>
                <a:ext uri="{FF2B5EF4-FFF2-40B4-BE49-F238E27FC236}">
                  <a16:creationId xmlns:a16="http://schemas.microsoft.com/office/drawing/2014/main" id="{D03FBDB6-CF13-8920-0EA7-855B98DC6539}"/>
                </a:ext>
              </a:extLst>
            </p:cNvPr>
            <p:cNvSpPr/>
            <p:nvPr/>
          </p:nvSpPr>
          <p:spPr>
            <a:xfrm>
              <a:off x="649925" y="424425"/>
              <a:ext cx="255750" cy="25"/>
            </a:xfrm>
            <a:custGeom>
              <a:avLst/>
              <a:gdLst/>
              <a:ahLst/>
              <a:cxnLst/>
              <a:rect l="l" t="t" r="r" b="b"/>
              <a:pathLst>
                <a:path w="10230" h="1" fill="none" extrusionOk="0">
                  <a:moveTo>
                    <a:pt x="10229" y="1"/>
                  </a:moveTo>
                  <a:lnTo>
                    <a:pt x="0" y="1"/>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 name="Google Shape;204;p12">
              <a:extLst>
                <a:ext uri="{FF2B5EF4-FFF2-40B4-BE49-F238E27FC236}">
                  <a16:creationId xmlns:a16="http://schemas.microsoft.com/office/drawing/2014/main" id="{73C87E31-D7A2-4144-44C9-4105FFB5F4DC}"/>
                </a:ext>
              </a:extLst>
            </p:cNvPr>
            <p:cNvSpPr/>
            <p:nvPr/>
          </p:nvSpPr>
          <p:spPr>
            <a:xfrm>
              <a:off x="879475" y="274025"/>
              <a:ext cx="45075" cy="45100"/>
            </a:xfrm>
            <a:custGeom>
              <a:avLst/>
              <a:gdLst/>
              <a:ahLst/>
              <a:cxnLst/>
              <a:rect l="l" t="t" r="r" b="b"/>
              <a:pathLst>
                <a:path w="1803" h="1804" fill="none" extrusionOk="0">
                  <a:moveTo>
                    <a:pt x="901" y="1803"/>
                  </a:moveTo>
                  <a:lnTo>
                    <a:pt x="901" y="1803"/>
                  </a:lnTo>
                  <a:lnTo>
                    <a:pt x="731" y="1779"/>
                  </a:lnTo>
                  <a:lnTo>
                    <a:pt x="560" y="1730"/>
                  </a:lnTo>
                  <a:lnTo>
                    <a:pt x="390" y="1657"/>
                  </a:lnTo>
                  <a:lnTo>
                    <a:pt x="268" y="1535"/>
                  </a:lnTo>
                  <a:lnTo>
                    <a:pt x="146" y="1414"/>
                  </a:lnTo>
                  <a:lnTo>
                    <a:pt x="73" y="1243"/>
                  </a:lnTo>
                  <a:lnTo>
                    <a:pt x="25" y="1073"/>
                  </a:lnTo>
                  <a:lnTo>
                    <a:pt x="0" y="902"/>
                  </a:lnTo>
                  <a:lnTo>
                    <a:pt x="0" y="902"/>
                  </a:lnTo>
                  <a:lnTo>
                    <a:pt x="25" y="732"/>
                  </a:lnTo>
                  <a:lnTo>
                    <a:pt x="73" y="561"/>
                  </a:lnTo>
                  <a:lnTo>
                    <a:pt x="146" y="391"/>
                  </a:lnTo>
                  <a:lnTo>
                    <a:pt x="268" y="269"/>
                  </a:lnTo>
                  <a:lnTo>
                    <a:pt x="390" y="147"/>
                  </a:lnTo>
                  <a:lnTo>
                    <a:pt x="560" y="74"/>
                  </a:lnTo>
                  <a:lnTo>
                    <a:pt x="731" y="25"/>
                  </a:lnTo>
                  <a:lnTo>
                    <a:pt x="901" y="1"/>
                  </a:lnTo>
                  <a:lnTo>
                    <a:pt x="901" y="1"/>
                  </a:lnTo>
                  <a:lnTo>
                    <a:pt x="1072" y="25"/>
                  </a:lnTo>
                  <a:lnTo>
                    <a:pt x="1242" y="74"/>
                  </a:lnTo>
                  <a:lnTo>
                    <a:pt x="1413" y="147"/>
                  </a:lnTo>
                  <a:lnTo>
                    <a:pt x="1535" y="269"/>
                  </a:lnTo>
                  <a:lnTo>
                    <a:pt x="1656" y="391"/>
                  </a:lnTo>
                  <a:lnTo>
                    <a:pt x="1729" y="561"/>
                  </a:lnTo>
                  <a:lnTo>
                    <a:pt x="1778" y="732"/>
                  </a:lnTo>
                  <a:lnTo>
                    <a:pt x="1802" y="902"/>
                  </a:lnTo>
                  <a:lnTo>
                    <a:pt x="1802" y="902"/>
                  </a:lnTo>
                  <a:lnTo>
                    <a:pt x="1778" y="1073"/>
                  </a:lnTo>
                  <a:lnTo>
                    <a:pt x="1729" y="1243"/>
                  </a:lnTo>
                  <a:lnTo>
                    <a:pt x="1656" y="1414"/>
                  </a:lnTo>
                  <a:lnTo>
                    <a:pt x="1535" y="1535"/>
                  </a:lnTo>
                  <a:lnTo>
                    <a:pt x="1413" y="1657"/>
                  </a:lnTo>
                  <a:lnTo>
                    <a:pt x="1242" y="1730"/>
                  </a:lnTo>
                  <a:lnTo>
                    <a:pt x="1072" y="1779"/>
                  </a:lnTo>
                  <a:lnTo>
                    <a:pt x="901" y="1803"/>
                  </a:lnTo>
                  <a:lnTo>
                    <a:pt x="901" y="1803"/>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 name="Google Shape;205;p12">
              <a:extLst>
                <a:ext uri="{FF2B5EF4-FFF2-40B4-BE49-F238E27FC236}">
                  <a16:creationId xmlns:a16="http://schemas.microsoft.com/office/drawing/2014/main" id="{3B545461-9A3F-7A26-8D1B-7699099911FB}"/>
                </a:ext>
              </a:extLst>
            </p:cNvPr>
            <p:cNvSpPr/>
            <p:nvPr/>
          </p:nvSpPr>
          <p:spPr>
            <a:xfrm>
              <a:off x="654800" y="244200"/>
              <a:ext cx="25" cy="51175"/>
            </a:xfrm>
            <a:custGeom>
              <a:avLst/>
              <a:gdLst/>
              <a:ahLst/>
              <a:cxnLst/>
              <a:rect l="l" t="t" r="r" b="b"/>
              <a:pathLst>
                <a:path w="1" h="2047" fill="none" extrusionOk="0">
                  <a:moveTo>
                    <a:pt x="0" y="1"/>
                  </a:moveTo>
                  <a:lnTo>
                    <a:pt x="0" y="2046"/>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 name="Google Shape;206;p12">
              <a:extLst>
                <a:ext uri="{FF2B5EF4-FFF2-40B4-BE49-F238E27FC236}">
                  <a16:creationId xmlns:a16="http://schemas.microsoft.com/office/drawing/2014/main" id="{019DBE3F-38B4-1129-D832-164EE4A5C120}"/>
                </a:ext>
              </a:extLst>
            </p:cNvPr>
            <p:cNvSpPr/>
            <p:nvPr/>
          </p:nvSpPr>
          <p:spPr>
            <a:xfrm>
              <a:off x="737600" y="244200"/>
              <a:ext cx="25" cy="51175"/>
            </a:xfrm>
            <a:custGeom>
              <a:avLst/>
              <a:gdLst/>
              <a:ahLst/>
              <a:cxnLst/>
              <a:rect l="l" t="t" r="r" b="b"/>
              <a:pathLst>
                <a:path w="1" h="2047" fill="none" extrusionOk="0">
                  <a:moveTo>
                    <a:pt x="1" y="1"/>
                  </a:moveTo>
                  <a:lnTo>
                    <a:pt x="1" y="2046"/>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 name="Google Shape;207;p12">
              <a:extLst>
                <a:ext uri="{FF2B5EF4-FFF2-40B4-BE49-F238E27FC236}">
                  <a16:creationId xmlns:a16="http://schemas.microsoft.com/office/drawing/2014/main" id="{30D09F37-DC2B-8990-4EEC-6920EE4166AE}"/>
                </a:ext>
              </a:extLst>
            </p:cNvPr>
            <p:cNvSpPr/>
            <p:nvPr/>
          </p:nvSpPr>
          <p:spPr>
            <a:xfrm>
              <a:off x="820400" y="244200"/>
              <a:ext cx="25" cy="51175"/>
            </a:xfrm>
            <a:custGeom>
              <a:avLst/>
              <a:gdLst/>
              <a:ahLst/>
              <a:cxnLst/>
              <a:rect l="l" t="t" r="r" b="b"/>
              <a:pathLst>
                <a:path w="1" h="2047" fill="none" extrusionOk="0">
                  <a:moveTo>
                    <a:pt x="1" y="1"/>
                  </a:moveTo>
                  <a:lnTo>
                    <a:pt x="1" y="2046"/>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 name="Google Shape;208;p12">
              <a:extLst>
                <a:ext uri="{FF2B5EF4-FFF2-40B4-BE49-F238E27FC236}">
                  <a16:creationId xmlns:a16="http://schemas.microsoft.com/office/drawing/2014/main" id="{81D9D107-9AFC-BC46-15F4-0D77851F65E8}"/>
                </a:ext>
              </a:extLst>
            </p:cNvPr>
            <p:cNvSpPr/>
            <p:nvPr/>
          </p:nvSpPr>
          <p:spPr>
            <a:xfrm>
              <a:off x="903225" y="244200"/>
              <a:ext cx="25" cy="51175"/>
            </a:xfrm>
            <a:custGeom>
              <a:avLst/>
              <a:gdLst/>
              <a:ahLst/>
              <a:cxnLst/>
              <a:rect l="l" t="t" r="r" b="b"/>
              <a:pathLst>
                <a:path w="1" h="2047" fill="none" extrusionOk="0">
                  <a:moveTo>
                    <a:pt x="0" y="1"/>
                  </a:moveTo>
                  <a:lnTo>
                    <a:pt x="0" y="2046"/>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5" name="Text Placeholder 4">
            <a:extLst>
              <a:ext uri="{FF2B5EF4-FFF2-40B4-BE49-F238E27FC236}">
                <a16:creationId xmlns:a16="http://schemas.microsoft.com/office/drawing/2014/main" id="{B4C4C60A-DD5B-D7F0-8984-5EC908E17811}"/>
              </a:ext>
            </a:extLst>
          </p:cNvPr>
          <p:cNvSpPr>
            <a:spLocks noGrp="1"/>
          </p:cNvSpPr>
          <p:nvPr>
            <p:ph type="body" idx="2"/>
          </p:nvPr>
        </p:nvSpPr>
        <p:spPr>
          <a:xfrm>
            <a:off x="58906" y="1238541"/>
            <a:ext cx="5691106" cy="2807776"/>
          </a:xfrm>
        </p:spPr>
        <p:txBody>
          <a:bodyPr/>
          <a:lstStyle/>
          <a:p>
            <a:r>
              <a:rPr lang="en-PH" sz="2100" dirty="0">
                <a:latin typeface="Roboto Condensed" panose="02000000000000000000" pitchFamily="2" charset="0"/>
                <a:ea typeface="Roboto Condensed" panose="02000000000000000000" pitchFamily="2" charset="0"/>
                <a:cs typeface="Roboto Condensed" panose="02000000000000000000" pitchFamily="2" charset="0"/>
              </a:rPr>
              <a:t>Text Editors and IDEs</a:t>
            </a:r>
          </a:p>
          <a:p>
            <a:pPr lvl="0"/>
            <a:r>
              <a:rPr lang="en-PH" sz="2100" b="1" dirty="0">
                <a:latin typeface="Roboto Condensed" panose="02000000000000000000" pitchFamily="2" charset="0"/>
                <a:ea typeface="Roboto Condensed" panose="02000000000000000000" pitchFamily="2" charset="0"/>
                <a:cs typeface="Roboto Condensed" panose="02000000000000000000" pitchFamily="2" charset="0"/>
              </a:rPr>
              <a:t>Text Editor:</a:t>
            </a:r>
            <a:r>
              <a:rPr lang="en-PH" sz="2100" dirty="0">
                <a:latin typeface="Roboto Condensed" panose="02000000000000000000" pitchFamily="2" charset="0"/>
                <a:ea typeface="Roboto Condensed" panose="02000000000000000000" pitchFamily="2" charset="0"/>
                <a:cs typeface="Roboto Condensed" panose="02000000000000000000" pitchFamily="2" charset="0"/>
              </a:rPr>
              <a:t> A simple program for writing text. You could technically write code in Notepad, but it wouldn't be very helpful. </a:t>
            </a:r>
          </a:p>
          <a:p>
            <a:pPr lvl="0"/>
            <a:r>
              <a:rPr lang="en-PH" sz="2100" dirty="0">
                <a:latin typeface="Roboto Condensed" panose="02000000000000000000" pitchFamily="2" charset="0"/>
                <a:ea typeface="Roboto Condensed" panose="02000000000000000000" pitchFamily="2" charset="0"/>
                <a:cs typeface="Roboto Condensed" panose="02000000000000000000" pitchFamily="2" charset="0"/>
              </a:rPr>
              <a:t>Modern code editors (like VS Code or Sublime Text) are designed specifically for coding, offering features like color-coding your text so it's easier to read.</a:t>
            </a:r>
          </a:p>
          <a:p>
            <a:endParaRPr lang="en-PH" sz="2100" dirty="0">
              <a:latin typeface="Roboto Condensed" panose="02000000000000000000" pitchFamily="2" charset="0"/>
              <a:ea typeface="Roboto Condensed" panose="02000000000000000000" pitchFamily="2" charset="0"/>
              <a:cs typeface="Roboto Condensed" panose="02000000000000000000" pitchFamily="2" charset="0"/>
            </a:endParaRPr>
          </a:p>
        </p:txBody>
      </p:sp>
      <p:pic>
        <p:nvPicPr>
          <p:cNvPr id="3" name="Picture 2">
            <a:extLst>
              <a:ext uri="{FF2B5EF4-FFF2-40B4-BE49-F238E27FC236}">
                <a16:creationId xmlns:a16="http://schemas.microsoft.com/office/drawing/2014/main" id="{321602F9-48A9-A0CB-EBFB-0EBF054CC1BA}"/>
              </a:ext>
            </a:extLst>
          </p:cNvPr>
          <p:cNvPicPr>
            <a:picLocks noChangeAspect="1"/>
          </p:cNvPicPr>
          <p:nvPr/>
        </p:nvPicPr>
        <p:blipFill>
          <a:blip r:embed="rId3"/>
          <a:stretch>
            <a:fillRect/>
          </a:stretch>
        </p:blipFill>
        <p:spPr>
          <a:xfrm>
            <a:off x="7144184" y="1407378"/>
            <a:ext cx="889963" cy="827142"/>
          </a:xfrm>
          <a:prstGeom prst="rect">
            <a:avLst/>
          </a:prstGeom>
        </p:spPr>
      </p:pic>
      <p:pic>
        <p:nvPicPr>
          <p:cNvPr id="5" name="Picture 4">
            <a:extLst>
              <a:ext uri="{FF2B5EF4-FFF2-40B4-BE49-F238E27FC236}">
                <a16:creationId xmlns:a16="http://schemas.microsoft.com/office/drawing/2014/main" id="{087C3D4E-9B7C-490E-FF4B-B3A1DEF8434F}"/>
              </a:ext>
            </a:extLst>
          </p:cNvPr>
          <p:cNvPicPr>
            <a:picLocks noChangeAspect="1"/>
          </p:cNvPicPr>
          <p:nvPr/>
        </p:nvPicPr>
        <p:blipFill>
          <a:blip r:embed="rId4"/>
          <a:stretch>
            <a:fillRect/>
          </a:stretch>
        </p:blipFill>
        <p:spPr>
          <a:xfrm>
            <a:off x="6246400" y="1407378"/>
            <a:ext cx="846378" cy="827142"/>
          </a:xfrm>
          <a:prstGeom prst="rect">
            <a:avLst/>
          </a:prstGeom>
        </p:spPr>
      </p:pic>
      <p:pic>
        <p:nvPicPr>
          <p:cNvPr id="7" name="Picture 6">
            <a:extLst>
              <a:ext uri="{FF2B5EF4-FFF2-40B4-BE49-F238E27FC236}">
                <a16:creationId xmlns:a16="http://schemas.microsoft.com/office/drawing/2014/main" id="{3FAD45B1-4929-1D89-9570-7794CCE12E55}"/>
              </a:ext>
            </a:extLst>
          </p:cNvPr>
          <p:cNvPicPr>
            <a:picLocks noChangeAspect="1"/>
          </p:cNvPicPr>
          <p:nvPr/>
        </p:nvPicPr>
        <p:blipFill>
          <a:blip r:embed="rId5"/>
          <a:stretch>
            <a:fillRect/>
          </a:stretch>
        </p:blipFill>
        <p:spPr>
          <a:xfrm>
            <a:off x="8087808" y="1407378"/>
            <a:ext cx="947792" cy="905141"/>
          </a:xfrm>
          <a:prstGeom prst="rect">
            <a:avLst/>
          </a:prstGeom>
        </p:spPr>
      </p:pic>
      <p:pic>
        <p:nvPicPr>
          <p:cNvPr id="9" name="Picture 8">
            <a:extLst>
              <a:ext uri="{FF2B5EF4-FFF2-40B4-BE49-F238E27FC236}">
                <a16:creationId xmlns:a16="http://schemas.microsoft.com/office/drawing/2014/main" id="{60156716-FDE1-1C3E-78AA-23CE6CAF3336}"/>
              </a:ext>
            </a:extLst>
          </p:cNvPr>
          <p:cNvPicPr>
            <a:picLocks noChangeAspect="1"/>
          </p:cNvPicPr>
          <p:nvPr/>
        </p:nvPicPr>
        <p:blipFill>
          <a:blip r:embed="rId6"/>
          <a:stretch>
            <a:fillRect/>
          </a:stretch>
        </p:blipFill>
        <p:spPr>
          <a:xfrm>
            <a:off x="6201539" y="2347152"/>
            <a:ext cx="2095515" cy="590554"/>
          </a:xfrm>
          <a:prstGeom prst="rect">
            <a:avLst/>
          </a:prstGeom>
        </p:spPr>
      </p:pic>
      <p:pic>
        <p:nvPicPr>
          <p:cNvPr id="11" name="Picture 10">
            <a:extLst>
              <a:ext uri="{FF2B5EF4-FFF2-40B4-BE49-F238E27FC236}">
                <a16:creationId xmlns:a16="http://schemas.microsoft.com/office/drawing/2014/main" id="{E8880208-286A-E2B7-FD6E-3A48A03414F2}"/>
              </a:ext>
            </a:extLst>
          </p:cNvPr>
          <p:cNvPicPr>
            <a:picLocks noChangeAspect="1"/>
          </p:cNvPicPr>
          <p:nvPr/>
        </p:nvPicPr>
        <p:blipFill>
          <a:blip r:embed="rId7"/>
          <a:stretch>
            <a:fillRect/>
          </a:stretch>
        </p:blipFill>
        <p:spPr>
          <a:xfrm>
            <a:off x="5704612" y="3108528"/>
            <a:ext cx="3439388" cy="766200"/>
          </a:xfrm>
          <a:prstGeom prst="rect">
            <a:avLst/>
          </a:prstGeom>
        </p:spPr>
      </p:pic>
    </p:spTree>
    <p:extLst>
      <p:ext uri="{BB962C8B-B14F-4D97-AF65-F5344CB8AC3E}">
        <p14:creationId xmlns:p14="http://schemas.microsoft.com/office/powerpoint/2010/main" val="3516420996"/>
      </p:ext>
    </p:extLst>
  </p:cSld>
  <p:clrMapOvr>
    <a:masterClrMapping/>
  </p:clrMapOvr>
  <p:transition>
    <p:fade thruBlk="1"/>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88">
          <a:extLst>
            <a:ext uri="{FF2B5EF4-FFF2-40B4-BE49-F238E27FC236}">
              <a16:creationId xmlns:a16="http://schemas.microsoft.com/office/drawing/2014/main" id="{2E588B39-4AFF-5AD8-A517-DDC5539F7620}"/>
            </a:ext>
          </a:extLst>
        </p:cNvPr>
        <p:cNvGrpSpPr/>
        <p:nvPr/>
      </p:nvGrpSpPr>
      <p:grpSpPr>
        <a:xfrm>
          <a:off x="0" y="0"/>
          <a:ext cx="0" cy="0"/>
          <a:chOff x="0" y="0"/>
          <a:chExt cx="0" cy="0"/>
        </a:xfrm>
      </p:grpSpPr>
      <p:sp>
        <p:nvSpPr>
          <p:cNvPr id="189" name="Google Shape;189;p12">
            <a:extLst>
              <a:ext uri="{FF2B5EF4-FFF2-40B4-BE49-F238E27FC236}">
                <a16:creationId xmlns:a16="http://schemas.microsoft.com/office/drawing/2014/main" id="{930D4AD2-58CD-2166-0C75-FD93142BB20D}"/>
              </a:ext>
            </a:extLst>
          </p:cNvPr>
          <p:cNvSpPr txBox="1">
            <a:spLocks noGrp="1"/>
          </p:cNvSpPr>
          <p:nvPr>
            <p:ph type="title"/>
          </p:nvPr>
        </p:nvSpPr>
        <p:spPr>
          <a:xfrm>
            <a:off x="814275" y="392575"/>
            <a:ext cx="5258400" cy="766200"/>
          </a:xfrm>
          <a:prstGeom prst="rect">
            <a:avLst/>
          </a:prstGeom>
        </p:spPr>
        <p:txBody>
          <a:bodyPr spcFirstLastPara="1" wrap="square" lIns="91425" tIns="91425" rIns="91425" bIns="91425" anchor="ctr" anchorCtr="0">
            <a:noAutofit/>
          </a:bodyPr>
          <a:lstStyle/>
          <a:p>
            <a:pPr lvl="0"/>
            <a:r>
              <a:rPr lang="en-PH" dirty="0"/>
              <a:t>Programming Tools</a:t>
            </a:r>
            <a:endParaRPr dirty="0">
              <a:solidFill>
                <a:schemeClr val="bg1">
                  <a:lumMod val="95000"/>
                </a:schemeClr>
              </a:solidFill>
            </a:endParaRPr>
          </a:p>
        </p:txBody>
      </p:sp>
      <p:sp>
        <p:nvSpPr>
          <p:cNvPr id="192" name="Google Shape;192;p12">
            <a:extLst>
              <a:ext uri="{FF2B5EF4-FFF2-40B4-BE49-F238E27FC236}">
                <a16:creationId xmlns:a16="http://schemas.microsoft.com/office/drawing/2014/main" id="{3F23BAD2-7F5A-6038-70A7-B949527B13A7}"/>
              </a:ext>
            </a:extLst>
          </p:cNvPr>
          <p:cNvSpPr txBox="1">
            <a:spLocks noGrp="1"/>
          </p:cNvSpPr>
          <p:nvPr>
            <p:ph type="sldNum" idx="12"/>
          </p:nvPr>
        </p:nvSpPr>
        <p:spPr>
          <a:xfrm>
            <a:off x="7618000" y="4636500"/>
            <a:ext cx="1487400" cy="315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GB"/>
              <a:t>15</a:t>
            </a:fld>
            <a:endParaRPr lang="en-GB"/>
          </a:p>
        </p:txBody>
      </p:sp>
      <p:grpSp>
        <p:nvGrpSpPr>
          <p:cNvPr id="194" name="Google Shape;194;p12">
            <a:extLst>
              <a:ext uri="{FF2B5EF4-FFF2-40B4-BE49-F238E27FC236}">
                <a16:creationId xmlns:a16="http://schemas.microsoft.com/office/drawing/2014/main" id="{B76C2942-98B8-B441-DC68-CC7415823917}"/>
              </a:ext>
            </a:extLst>
          </p:cNvPr>
          <p:cNvGrpSpPr/>
          <p:nvPr/>
        </p:nvGrpSpPr>
        <p:grpSpPr>
          <a:xfrm>
            <a:off x="293683" y="574116"/>
            <a:ext cx="309041" cy="403123"/>
            <a:chOff x="590250" y="244200"/>
            <a:chExt cx="407975" cy="532175"/>
          </a:xfrm>
        </p:grpSpPr>
        <p:sp>
          <p:nvSpPr>
            <p:cNvPr id="195" name="Google Shape;195;p12">
              <a:extLst>
                <a:ext uri="{FF2B5EF4-FFF2-40B4-BE49-F238E27FC236}">
                  <a16:creationId xmlns:a16="http://schemas.microsoft.com/office/drawing/2014/main" id="{0C81F4C7-53A5-4BC3-F59B-7DB44D9C3A13}"/>
                </a:ext>
              </a:extLst>
            </p:cNvPr>
            <p:cNvSpPr/>
            <p:nvPr/>
          </p:nvSpPr>
          <p:spPr>
            <a:xfrm>
              <a:off x="623125" y="313625"/>
              <a:ext cx="375100" cy="462750"/>
            </a:xfrm>
            <a:custGeom>
              <a:avLst/>
              <a:gdLst/>
              <a:ahLst/>
              <a:cxnLst/>
              <a:rect l="l" t="t" r="r" b="b"/>
              <a:pathLst>
                <a:path w="15004" h="18510" fill="none" extrusionOk="0">
                  <a:moveTo>
                    <a:pt x="1" y="17536"/>
                  </a:moveTo>
                  <a:lnTo>
                    <a:pt x="1" y="17536"/>
                  </a:lnTo>
                  <a:lnTo>
                    <a:pt x="1" y="17536"/>
                  </a:lnTo>
                  <a:lnTo>
                    <a:pt x="25" y="17682"/>
                  </a:lnTo>
                  <a:lnTo>
                    <a:pt x="49" y="17852"/>
                  </a:lnTo>
                  <a:lnTo>
                    <a:pt x="123" y="18023"/>
                  </a:lnTo>
                  <a:lnTo>
                    <a:pt x="220" y="18193"/>
                  </a:lnTo>
                  <a:lnTo>
                    <a:pt x="293" y="18291"/>
                  </a:lnTo>
                  <a:lnTo>
                    <a:pt x="390" y="18364"/>
                  </a:lnTo>
                  <a:lnTo>
                    <a:pt x="488" y="18412"/>
                  </a:lnTo>
                  <a:lnTo>
                    <a:pt x="610" y="18461"/>
                  </a:lnTo>
                  <a:lnTo>
                    <a:pt x="756" y="18510"/>
                  </a:lnTo>
                  <a:lnTo>
                    <a:pt x="926" y="18510"/>
                  </a:lnTo>
                  <a:lnTo>
                    <a:pt x="14468" y="18510"/>
                  </a:lnTo>
                  <a:lnTo>
                    <a:pt x="14468" y="18510"/>
                  </a:lnTo>
                  <a:lnTo>
                    <a:pt x="14541" y="18510"/>
                  </a:lnTo>
                  <a:lnTo>
                    <a:pt x="14614" y="18485"/>
                  </a:lnTo>
                  <a:lnTo>
                    <a:pt x="14736" y="18412"/>
                  </a:lnTo>
                  <a:lnTo>
                    <a:pt x="14833" y="18291"/>
                  </a:lnTo>
                  <a:lnTo>
                    <a:pt x="14906" y="18144"/>
                  </a:lnTo>
                  <a:lnTo>
                    <a:pt x="14955" y="17974"/>
                  </a:lnTo>
                  <a:lnTo>
                    <a:pt x="14979" y="17779"/>
                  </a:lnTo>
                  <a:lnTo>
                    <a:pt x="15003" y="17438"/>
                  </a:lnTo>
                  <a:lnTo>
                    <a:pt x="15003" y="487"/>
                  </a:lnTo>
                  <a:lnTo>
                    <a:pt x="15003" y="487"/>
                  </a:lnTo>
                  <a:lnTo>
                    <a:pt x="15003" y="341"/>
                  </a:lnTo>
                  <a:lnTo>
                    <a:pt x="14979" y="219"/>
                  </a:lnTo>
                  <a:lnTo>
                    <a:pt x="14955" y="146"/>
                  </a:lnTo>
                  <a:lnTo>
                    <a:pt x="14906" y="73"/>
                  </a:lnTo>
                  <a:lnTo>
                    <a:pt x="14833" y="49"/>
                  </a:lnTo>
                  <a:lnTo>
                    <a:pt x="14736" y="24"/>
                  </a:lnTo>
                  <a:lnTo>
                    <a:pt x="14468" y="0"/>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 name="Google Shape;196;p12">
              <a:extLst>
                <a:ext uri="{FF2B5EF4-FFF2-40B4-BE49-F238E27FC236}">
                  <a16:creationId xmlns:a16="http://schemas.microsoft.com/office/drawing/2014/main" id="{CD7F5223-542A-22EC-CDD7-CE76EAF06CA3}"/>
                </a:ext>
              </a:extLst>
            </p:cNvPr>
            <p:cNvSpPr/>
            <p:nvPr/>
          </p:nvSpPr>
          <p:spPr>
            <a:xfrm>
              <a:off x="590250" y="269775"/>
              <a:ext cx="377525" cy="462775"/>
            </a:xfrm>
            <a:custGeom>
              <a:avLst/>
              <a:gdLst/>
              <a:ahLst/>
              <a:cxnLst/>
              <a:rect l="l" t="t" r="r" b="b"/>
              <a:pathLst>
                <a:path w="15101" h="18511" fill="none" extrusionOk="0">
                  <a:moveTo>
                    <a:pt x="14321" y="0"/>
                  </a:moveTo>
                  <a:lnTo>
                    <a:pt x="780" y="0"/>
                  </a:lnTo>
                  <a:lnTo>
                    <a:pt x="780" y="0"/>
                  </a:lnTo>
                  <a:lnTo>
                    <a:pt x="634" y="25"/>
                  </a:lnTo>
                  <a:lnTo>
                    <a:pt x="488" y="74"/>
                  </a:lnTo>
                  <a:lnTo>
                    <a:pt x="342" y="122"/>
                  </a:lnTo>
                  <a:lnTo>
                    <a:pt x="220" y="220"/>
                  </a:lnTo>
                  <a:lnTo>
                    <a:pt x="122" y="341"/>
                  </a:lnTo>
                  <a:lnTo>
                    <a:pt x="74" y="488"/>
                  </a:lnTo>
                  <a:lnTo>
                    <a:pt x="25" y="634"/>
                  </a:lnTo>
                  <a:lnTo>
                    <a:pt x="1" y="780"/>
                  </a:lnTo>
                  <a:lnTo>
                    <a:pt x="1" y="17731"/>
                  </a:lnTo>
                  <a:lnTo>
                    <a:pt x="1" y="17731"/>
                  </a:lnTo>
                  <a:lnTo>
                    <a:pt x="25" y="17877"/>
                  </a:lnTo>
                  <a:lnTo>
                    <a:pt x="74" y="18023"/>
                  </a:lnTo>
                  <a:lnTo>
                    <a:pt x="122" y="18169"/>
                  </a:lnTo>
                  <a:lnTo>
                    <a:pt x="220" y="18291"/>
                  </a:lnTo>
                  <a:lnTo>
                    <a:pt x="342" y="18388"/>
                  </a:lnTo>
                  <a:lnTo>
                    <a:pt x="488" y="18437"/>
                  </a:lnTo>
                  <a:lnTo>
                    <a:pt x="634" y="18486"/>
                  </a:lnTo>
                  <a:lnTo>
                    <a:pt x="780" y="18510"/>
                  </a:lnTo>
                  <a:lnTo>
                    <a:pt x="14321" y="18510"/>
                  </a:lnTo>
                  <a:lnTo>
                    <a:pt x="14321" y="18510"/>
                  </a:lnTo>
                  <a:lnTo>
                    <a:pt x="14467" y="18486"/>
                  </a:lnTo>
                  <a:lnTo>
                    <a:pt x="14614" y="18437"/>
                  </a:lnTo>
                  <a:lnTo>
                    <a:pt x="14760" y="18388"/>
                  </a:lnTo>
                  <a:lnTo>
                    <a:pt x="14881" y="18291"/>
                  </a:lnTo>
                  <a:lnTo>
                    <a:pt x="14979" y="18169"/>
                  </a:lnTo>
                  <a:lnTo>
                    <a:pt x="15028" y="18023"/>
                  </a:lnTo>
                  <a:lnTo>
                    <a:pt x="15076" y="17877"/>
                  </a:lnTo>
                  <a:lnTo>
                    <a:pt x="15101" y="17731"/>
                  </a:lnTo>
                  <a:lnTo>
                    <a:pt x="15101" y="780"/>
                  </a:lnTo>
                  <a:lnTo>
                    <a:pt x="15101" y="780"/>
                  </a:lnTo>
                  <a:lnTo>
                    <a:pt x="15076" y="634"/>
                  </a:lnTo>
                  <a:lnTo>
                    <a:pt x="15028" y="488"/>
                  </a:lnTo>
                  <a:lnTo>
                    <a:pt x="14979" y="341"/>
                  </a:lnTo>
                  <a:lnTo>
                    <a:pt x="14881" y="220"/>
                  </a:lnTo>
                  <a:lnTo>
                    <a:pt x="14760" y="122"/>
                  </a:lnTo>
                  <a:lnTo>
                    <a:pt x="14614" y="74"/>
                  </a:lnTo>
                  <a:lnTo>
                    <a:pt x="14467" y="25"/>
                  </a:lnTo>
                  <a:lnTo>
                    <a:pt x="14321" y="0"/>
                  </a:lnTo>
                  <a:lnTo>
                    <a:pt x="14321" y="0"/>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 name="Google Shape;197;p12">
              <a:extLst>
                <a:ext uri="{FF2B5EF4-FFF2-40B4-BE49-F238E27FC236}">
                  <a16:creationId xmlns:a16="http://schemas.microsoft.com/office/drawing/2014/main" id="{ED3DC225-6DB0-4C4C-EBD9-1DB913878C43}"/>
                </a:ext>
              </a:extLst>
            </p:cNvPr>
            <p:cNvSpPr/>
            <p:nvPr/>
          </p:nvSpPr>
          <p:spPr>
            <a:xfrm>
              <a:off x="796650" y="274025"/>
              <a:ext cx="45100" cy="45100"/>
            </a:xfrm>
            <a:custGeom>
              <a:avLst/>
              <a:gdLst/>
              <a:ahLst/>
              <a:cxnLst/>
              <a:rect l="l" t="t" r="r" b="b"/>
              <a:pathLst>
                <a:path w="1804" h="1804" fill="none" extrusionOk="0">
                  <a:moveTo>
                    <a:pt x="902" y="1"/>
                  </a:moveTo>
                  <a:lnTo>
                    <a:pt x="902" y="1"/>
                  </a:lnTo>
                  <a:lnTo>
                    <a:pt x="1073" y="25"/>
                  </a:lnTo>
                  <a:lnTo>
                    <a:pt x="1243" y="74"/>
                  </a:lnTo>
                  <a:lnTo>
                    <a:pt x="1414" y="147"/>
                  </a:lnTo>
                  <a:lnTo>
                    <a:pt x="1535" y="269"/>
                  </a:lnTo>
                  <a:lnTo>
                    <a:pt x="1657" y="391"/>
                  </a:lnTo>
                  <a:lnTo>
                    <a:pt x="1730" y="561"/>
                  </a:lnTo>
                  <a:lnTo>
                    <a:pt x="1779" y="732"/>
                  </a:lnTo>
                  <a:lnTo>
                    <a:pt x="1803" y="902"/>
                  </a:lnTo>
                  <a:lnTo>
                    <a:pt x="1803" y="902"/>
                  </a:lnTo>
                  <a:lnTo>
                    <a:pt x="1779" y="1073"/>
                  </a:lnTo>
                  <a:lnTo>
                    <a:pt x="1730" y="1243"/>
                  </a:lnTo>
                  <a:lnTo>
                    <a:pt x="1657" y="1414"/>
                  </a:lnTo>
                  <a:lnTo>
                    <a:pt x="1535" y="1535"/>
                  </a:lnTo>
                  <a:lnTo>
                    <a:pt x="1414" y="1657"/>
                  </a:lnTo>
                  <a:lnTo>
                    <a:pt x="1243" y="1730"/>
                  </a:lnTo>
                  <a:lnTo>
                    <a:pt x="1073" y="1779"/>
                  </a:lnTo>
                  <a:lnTo>
                    <a:pt x="902" y="1803"/>
                  </a:lnTo>
                  <a:lnTo>
                    <a:pt x="902" y="1803"/>
                  </a:lnTo>
                  <a:lnTo>
                    <a:pt x="732" y="1779"/>
                  </a:lnTo>
                  <a:lnTo>
                    <a:pt x="561" y="1730"/>
                  </a:lnTo>
                  <a:lnTo>
                    <a:pt x="391" y="1657"/>
                  </a:lnTo>
                  <a:lnTo>
                    <a:pt x="269" y="1535"/>
                  </a:lnTo>
                  <a:lnTo>
                    <a:pt x="147" y="1414"/>
                  </a:lnTo>
                  <a:lnTo>
                    <a:pt x="74" y="1243"/>
                  </a:lnTo>
                  <a:lnTo>
                    <a:pt x="25" y="1073"/>
                  </a:lnTo>
                  <a:lnTo>
                    <a:pt x="1" y="902"/>
                  </a:lnTo>
                  <a:lnTo>
                    <a:pt x="1" y="902"/>
                  </a:lnTo>
                  <a:lnTo>
                    <a:pt x="25" y="732"/>
                  </a:lnTo>
                  <a:lnTo>
                    <a:pt x="74" y="561"/>
                  </a:lnTo>
                  <a:lnTo>
                    <a:pt x="147" y="391"/>
                  </a:lnTo>
                  <a:lnTo>
                    <a:pt x="269" y="269"/>
                  </a:lnTo>
                  <a:lnTo>
                    <a:pt x="391" y="147"/>
                  </a:lnTo>
                  <a:lnTo>
                    <a:pt x="561" y="74"/>
                  </a:lnTo>
                  <a:lnTo>
                    <a:pt x="732" y="25"/>
                  </a:lnTo>
                  <a:lnTo>
                    <a:pt x="902" y="1"/>
                  </a:lnTo>
                  <a:lnTo>
                    <a:pt x="902" y="1"/>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 name="Google Shape;198;p12">
              <a:extLst>
                <a:ext uri="{FF2B5EF4-FFF2-40B4-BE49-F238E27FC236}">
                  <a16:creationId xmlns:a16="http://schemas.microsoft.com/office/drawing/2014/main" id="{1CADDD4D-50C2-C9B9-093A-8D2908E5239A}"/>
                </a:ext>
              </a:extLst>
            </p:cNvPr>
            <p:cNvSpPr/>
            <p:nvPr/>
          </p:nvSpPr>
          <p:spPr>
            <a:xfrm>
              <a:off x="713850" y="274025"/>
              <a:ext cx="45075" cy="45100"/>
            </a:xfrm>
            <a:custGeom>
              <a:avLst/>
              <a:gdLst/>
              <a:ahLst/>
              <a:cxnLst/>
              <a:rect l="l" t="t" r="r" b="b"/>
              <a:pathLst>
                <a:path w="1803" h="1804" fill="none" extrusionOk="0">
                  <a:moveTo>
                    <a:pt x="902" y="1"/>
                  </a:moveTo>
                  <a:lnTo>
                    <a:pt x="902" y="1"/>
                  </a:lnTo>
                  <a:lnTo>
                    <a:pt x="1072" y="25"/>
                  </a:lnTo>
                  <a:lnTo>
                    <a:pt x="1243" y="74"/>
                  </a:lnTo>
                  <a:lnTo>
                    <a:pt x="1413" y="147"/>
                  </a:lnTo>
                  <a:lnTo>
                    <a:pt x="1535" y="269"/>
                  </a:lnTo>
                  <a:lnTo>
                    <a:pt x="1657" y="391"/>
                  </a:lnTo>
                  <a:lnTo>
                    <a:pt x="1730" y="561"/>
                  </a:lnTo>
                  <a:lnTo>
                    <a:pt x="1779" y="732"/>
                  </a:lnTo>
                  <a:lnTo>
                    <a:pt x="1803" y="902"/>
                  </a:lnTo>
                  <a:lnTo>
                    <a:pt x="1803" y="902"/>
                  </a:lnTo>
                  <a:lnTo>
                    <a:pt x="1779" y="1073"/>
                  </a:lnTo>
                  <a:lnTo>
                    <a:pt x="1730" y="1243"/>
                  </a:lnTo>
                  <a:lnTo>
                    <a:pt x="1657" y="1414"/>
                  </a:lnTo>
                  <a:lnTo>
                    <a:pt x="1535" y="1535"/>
                  </a:lnTo>
                  <a:lnTo>
                    <a:pt x="1413" y="1657"/>
                  </a:lnTo>
                  <a:lnTo>
                    <a:pt x="1243" y="1730"/>
                  </a:lnTo>
                  <a:lnTo>
                    <a:pt x="1072" y="1779"/>
                  </a:lnTo>
                  <a:lnTo>
                    <a:pt x="902" y="1803"/>
                  </a:lnTo>
                  <a:lnTo>
                    <a:pt x="902" y="1803"/>
                  </a:lnTo>
                  <a:lnTo>
                    <a:pt x="731" y="1779"/>
                  </a:lnTo>
                  <a:lnTo>
                    <a:pt x="561" y="1730"/>
                  </a:lnTo>
                  <a:lnTo>
                    <a:pt x="390" y="1657"/>
                  </a:lnTo>
                  <a:lnTo>
                    <a:pt x="269" y="1535"/>
                  </a:lnTo>
                  <a:lnTo>
                    <a:pt x="147" y="1414"/>
                  </a:lnTo>
                  <a:lnTo>
                    <a:pt x="74" y="1243"/>
                  </a:lnTo>
                  <a:lnTo>
                    <a:pt x="25" y="1073"/>
                  </a:lnTo>
                  <a:lnTo>
                    <a:pt x="1" y="902"/>
                  </a:lnTo>
                  <a:lnTo>
                    <a:pt x="1" y="902"/>
                  </a:lnTo>
                  <a:lnTo>
                    <a:pt x="25" y="732"/>
                  </a:lnTo>
                  <a:lnTo>
                    <a:pt x="74" y="561"/>
                  </a:lnTo>
                  <a:lnTo>
                    <a:pt x="147" y="391"/>
                  </a:lnTo>
                  <a:lnTo>
                    <a:pt x="269" y="269"/>
                  </a:lnTo>
                  <a:lnTo>
                    <a:pt x="390" y="147"/>
                  </a:lnTo>
                  <a:lnTo>
                    <a:pt x="561" y="74"/>
                  </a:lnTo>
                  <a:lnTo>
                    <a:pt x="731" y="25"/>
                  </a:lnTo>
                  <a:lnTo>
                    <a:pt x="902" y="1"/>
                  </a:lnTo>
                  <a:lnTo>
                    <a:pt x="902" y="1"/>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 name="Google Shape;199;p12">
              <a:extLst>
                <a:ext uri="{FF2B5EF4-FFF2-40B4-BE49-F238E27FC236}">
                  <a16:creationId xmlns:a16="http://schemas.microsoft.com/office/drawing/2014/main" id="{56531A24-912F-A70C-5CFF-289CBFB8CDC3}"/>
                </a:ext>
              </a:extLst>
            </p:cNvPr>
            <p:cNvSpPr/>
            <p:nvPr/>
          </p:nvSpPr>
          <p:spPr>
            <a:xfrm>
              <a:off x="631050" y="274025"/>
              <a:ext cx="45075" cy="45100"/>
            </a:xfrm>
            <a:custGeom>
              <a:avLst/>
              <a:gdLst/>
              <a:ahLst/>
              <a:cxnLst/>
              <a:rect l="l" t="t" r="r" b="b"/>
              <a:pathLst>
                <a:path w="1803" h="1804" fill="none" extrusionOk="0">
                  <a:moveTo>
                    <a:pt x="0" y="902"/>
                  </a:moveTo>
                  <a:lnTo>
                    <a:pt x="0" y="902"/>
                  </a:lnTo>
                  <a:lnTo>
                    <a:pt x="25" y="732"/>
                  </a:lnTo>
                  <a:lnTo>
                    <a:pt x="73" y="561"/>
                  </a:lnTo>
                  <a:lnTo>
                    <a:pt x="147" y="391"/>
                  </a:lnTo>
                  <a:lnTo>
                    <a:pt x="268" y="269"/>
                  </a:lnTo>
                  <a:lnTo>
                    <a:pt x="390" y="147"/>
                  </a:lnTo>
                  <a:lnTo>
                    <a:pt x="561" y="74"/>
                  </a:lnTo>
                  <a:lnTo>
                    <a:pt x="731" y="25"/>
                  </a:lnTo>
                  <a:lnTo>
                    <a:pt x="902" y="1"/>
                  </a:lnTo>
                  <a:lnTo>
                    <a:pt x="902" y="1"/>
                  </a:lnTo>
                  <a:lnTo>
                    <a:pt x="1072" y="25"/>
                  </a:lnTo>
                  <a:lnTo>
                    <a:pt x="1243" y="74"/>
                  </a:lnTo>
                  <a:lnTo>
                    <a:pt x="1413" y="147"/>
                  </a:lnTo>
                  <a:lnTo>
                    <a:pt x="1535" y="269"/>
                  </a:lnTo>
                  <a:lnTo>
                    <a:pt x="1657" y="391"/>
                  </a:lnTo>
                  <a:lnTo>
                    <a:pt x="1730" y="561"/>
                  </a:lnTo>
                  <a:lnTo>
                    <a:pt x="1778" y="732"/>
                  </a:lnTo>
                  <a:lnTo>
                    <a:pt x="1803" y="902"/>
                  </a:lnTo>
                  <a:lnTo>
                    <a:pt x="1803" y="902"/>
                  </a:lnTo>
                  <a:lnTo>
                    <a:pt x="1778" y="1073"/>
                  </a:lnTo>
                  <a:lnTo>
                    <a:pt x="1730" y="1243"/>
                  </a:lnTo>
                  <a:lnTo>
                    <a:pt x="1657" y="1414"/>
                  </a:lnTo>
                  <a:lnTo>
                    <a:pt x="1535" y="1535"/>
                  </a:lnTo>
                  <a:lnTo>
                    <a:pt x="1413" y="1657"/>
                  </a:lnTo>
                  <a:lnTo>
                    <a:pt x="1243" y="1730"/>
                  </a:lnTo>
                  <a:lnTo>
                    <a:pt x="1072" y="1779"/>
                  </a:lnTo>
                  <a:lnTo>
                    <a:pt x="902" y="1803"/>
                  </a:lnTo>
                  <a:lnTo>
                    <a:pt x="902" y="1803"/>
                  </a:lnTo>
                  <a:lnTo>
                    <a:pt x="731" y="1779"/>
                  </a:lnTo>
                  <a:lnTo>
                    <a:pt x="561" y="1730"/>
                  </a:lnTo>
                  <a:lnTo>
                    <a:pt x="390" y="1657"/>
                  </a:lnTo>
                  <a:lnTo>
                    <a:pt x="268" y="1535"/>
                  </a:lnTo>
                  <a:lnTo>
                    <a:pt x="147" y="1414"/>
                  </a:lnTo>
                  <a:lnTo>
                    <a:pt x="73" y="1243"/>
                  </a:lnTo>
                  <a:lnTo>
                    <a:pt x="25" y="1073"/>
                  </a:lnTo>
                  <a:lnTo>
                    <a:pt x="0" y="902"/>
                  </a:lnTo>
                  <a:lnTo>
                    <a:pt x="0" y="902"/>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 name="Google Shape;200;p12">
              <a:extLst>
                <a:ext uri="{FF2B5EF4-FFF2-40B4-BE49-F238E27FC236}">
                  <a16:creationId xmlns:a16="http://schemas.microsoft.com/office/drawing/2014/main" id="{3474168D-B768-FA1E-5E13-C8C23383EA63}"/>
                </a:ext>
              </a:extLst>
            </p:cNvPr>
            <p:cNvSpPr/>
            <p:nvPr/>
          </p:nvSpPr>
          <p:spPr>
            <a:xfrm>
              <a:off x="649925" y="590050"/>
              <a:ext cx="133975" cy="25"/>
            </a:xfrm>
            <a:custGeom>
              <a:avLst/>
              <a:gdLst/>
              <a:ahLst/>
              <a:cxnLst/>
              <a:rect l="l" t="t" r="r" b="b"/>
              <a:pathLst>
                <a:path w="5359" h="1" fill="none" extrusionOk="0">
                  <a:moveTo>
                    <a:pt x="5358" y="0"/>
                  </a:moveTo>
                  <a:lnTo>
                    <a:pt x="0" y="0"/>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 name="Google Shape;201;p12">
              <a:extLst>
                <a:ext uri="{FF2B5EF4-FFF2-40B4-BE49-F238E27FC236}">
                  <a16:creationId xmlns:a16="http://schemas.microsoft.com/office/drawing/2014/main" id="{49EF13D8-9F54-C2AF-67D4-0C98CA8E263D}"/>
                </a:ext>
              </a:extLst>
            </p:cNvPr>
            <p:cNvSpPr/>
            <p:nvPr/>
          </p:nvSpPr>
          <p:spPr>
            <a:xfrm>
              <a:off x="649925" y="534625"/>
              <a:ext cx="255750" cy="25"/>
            </a:xfrm>
            <a:custGeom>
              <a:avLst/>
              <a:gdLst/>
              <a:ahLst/>
              <a:cxnLst/>
              <a:rect l="l" t="t" r="r" b="b"/>
              <a:pathLst>
                <a:path w="10230" h="1" fill="none" extrusionOk="0">
                  <a:moveTo>
                    <a:pt x="10229" y="1"/>
                  </a:moveTo>
                  <a:lnTo>
                    <a:pt x="0" y="1"/>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 name="Google Shape;202;p12">
              <a:extLst>
                <a:ext uri="{FF2B5EF4-FFF2-40B4-BE49-F238E27FC236}">
                  <a16:creationId xmlns:a16="http://schemas.microsoft.com/office/drawing/2014/main" id="{6A3DF908-141F-30FF-A94B-803D5EAADBB8}"/>
                </a:ext>
              </a:extLst>
            </p:cNvPr>
            <p:cNvSpPr/>
            <p:nvPr/>
          </p:nvSpPr>
          <p:spPr>
            <a:xfrm>
              <a:off x="649925" y="479825"/>
              <a:ext cx="255750" cy="25"/>
            </a:xfrm>
            <a:custGeom>
              <a:avLst/>
              <a:gdLst/>
              <a:ahLst/>
              <a:cxnLst/>
              <a:rect l="l" t="t" r="r" b="b"/>
              <a:pathLst>
                <a:path w="10230" h="1" fill="none" extrusionOk="0">
                  <a:moveTo>
                    <a:pt x="10229" y="1"/>
                  </a:moveTo>
                  <a:lnTo>
                    <a:pt x="0" y="1"/>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 name="Google Shape;203;p12">
              <a:extLst>
                <a:ext uri="{FF2B5EF4-FFF2-40B4-BE49-F238E27FC236}">
                  <a16:creationId xmlns:a16="http://schemas.microsoft.com/office/drawing/2014/main" id="{2E06EF7A-195D-0A28-F39B-BD84B9D94828}"/>
                </a:ext>
              </a:extLst>
            </p:cNvPr>
            <p:cNvSpPr/>
            <p:nvPr/>
          </p:nvSpPr>
          <p:spPr>
            <a:xfrm>
              <a:off x="649925" y="424425"/>
              <a:ext cx="255750" cy="25"/>
            </a:xfrm>
            <a:custGeom>
              <a:avLst/>
              <a:gdLst/>
              <a:ahLst/>
              <a:cxnLst/>
              <a:rect l="l" t="t" r="r" b="b"/>
              <a:pathLst>
                <a:path w="10230" h="1" fill="none" extrusionOk="0">
                  <a:moveTo>
                    <a:pt x="10229" y="1"/>
                  </a:moveTo>
                  <a:lnTo>
                    <a:pt x="0" y="1"/>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 name="Google Shape;204;p12">
              <a:extLst>
                <a:ext uri="{FF2B5EF4-FFF2-40B4-BE49-F238E27FC236}">
                  <a16:creationId xmlns:a16="http://schemas.microsoft.com/office/drawing/2014/main" id="{E6B3EE17-0806-8B45-F381-6B6D563F3B0D}"/>
                </a:ext>
              </a:extLst>
            </p:cNvPr>
            <p:cNvSpPr/>
            <p:nvPr/>
          </p:nvSpPr>
          <p:spPr>
            <a:xfrm>
              <a:off x="879475" y="274025"/>
              <a:ext cx="45075" cy="45100"/>
            </a:xfrm>
            <a:custGeom>
              <a:avLst/>
              <a:gdLst/>
              <a:ahLst/>
              <a:cxnLst/>
              <a:rect l="l" t="t" r="r" b="b"/>
              <a:pathLst>
                <a:path w="1803" h="1804" fill="none" extrusionOk="0">
                  <a:moveTo>
                    <a:pt x="901" y="1803"/>
                  </a:moveTo>
                  <a:lnTo>
                    <a:pt x="901" y="1803"/>
                  </a:lnTo>
                  <a:lnTo>
                    <a:pt x="731" y="1779"/>
                  </a:lnTo>
                  <a:lnTo>
                    <a:pt x="560" y="1730"/>
                  </a:lnTo>
                  <a:lnTo>
                    <a:pt x="390" y="1657"/>
                  </a:lnTo>
                  <a:lnTo>
                    <a:pt x="268" y="1535"/>
                  </a:lnTo>
                  <a:lnTo>
                    <a:pt x="146" y="1414"/>
                  </a:lnTo>
                  <a:lnTo>
                    <a:pt x="73" y="1243"/>
                  </a:lnTo>
                  <a:lnTo>
                    <a:pt x="25" y="1073"/>
                  </a:lnTo>
                  <a:lnTo>
                    <a:pt x="0" y="902"/>
                  </a:lnTo>
                  <a:lnTo>
                    <a:pt x="0" y="902"/>
                  </a:lnTo>
                  <a:lnTo>
                    <a:pt x="25" y="732"/>
                  </a:lnTo>
                  <a:lnTo>
                    <a:pt x="73" y="561"/>
                  </a:lnTo>
                  <a:lnTo>
                    <a:pt x="146" y="391"/>
                  </a:lnTo>
                  <a:lnTo>
                    <a:pt x="268" y="269"/>
                  </a:lnTo>
                  <a:lnTo>
                    <a:pt x="390" y="147"/>
                  </a:lnTo>
                  <a:lnTo>
                    <a:pt x="560" y="74"/>
                  </a:lnTo>
                  <a:lnTo>
                    <a:pt x="731" y="25"/>
                  </a:lnTo>
                  <a:lnTo>
                    <a:pt x="901" y="1"/>
                  </a:lnTo>
                  <a:lnTo>
                    <a:pt x="901" y="1"/>
                  </a:lnTo>
                  <a:lnTo>
                    <a:pt x="1072" y="25"/>
                  </a:lnTo>
                  <a:lnTo>
                    <a:pt x="1242" y="74"/>
                  </a:lnTo>
                  <a:lnTo>
                    <a:pt x="1413" y="147"/>
                  </a:lnTo>
                  <a:lnTo>
                    <a:pt x="1535" y="269"/>
                  </a:lnTo>
                  <a:lnTo>
                    <a:pt x="1656" y="391"/>
                  </a:lnTo>
                  <a:lnTo>
                    <a:pt x="1729" y="561"/>
                  </a:lnTo>
                  <a:lnTo>
                    <a:pt x="1778" y="732"/>
                  </a:lnTo>
                  <a:lnTo>
                    <a:pt x="1802" y="902"/>
                  </a:lnTo>
                  <a:lnTo>
                    <a:pt x="1802" y="902"/>
                  </a:lnTo>
                  <a:lnTo>
                    <a:pt x="1778" y="1073"/>
                  </a:lnTo>
                  <a:lnTo>
                    <a:pt x="1729" y="1243"/>
                  </a:lnTo>
                  <a:lnTo>
                    <a:pt x="1656" y="1414"/>
                  </a:lnTo>
                  <a:lnTo>
                    <a:pt x="1535" y="1535"/>
                  </a:lnTo>
                  <a:lnTo>
                    <a:pt x="1413" y="1657"/>
                  </a:lnTo>
                  <a:lnTo>
                    <a:pt x="1242" y="1730"/>
                  </a:lnTo>
                  <a:lnTo>
                    <a:pt x="1072" y="1779"/>
                  </a:lnTo>
                  <a:lnTo>
                    <a:pt x="901" y="1803"/>
                  </a:lnTo>
                  <a:lnTo>
                    <a:pt x="901" y="1803"/>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 name="Google Shape;205;p12">
              <a:extLst>
                <a:ext uri="{FF2B5EF4-FFF2-40B4-BE49-F238E27FC236}">
                  <a16:creationId xmlns:a16="http://schemas.microsoft.com/office/drawing/2014/main" id="{6541EBE8-B019-99B4-227F-C4738A0EF928}"/>
                </a:ext>
              </a:extLst>
            </p:cNvPr>
            <p:cNvSpPr/>
            <p:nvPr/>
          </p:nvSpPr>
          <p:spPr>
            <a:xfrm>
              <a:off x="654800" y="244200"/>
              <a:ext cx="25" cy="51175"/>
            </a:xfrm>
            <a:custGeom>
              <a:avLst/>
              <a:gdLst/>
              <a:ahLst/>
              <a:cxnLst/>
              <a:rect l="l" t="t" r="r" b="b"/>
              <a:pathLst>
                <a:path w="1" h="2047" fill="none" extrusionOk="0">
                  <a:moveTo>
                    <a:pt x="0" y="1"/>
                  </a:moveTo>
                  <a:lnTo>
                    <a:pt x="0" y="2046"/>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 name="Google Shape;206;p12">
              <a:extLst>
                <a:ext uri="{FF2B5EF4-FFF2-40B4-BE49-F238E27FC236}">
                  <a16:creationId xmlns:a16="http://schemas.microsoft.com/office/drawing/2014/main" id="{A48D875A-2F29-0681-99A3-4E38FE0635DE}"/>
                </a:ext>
              </a:extLst>
            </p:cNvPr>
            <p:cNvSpPr/>
            <p:nvPr/>
          </p:nvSpPr>
          <p:spPr>
            <a:xfrm>
              <a:off x="737600" y="244200"/>
              <a:ext cx="25" cy="51175"/>
            </a:xfrm>
            <a:custGeom>
              <a:avLst/>
              <a:gdLst/>
              <a:ahLst/>
              <a:cxnLst/>
              <a:rect l="l" t="t" r="r" b="b"/>
              <a:pathLst>
                <a:path w="1" h="2047" fill="none" extrusionOk="0">
                  <a:moveTo>
                    <a:pt x="1" y="1"/>
                  </a:moveTo>
                  <a:lnTo>
                    <a:pt x="1" y="2046"/>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 name="Google Shape;207;p12">
              <a:extLst>
                <a:ext uri="{FF2B5EF4-FFF2-40B4-BE49-F238E27FC236}">
                  <a16:creationId xmlns:a16="http://schemas.microsoft.com/office/drawing/2014/main" id="{71B0C13C-190D-733C-74D4-46C7ED4A53DE}"/>
                </a:ext>
              </a:extLst>
            </p:cNvPr>
            <p:cNvSpPr/>
            <p:nvPr/>
          </p:nvSpPr>
          <p:spPr>
            <a:xfrm>
              <a:off x="820400" y="244200"/>
              <a:ext cx="25" cy="51175"/>
            </a:xfrm>
            <a:custGeom>
              <a:avLst/>
              <a:gdLst/>
              <a:ahLst/>
              <a:cxnLst/>
              <a:rect l="l" t="t" r="r" b="b"/>
              <a:pathLst>
                <a:path w="1" h="2047" fill="none" extrusionOk="0">
                  <a:moveTo>
                    <a:pt x="1" y="1"/>
                  </a:moveTo>
                  <a:lnTo>
                    <a:pt x="1" y="2046"/>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 name="Google Shape;208;p12">
              <a:extLst>
                <a:ext uri="{FF2B5EF4-FFF2-40B4-BE49-F238E27FC236}">
                  <a16:creationId xmlns:a16="http://schemas.microsoft.com/office/drawing/2014/main" id="{B62CED9C-DCA0-E412-CF31-81C32229D139}"/>
                </a:ext>
              </a:extLst>
            </p:cNvPr>
            <p:cNvSpPr/>
            <p:nvPr/>
          </p:nvSpPr>
          <p:spPr>
            <a:xfrm>
              <a:off x="903225" y="244200"/>
              <a:ext cx="25" cy="51175"/>
            </a:xfrm>
            <a:custGeom>
              <a:avLst/>
              <a:gdLst/>
              <a:ahLst/>
              <a:cxnLst/>
              <a:rect l="l" t="t" r="r" b="b"/>
              <a:pathLst>
                <a:path w="1" h="2047" fill="none" extrusionOk="0">
                  <a:moveTo>
                    <a:pt x="0" y="1"/>
                  </a:moveTo>
                  <a:lnTo>
                    <a:pt x="0" y="2046"/>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5" name="Text Placeholder 4">
            <a:extLst>
              <a:ext uri="{FF2B5EF4-FFF2-40B4-BE49-F238E27FC236}">
                <a16:creationId xmlns:a16="http://schemas.microsoft.com/office/drawing/2014/main" id="{DA7304E1-354B-A73D-1300-ED3B1210A8F9}"/>
              </a:ext>
            </a:extLst>
          </p:cNvPr>
          <p:cNvSpPr>
            <a:spLocks noGrp="1"/>
          </p:cNvSpPr>
          <p:nvPr>
            <p:ph type="body" idx="2"/>
          </p:nvPr>
        </p:nvSpPr>
        <p:spPr>
          <a:xfrm>
            <a:off x="58905" y="1238541"/>
            <a:ext cx="7256295" cy="2807776"/>
          </a:xfrm>
        </p:spPr>
        <p:txBody>
          <a:bodyPr/>
          <a:lstStyle/>
          <a:p>
            <a:r>
              <a:rPr lang="en-PH" sz="1900" dirty="0">
                <a:latin typeface="Roboto Condensed" panose="02000000000000000000" pitchFamily="2" charset="0"/>
                <a:ea typeface="Roboto Condensed" panose="02000000000000000000" pitchFamily="2" charset="0"/>
                <a:cs typeface="Roboto Condensed" panose="02000000000000000000" pitchFamily="2" charset="0"/>
              </a:rPr>
              <a:t>Text Editors and IDEs</a:t>
            </a:r>
          </a:p>
          <a:p>
            <a:pPr lvl="0"/>
            <a:r>
              <a:rPr lang="en-PH" sz="1900" b="1" dirty="0">
                <a:latin typeface="Roboto Condensed" panose="02000000000000000000" pitchFamily="2" charset="0"/>
                <a:ea typeface="Roboto Condensed" panose="02000000000000000000" pitchFamily="2" charset="0"/>
                <a:cs typeface="Roboto Condensed" panose="02000000000000000000" pitchFamily="2" charset="0"/>
              </a:rPr>
              <a:t>IDE (Integrated Development Environment):</a:t>
            </a:r>
            <a:r>
              <a:rPr lang="en-PH" sz="1900" dirty="0">
                <a:latin typeface="Roboto Condensed" panose="02000000000000000000" pitchFamily="2" charset="0"/>
                <a:ea typeface="Roboto Condensed" panose="02000000000000000000" pitchFamily="2" charset="0"/>
                <a:cs typeface="Roboto Condensed" panose="02000000000000000000" pitchFamily="2" charset="0"/>
              </a:rPr>
              <a:t> A heavier, more powerful tool. An IDE (like Visual Studio, PyCharm, or IntelliJ) bundles a text editor with a bunch of other tools you need, like debuggers (to help find errors) and built-in automation tools. Think of it as a fully equipped workbench rather than just a notepad.</a:t>
            </a:r>
          </a:p>
          <a:p>
            <a:pPr lvl="0"/>
            <a:endParaRPr lang="en-PH" sz="1900" dirty="0">
              <a:latin typeface="Roboto Condensed" panose="02000000000000000000" pitchFamily="2" charset="0"/>
              <a:ea typeface="Roboto Condensed" panose="02000000000000000000" pitchFamily="2" charset="0"/>
              <a:cs typeface="Roboto Condensed" panose="02000000000000000000" pitchFamily="2" charset="0"/>
            </a:endParaRPr>
          </a:p>
          <a:p>
            <a:endParaRPr lang="en-PH" sz="1900" dirty="0">
              <a:latin typeface="Roboto Condensed" panose="02000000000000000000" pitchFamily="2" charset="0"/>
              <a:ea typeface="Roboto Condensed" panose="02000000000000000000" pitchFamily="2" charset="0"/>
              <a:cs typeface="Roboto Condensed" panose="02000000000000000000" pitchFamily="2" charset="0"/>
            </a:endParaRPr>
          </a:p>
        </p:txBody>
      </p:sp>
      <p:pic>
        <p:nvPicPr>
          <p:cNvPr id="3" name="Picture 2">
            <a:extLst>
              <a:ext uri="{FF2B5EF4-FFF2-40B4-BE49-F238E27FC236}">
                <a16:creationId xmlns:a16="http://schemas.microsoft.com/office/drawing/2014/main" id="{347DB25C-6CA2-475E-F44C-B93085FC91D8}"/>
              </a:ext>
            </a:extLst>
          </p:cNvPr>
          <p:cNvPicPr>
            <a:picLocks noChangeAspect="1"/>
          </p:cNvPicPr>
          <p:nvPr/>
        </p:nvPicPr>
        <p:blipFill>
          <a:blip r:embed="rId3"/>
          <a:stretch>
            <a:fillRect/>
          </a:stretch>
        </p:blipFill>
        <p:spPr>
          <a:xfrm>
            <a:off x="663055" y="3429803"/>
            <a:ext cx="4292003" cy="956139"/>
          </a:xfrm>
          <a:prstGeom prst="rect">
            <a:avLst/>
          </a:prstGeom>
        </p:spPr>
      </p:pic>
    </p:spTree>
    <p:extLst>
      <p:ext uri="{BB962C8B-B14F-4D97-AF65-F5344CB8AC3E}">
        <p14:creationId xmlns:p14="http://schemas.microsoft.com/office/powerpoint/2010/main" val="4036195913"/>
      </p:ext>
    </p:extLst>
  </p:cSld>
  <p:clrMapOvr>
    <a:masterClrMapping/>
  </p:clrMapOvr>
  <p:transition>
    <p:fade thruBlk="1"/>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88">
          <a:extLst>
            <a:ext uri="{FF2B5EF4-FFF2-40B4-BE49-F238E27FC236}">
              <a16:creationId xmlns:a16="http://schemas.microsoft.com/office/drawing/2014/main" id="{CF806B25-972C-BFAB-CC51-FC2434062048}"/>
            </a:ext>
          </a:extLst>
        </p:cNvPr>
        <p:cNvGrpSpPr/>
        <p:nvPr/>
      </p:nvGrpSpPr>
      <p:grpSpPr>
        <a:xfrm>
          <a:off x="0" y="0"/>
          <a:ext cx="0" cy="0"/>
          <a:chOff x="0" y="0"/>
          <a:chExt cx="0" cy="0"/>
        </a:xfrm>
      </p:grpSpPr>
      <p:sp>
        <p:nvSpPr>
          <p:cNvPr id="189" name="Google Shape;189;p12">
            <a:extLst>
              <a:ext uri="{FF2B5EF4-FFF2-40B4-BE49-F238E27FC236}">
                <a16:creationId xmlns:a16="http://schemas.microsoft.com/office/drawing/2014/main" id="{71F5DEC2-B013-292F-7835-82EFA308D60A}"/>
              </a:ext>
            </a:extLst>
          </p:cNvPr>
          <p:cNvSpPr txBox="1">
            <a:spLocks noGrp="1"/>
          </p:cNvSpPr>
          <p:nvPr>
            <p:ph type="title"/>
          </p:nvPr>
        </p:nvSpPr>
        <p:spPr>
          <a:xfrm>
            <a:off x="814275" y="392575"/>
            <a:ext cx="5258400" cy="766200"/>
          </a:xfrm>
          <a:prstGeom prst="rect">
            <a:avLst/>
          </a:prstGeom>
        </p:spPr>
        <p:txBody>
          <a:bodyPr spcFirstLastPara="1" wrap="square" lIns="91425" tIns="91425" rIns="91425" bIns="91425" anchor="ctr" anchorCtr="0">
            <a:noAutofit/>
          </a:bodyPr>
          <a:lstStyle/>
          <a:p>
            <a:pPr lvl="0"/>
            <a:r>
              <a:rPr lang="en-PH" dirty="0"/>
              <a:t>Programming Tools</a:t>
            </a:r>
            <a:endParaRPr dirty="0">
              <a:solidFill>
                <a:schemeClr val="bg1">
                  <a:lumMod val="95000"/>
                </a:schemeClr>
              </a:solidFill>
            </a:endParaRPr>
          </a:p>
        </p:txBody>
      </p:sp>
      <p:sp>
        <p:nvSpPr>
          <p:cNvPr id="192" name="Google Shape;192;p12">
            <a:extLst>
              <a:ext uri="{FF2B5EF4-FFF2-40B4-BE49-F238E27FC236}">
                <a16:creationId xmlns:a16="http://schemas.microsoft.com/office/drawing/2014/main" id="{C5481A50-E903-40E7-B64B-9B308DB7A180}"/>
              </a:ext>
            </a:extLst>
          </p:cNvPr>
          <p:cNvSpPr txBox="1">
            <a:spLocks noGrp="1"/>
          </p:cNvSpPr>
          <p:nvPr>
            <p:ph type="sldNum" idx="12"/>
          </p:nvPr>
        </p:nvSpPr>
        <p:spPr>
          <a:xfrm>
            <a:off x="7618000" y="4636500"/>
            <a:ext cx="1487400" cy="315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GB"/>
              <a:t>16</a:t>
            </a:fld>
            <a:endParaRPr lang="en-GB"/>
          </a:p>
        </p:txBody>
      </p:sp>
      <p:grpSp>
        <p:nvGrpSpPr>
          <p:cNvPr id="194" name="Google Shape;194;p12">
            <a:extLst>
              <a:ext uri="{FF2B5EF4-FFF2-40B4-BE49-F238E27FC236}">
                <a16:creationId xmlns:a16="http://schemas.microsoft.com/office/drawing/2014/main" id="{FDAFFC71-AB37-17CE-6BE1-02A17B00BF35}"/>
              </a:ext>
            </a:extLst>
          </p:cNvPr>
          <p:cNvGrpSpPr/>
          <p:nvPr/>
        </p:nvGrpSpPr>
        <p:grpSpPr>
          <a:xfrm>
            <a:off x="293683" y="574116"/>
            <a:ext cx="309041" cy="403123"/>
            <a:chOff x="590250" y="244200"/>
            <a:chExt cx="407975" cy="532175"/>
          </a:xfrm>
        </p:grpSpPr>
        <p:sp>
          <p:nvSpPr>
            <p:cNvPr id="195" name="Google Shape;195;p12">
              <a:extLst>
                <a:ext uri="{FF2B5EF4-FFF2-40B4-BE49-F238E27FC236}">
                  <a16:creationId xmlns:a16="http://schemas.microsoft.com/office/drawing/2014/main" id="{E88B109A-F5DA-D2BC-D792-C7B19FA33925}"/>
                </a:ext>
              </a:extLst>
            </p:cNvPr>
            <p:cNvSpPr/>
            <p:nvPr/>
          </p:nvSpPr>
          <p:spPr>
            <a:xfrm>
              <a:off x="623125" y="313625"/>
              <a:ext cx="375100" cy="462750"/>
            </a:xfrm>
            <a:custGeom>
              <a:avLst/>
              <a:gdLst/>
              <a:ahLst/>
              <a:cxnLst/>
              <a:rect l="l" t="t" r="r" b="b"/>
              <a:pathLst>
                <a:path w="15004" h="18510" fill="none" extrusionOk="0">
                  <a:moveTo>
                    <a:pt x="1" y="17536"/>
                  </a:moveTo>
                  <a:lnTo>
                    <a:pt x="1" y="17536"/>
                  </a:lnTo>
                  <a:lnTo>
                    <a:pt x="1" y="17536"/>
                  </a:lnTo>
                  <a:lnTo>
                    <a:pt x="25" y="17682"/>
                  </a:lnTo>
                  <a:lnTo>
                    <a:pt x="49" y="17852"/>
                  </a:lnTo>
                  <a:lnTo>
                    <a:pt x="123" y="18023"/>
                  </a:lnTo>
                  <a:lnTo>
                    <a:pt x="220" y="18193"/>
                  </a:lnTo>
                  <a:lnTo>
                    <a:pt x="293" y="18291"/>
                  </a:lnTo>
                  <a:lnTo>
                    <a:pt x="390" y="18364"/>
                  </a:lnTo>
                  <a:lnTo>
                    <a:pt x="488" y="18412"/>
                  </a:lnTo>
                  <a:lnTo>
                    <a:pt x="610" y="18461"/>
                  </a:lnTo>
                  <a:lnTo>
                    <a:pt x="756" y="18510"/>
                  </a:lnTo>
                  <a:lnTo>
                    <a:pt x="926" y="18510"/>
                  </a:lnTo>
                  <a:lnTo>
                    <a:pt x="14468" y="18510"/>
                  </a:lnTo>
                  <a:lnTo>
                    <a:pt x="14468" y="18510"/>
                  </a:lnTo>
                  <a:lnTo>
                    <a:pt x="14541" y="18510"/>
                  </a:lnTo>
                  <a:lnTo>
                    <a:pt x="14614" y="18485"/>
                  </a:lnTo>
                  <a:lnTo>
                    <a:pt x="14736" y="18412"/>
                  </a:lnTo>
                  <a:lnTo>
                    <a:pt x="14833" y="18291"/>
                  </a:lnTo>
                  <a:lnTo>
                    <a:pt x="14906" y="18144"/>
                  </a:lnTo>
                  <a:lnTo>
                    <a:pt x="14955" y="17974"/>
                  </a:lnTo>
                  <a:lnTo>
                    <a:pt x="14979" y="17779"/>
                  </a:lnTo>
                  <a:lnTo>
                    <a:pt x="15003" y="17438"/>
                  </a:lnTo>
                  <a:lnTo>
                    <a:pt x="15003" y="487"/>
                  </a:lnTo>
                  <a:lnTo>
                    <a:pt x="15003" y="487"/>
                  </a:lnTo>
                  <a:lnTo>
                    <a:pt x="15003" y="341"/>
                  </a:lnTo>
                  <a:lnTo>
                    <a:pt x="14979" y="219"/>
                  </a:lnTo>
                  <a:lnTo>
                    <a:pt x="14955" y="146"/>
                  </a:lnTo>
                  <a:lnTo>
                    <a:pt x="14906" y="73"/>
                  </a:lnTo>
                  <a:lnTo>
                    <a:pt x="14833" y="49"/>
                  </a:lnTo>
                  <a:lnTo>
                    <a:pt x="14736" y="24"/>
                  </a:lnTo>
                  <a:lnTo>
                    <a:pt x="14468" y="0"/>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 name="Google Shape;196;p12">
              <a:extLst>
                <a:ext uri="{FF2B5EF4-FFF2-40B4-BE49-F238E27FC236}">
                  <a16:creationId xmlns:a16="http://schemas.microsoft.com/office/drawing/2014/main" id="{4CFED15A-431F-46D3-D0F2-4C39C408CB8A}"/>
                </a:ext>
              </a:extLst>
            </p:cNvPr>
            <p:cNvSpPr/>
            <p:nvPr/>
          </p:nvSpPr>
          <p:spPr>
            <a:xfrm>
              <a:off x="590250" y="269775"/>
              <a:ext cx="377525" cy="462775"/>
            </a:xfrm>
            <a:custGeom>
              <a:avLst/>
              <a:gdLst/>
              <a:ahLst/>
              <a:cxnLst/>
              <a:rect l="l" t="t" r="r" b="b"/>
              <a:pathLst>
                <a:path w="15101" h="18511" fill="none" extrusionOk="0">
                  <a:moveTo>
                    <a:pt x="14321" y="0"/>
                  </a:moveTo>
                  <a:lnTo>
                    <a:pt x="780" y="0"/>
                  </a:lnTo>
                  <a:lnTo>
                    <a:pt x="780" y="0"/>
                  </a:lnTo>
                  <a:lnTo>
                    <a:pt x="634" y="25"/>
                  </a:lnTo>
                  <a:lnTo>
                    <a:pt x="488" y="74"/>
                  </a:lnTo>
                  <a:lnTo>
                    <a:pt x="342" y="122"/>
                  </a:lnTo>
                  <a:lnTo>
                    <a:pt x="220" y="220"/>
                  </a:lnTo>
                  <a:lnTo>
                    <a:pt x="122" y="341"/>
                  </a:lnTo>
                  <a:lnTo>
                    <a:pt x="74" y="488"/>
                  </a:lnTo>
                  <a:lnTo>
                    <a:pt x="25" y="634"/>
                  </a:lnTo>
                  <a:lnTo>
                    <a:pt x="1" y="780"/>
                  </a:lnTo>
                  <a:lnTo>
                    <a:pt x="1" y="17731"/>
                  </a:lnTo>
                  <a:lnTo>
                    <a:pt x="1" y="17731"/>
                  </a:lnTo>
                  <a:lnTo>
                    <a:pt x="25" y="17877"/>
                  </a:lnTo>
                  <a:lnTo>
                    <a:pt x="74" y="18023"/>
                  </a:lnTo>
                  <a:lnTo>
                    <a:pt x="122" y="18169"/>
                  </a:lnTo>
                  <a:lnTo>
                    <a:pt x="220" y="18291"/>
                  </a:lnTo>
                  <a:lnTo>
                    <a:pt x="342" y="18388"/>
                  </a:lnTo>
                  <a:lnTo>
                    <a:pt x="488" y="18437"/>
                  </a:lnTo>
                  <a:lnTo>
                    <a:pt x="634" y="18486"/>
                  </a:lnTo>
                  <a:lnTo>
                    <a:pt x="780" y="18510"/>
                  </a:lnTo>
                  <a:lnTo>
                    <a:pt x="14321" y="18510"/>
                  </a:lnTo>
                  <a:lnTo>
                    <a:pt x="14321" y="18510"/>
                  </a:lnTo>
                  <a:lnTo>
                    <a:pt x="14467" y="18486"/>
                  </a:lnTo>
                  <a:lnTo>
                    <a:pt x="14614" y="18437"/>
                  </a:lnTo>
                  <a:lnTo>
                    <a:pt x="14760" y="18388"/>
                  </a:lnTo>
                  <a:lnTo>
                    <a:pt x="14881" y="18291"/>
                  </a:lnTo>
                  <a:lnTo>
                    <a:pt x="14979" y="18169"/>
                  </a:lnTo>
                  <a:lnTo>
                    <a:pt x="15028" y="18023"/>
                  </a:lnTo>
                  <a:lnTo>
                    <a:pt x="15076" y="17877"/>
                  </a:lnTo>
                  <a:lnTo>
                    <a:pt x="15101" y="17731"/>
                  </a:lnTo>
                  <a:lnTo>
                    <a:pt x="15101" y="780"/>
                  </a:lnTo>
                  <a:lnTo>
                    <a:pt x="15101" y="780"/>
                  </a:lnTo>
                  <a:lnTo>
                    <a:pt x="15076" y="634"/>
                  </a:lnTo>
                  <a:lnTo>
                    <a:pt x="15028" y="488"/>
                  </a:lnTo>
                  <a:lnTo>
                    <a:pt x="14979" y="341"/>
                  </a:lnTo>
                  <a:lnTo>
                    <a:pt x="14881" y="220"/>
                  </a:lnTo>
                  <a:lnTo>
                    <a:pt x="14760" y="122"/>
                  </a:lnTo>
                  <a:lnTo>
                    <a:pt x="14614" y="74"/>
                  </a:lnTo>
                  <a:lnTo>
                    <a:pt x="14467" y="25"/>
                  </a:lnTo>
                  <a:lnTo>
                    <a:pt x="14321" y="0"/>
                  </a:lnTo>
                  <a:lnTo>
                    <a:pt x="14321" y="0"/>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 name="Google Shape;197;p12">
              <a:extLst>
                <a:ext uri="{FF2B5EF4-FFF2-40B4-BE49-F238E27FC236}">
                  <a16:creationId xmlns:a16="http://schemas.microsoft.com/office/drawing/2014/main" id="{B88C05E5-7685-E615-2F4B-8AEEA7FB3724}"/>
                </a:ext>
              </a:extLst>
            </p:cNvPr>
            <p:cNvSpPr/>
            <p:nvPr/>
          </p:nvSpPr>
          <p:spPr>
            <a:xfrm>
              <a:off x="796650" y="274025"/>
              <a:ext cx="45100" cy="45100"/>
            </a:xfrm>
            <a:custGeom>
              <a:avLst/>
              <a:gdLst/>
              <a:ahLst/>
              <a:cxnLst/>
              <a:rect l="l" t="t" r="r" b="b"/>
              <a:pathLst>
                <a:path w="1804" h="1804" fill="none" extrusionOk="0">
                  <a:moveTo>
                    <a:pt x="902" y="1"/>
                  </a:moveTo>
                  <a:lnTo>
                    <a:pt x="902" y="1"/>
                  </a:lnTo>
                  <a:lnTo>
                    <a:pt x="1073" y="25"/>
                  </a:lnTo>
                  <a:lnTo>
                    <a:pt x="1243" y="74"/>
                  </a:lnTo>
                  <a:lnTo>
                    <a:pt x="1414" y="147"/>
                  </a:lnTo>
                  <a:lnTo>
                    <a:pt x="1535" y="269"/>
                  </a:lnTo>
                  <a:lnTo>
                    <a:pt x="1657" y="391"/>
                  </a:lnTo>
                  <a:lnTo>
                    <a:pt x="1730" y="561"/>
                  </a:lnTo>
                  <a:lnTo>
                    <a:pt x="1779" y="732"/>
                  </a:lnTo>
                  <a:lnTo>
                    <a:pt x="1803" y="902"/>
                  </a:lnTo>
                  <a:lnTo>
                    <a:pt x="1803" y="902"/>
                  </a:lnTo>
                  <a:lnTo>
                    <a:pt x="1779" y="1073"/>
                  </a:lnTo>
                  <a:lnTo>
                    <a:pt x="1730" y="1243"/>
                  </a:lnTo>
                  <a:lnTo>
                    <a:pt x="1657" y="1414"/>
                  </a:lnTo>
                  <a:lnTo>
                    <a:pt x="1535" y="1535"/>
                  </a:lnTo>
                  <a:lnTo>
                    <a:pt x="1414" y="1657"/>
                  </a:lnTo>
                  <a:lnTo>
                    <a:pt x="1243" y="1730"/>
                  </a:lnTo>
                  <a:lnTo>
                    <a:pt x="1073" y="1779"/>
                  </a:lnTo>
                  <a:lnTo>
                    <a:pt x="902" y="1803"/>
                  </a:lnTo>
                  <a:lnTo>
                    <a:pt x="902" y="1803"/>
                  </a:lnTo>
                  <a:lnTo>
                    <a:pt x="732" y="1779"/>
                  </a:lnTo>
                  <a:lnTo>
                    <a:pt x="561" y="1730"/>
                  </a:lnTo>
                  <a:lnTo>
                    <a:pt x="391" y="1657"/>
                  </a:lnTo>
                  <a:lnTo>
                    <a:pt x="269" y="1535"/>
                  </a:lnTo>
                  <a:lnTo>
                    <a:pt x="147" y="1414"/>
                  </a:lnTo>
                  <a:lnTo>
                    <a:pt x="74" y="1243"/>
                  </a:lnTo>
                  <a:lnTo>
                    <a:pt x="25" y="1073"/>
                  </a:lnTo>
                  <a:lnTo>
                    <a:pt x="1" y="902"/>
                  </a:lnTo>
                  <a:lnTo>
                    <a:pt x="1" y="902"/>
                  </a:lnTo>
                  <a:lnTo>
                    <a:pt x="25" y="732"/>
                  </a:lnTo>
                  <a:lnTo>
                    <a:pt x="74" y="561"/>
                  </a:lnTo>
                  <a:lnTo>
                    <a:pt x="147" y="391"/>
                  </a:lnTo>
                  <a:lnTo>
                    <a:pt x="269" y="269"/>
                  </a:lnTo>
                  <a:lnTo>
                    <a:pt x="391" y="147"/>
                  </a:lnTo>
                  <a:lnTo>
                    <a:pt x="561" y="74"/>
                  </a:lnTo>
                  <a:lnTo>
                    <a:pt x="732" y="25"/>
                  </a:lnTo>
                  <a:lnTo>
                    <a:pt x="902" y="1"/>
                  </a:lnTo>
                  <a:lnTo>
                    <a:pt x="902" y="1"/>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 name="Google Shape;198;p12">
              <a:extLst>
                <a:ext uri="{FF2B5EF4-FFF2-40B4-BE49-F238E27FC236}">
                  <a16:creationId xmlns:a16="http://schemas.microsoft.com/office/drawing/2014/main" id="{01EC9392-929F-611B-E74C-343D1079750E}"/>
                </a:ext>
              </a:extLst>
            </p:cNvPr>
            <p:cNvSpPr/>
            <p:nvPr/>
          </p:nvSpPr>
          <p:spPr>
            <a:xfrm>
              <a:off x="713850" y="274025"/>
              <a:ext cx="45075" cy="45100"/>
            </a:xfrm>
            <a:custGeom>
              <a:avLst/>
              <a:gdLst/>
              <a:ahLst/>
              <a:cxnLst/>
              <a:rect l="l" t="t" r="r" b="b"/>
              <a:pathLst>
                <a:path w="1803" h="1804" fill="none" extrusionOk="0">
                  <a:moveTo>
                    <a:pt x="902" y="1"/>
                  </a:moveTo>
                  <a:lnTo>
                    <a:pt x="902" y="1"/>
                  </a:lnTo>
                  <a:lnTo>
                    <a:pt x="1072" y="25"/>
                  </a:lnTo>
                  <a:lnTo>
                    <a:pt x="1243" y="74"/>
                  </a:lnTo>
                  <a:lnTo>
                    <a:pt x="1413" y="147"/>
                  </a:lnTo>
                  <a:lnTo>
                    <a:pt x="1535" y="269"/>
                  </a:lnTo>
                  <a:lnTo>
                    <a:pt x="1657" y="391"/>
                  </a:lnTo>
                  <a:lnTo>
                    <a:pt x="1730" y="561"/>
                  </a:lnTo>
                  <a:lnTo>
                    <a:pt x="1779" y="732"/>
                  </a:lnTo>
                  <a:lnTo>
                    <a:pt x="1803" y="902"/>
                  </a:lnTo>
                  <a:lnTo>
                    <a:pt x="1803" y="902"/>
                  </a:lnTo>
                  <a:lnTo>
                    <a:pt x="1779" y="1073"/>
                  </a:lnTo>
                  <a:lnTo>
                    <a:pt x="1730" y="1243"/>
                  </a:lnTo>
                  <a:lnTo>
                    <a:pt x="1657" y="1414"/>
                  </a:lnTo>
                  <a:lnTo>
                    <a:pt x="1535" y="1535"/>
                  </a:lnTo>
                  <a:lnTo>
                    <a:pt x="1413" y="1657"/>
                  </a:lnTo>
                  <a:lnTo>
                    <a:pt x="1243" y="1730"/>
                  </a:lnTo>
                  <a:lnTo>
                    <a:pt x="1072" y="1779"/>
                  </a:lnTo>
                  <a:lnTo>
                    <a:pt x="902" y="1803"/>
                  </a:lnTo>
                  <a:lnTo>
                    <a:pt x="902" y="1803"/>
                  </a:lnTo>
                  <a:lnTo>
                    <a:pt x="731" y="1779"/>
                  </a:lnTo>
                  <a:lnTo>
                    <a:pt x="561" y="1730"/>
                  </a:lnTo>
                  <a:lnTo>
                    <a:pt x="390" y="1657"/>
                  </a:lnTo>
                  <a:lnTo>
                    <a:pt x="269" y="1535"/>
                  </a:lnTo>
                  <a:lnTo>
                    <a:pt x="147" y="1414"/>
                  </a:lnTo>
                  <a:lnTo>
                    <a:pt x="74" y="1243"/>
                  </a:lnTo>
                  <a:lnTo>
                    <a:pt x="25" y="1073"/>
                  </a:lnTo>
                  <a:lnTo>
                    <a:pt x="1" y="902"/>
                  </a:lnTo>
                  <a:lnTo>
                    <a:pt x="1" y="902"/>
                  </a:lnTo>
                  <a:lnTo>
                    <a:pt x="25" y="732"/>
                  </a:lnTo>
                  <a:lnTo>
                    <a:pt x="74" y="561"/>
                  </a:lnTo>
                  <a:lnTo>
                    <a:pt x="147" y="391"/>
                  </a:lnTo>
                  <a:lnTo>
                    <a:pt x="269" y="269"/>
                  </a:lnTo>
                  <a:lnTo>
                    <a:pt x="390" y="147"/>
                  </a:lnTo>
                  <a:lnTo>
                    <a:pt x="561" y="74"/>
                  </a:lnTo>
                  <a:lnTo>
                    <a:pt x="731" y="25"/>
                  </a:lnTo>
                  <a:lnTo>
                    <a:pt x="902" y="1"/>
                  </a:lnTo>
                  <a:lnTo>
                    <a:pt x="902" y="1"/>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 name="Google Shape;199;p12">
              <a:extLst>
                <a:ext uri="{FF2B5EF4-FFF2-40B4-BE49-F238E27FC236}">
                  <a16:creationId xmlns:a16="http://schemas.microsoft.com/office/drawing/2014/main" id="{32D642D7-CBAB-7629-200C-20814FD4FF8E}"/>
                </a:ext>
              </a:extLst>
            </p:cNvPr>
            <p:cNvSpPr/>
            <p:nvPr/>
          </p:nvSpPr>
          <p:spPr>
            <a:xfrm>
              <a:off x="631050" y="274025"/>
              <a:ext cx="45075" cy="45100"/>
            </a:xfrm>
            <a:custGeom>
              <a:avLst/>
              <a:gdLst/>
              <a:ahLst/>
              <a:cxnLst/>
              <a:rect l="l" t="t" r="r" b="b"/>
              <a:pathLst>
                <a:path w="1803" h="1804" fill="none" extrusionOk="0">
                  <a:moveTo>
                    <a:pt x="0" y="902"/>
                  </a:moveTo>
                  <a:lnTo>
                    <a:pt x="0" y="902"/>
                  </a:lnTo>
                  <a:lnTo>
                    <a:pt x="25" y="732"/>
                  </a:lnTo>
                  <a:lnTo>
                    <a:pt x="73" y="561"/>
                  </a:lnTo>
                  <a:lnTo>
                    <a:pt x="147" y="391"/>
                  </a:lnTo>
                  <a:lnTo>
                    <a:pt x="268" y="269"/>
                  </a:lnTo>
                  <a:lnTo>
                    <a:pt x="390" y="147"/>
                  </a:lnTo>
                  <a:lnTo>
                    <a:pt x="561" y="74"/>
                  </a:lnTo>
                  <a:lnTo>
                    <a:pt x="731" y="25"/>
                  </a:lnTo>
                  <a:lnTo>
                    <a:pt x="902" y="1"/>
                  </a:lnTo>
                  <a:lnTo>
                    <a:pt x="902" y="1"/>
                  </a:lnTo>
                  <a:lnTo>
                    <a:pt x="1072" y="25"/>
                  </a:lnTo>
                  <a:lnTo>
                    <a:pt x="1243" y="74"/>
                  </a:lnTo>
                  <a:lnTo>
                    <a:pt x="1413" y="147"/>
                  </a:lnTo>
                  <a:lnTo>
                    <a:pt x="1535" y="269"/>
                  </a:lnTo>
                  <a:lnTo>
                    <a:pt x="1657" y="391"/>
                  </a:lnTo>
                  <a:lnTo>
                    <a:pt x="1730" y="561"/>
                  </a:lnTo>
                  <a:lnTo>
                    <a:pt x="1778" y="732"/>
                  </a:lnTo>
                  <a:lnTo>
                    <a:pt x="1803" y="902"/>
                  </a:lnTo>
                  <a:lnTo>
                    <a:pt x="1803" y="902"/>
                  </a:lnTo>
                  <a:lnTo>
                    <a:pt x="1778" y="1073"/>
                  </a:lnTo>
                  <a:lnTo>
                    <a:pt x="1730" y="1243"/>
                  </a:lnTo>
                  <a:lnTo>
                    <a:pt x="1657" y="1414"/>
                  </a:lnTo>
                  <a:lnTo>
                    <a:pt x="1535" y="1535"/>
                  </a:lnTo>
                  <a:lnTo>
                    <a:pt x="1413" y="1657"/>
                  </a:lnTo>
                  <a:lnTo>
                    <a:pt x="1243" y="1730"/>
                  </a:lnTo>
                  <a:lnTo>
                    <a:pt x="1072" y="1779"/>
                  </a:lnTo>
                  <a:lnTo>
                    <a:pt x="902" y="1803"/>
                  </a:lnTo>
                  <a:lnTo>
                    <a:pt x="902" y="1803"/>
                  </a:lnTo>
                  <a:lnTo>
                    <a:pt x="731" y="1779"/>
                  </a:lnTo>
                  <a:lnTo>
                    <a:pt x="561" y="1730"/>
                  </a:lnTo>
                  <a:lnTo>
                    <a:pt x="390" y="1657"/>
                  </a:lnTo>
                  <a:lnTo>
                    <a:pt x="268" y="1535"/>
                  </a:lnTo>
                  <a:lnTo>
                    <a:pt x="147" y="1414"/>
                  </a:lnTo>
                  <a:lnTo>
                    <a:pt x="73" y="1243"/>
                  </a:lnTo>
                  <a:lnTo>
                    <a:pt x="25" y="1073"/>
                  </a:lnTo>
                  <a:lnTo>
                    <a:pt x="0" y="902"/>
                  </a:lnTo>
                  <a:lnTo>
                    <a:pt x="0" y="902"/>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 name="Google Shape;200;p12">
              <a:extLst>
                <a:ext uri="{FF2B5EF4-FFF2-40B4-BE49-F238E27FC236}">
                  <a16:creationId xmlns:a16="http://schemas.microsoft.com/office/drawing/2014/main" id="{3CF292B4-7D34-F2CA-ACE0-3D8A1E287B1E}"/>
                </a:ext>
              </a:extLst>
            </p:cNvPr>
            <p:cNvSpPr/>
            <p:nvPr/>
          </p:nvSpPr>
          <p:spPr>
            <a:xfrm>
              <a:off x="649925" y="590050"/>
              <a:ext cx="133975" cy="25"/>
            </a:xfrm>
            <a:custGeom>
              <a:avLst/>
              <a:gdLst/>
              <a:ahLst/>
              <a:cxnLst/>
              <a:rect l="l" t="t" r="r" b="b"/>
              <a:pathLst>
                <a:path w="5359" h="1" fill="none" extrusionOk="0">
                  <a:moveTo>
                    <a:pt x="5358" y="0"/>
                  </a:moveTo>
                  <a:lnTo>
                    <a:pt x="0" y="0"/>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 name="Google Shape;201;p12">
              <a:extLst>
                <a:ext uri="{FF2B5EF4-FFF2-40B4-BE49-F238E27FC236}">
                  <a16:creationId xmlns:a16="http://schemas.microsoft.com/office/drawing/2014/main" id="{EAA2E883-72D5-A5A7-F1DE-B0353A849905}"/>
                </a:ext>
              </a:extLst>
            </p:cNvPr>
            <p:cNvSpPr/>
            <p:nvPr/>
          </p:nvSpPr>
          <p:spPr>
            <a:xfrm>
              <a:off x="649925" y="534625"/>
              <a:ext cx="255750" cy="25"/>
            </a:xfrm>
            <a:custGeom>
              <a:avLst/>
              <a:gdLst/>
              <a:ahLst/>
              <a:cxnLst/>
              <a:rect l="l" t="t" r="r" b="b"/>
              <a:pathLst>
                <a:path w="10230" h="1" fill="none" extrusionOk="0">
                  <a:moveTo>
                    <a:pt x="10229" y="1"/>
                  </a:moveTo>
                  <a:lnTo>
                    <a:pt x="0" y="1"/>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 name="Google Shape;202;p12">
              <a:extLst>
                <a:ext uri="{FF2B5EF4-FFF2-40B4-BE49-F238E27FC236}">
                  <a16:creationId xmlns:a16="http://schemas.microsoft.com/office/drawing/2014/main" id="{BFDD589D-7520-C04D-B154-FE785569BC8E}"/>
                </a:ext>
              </a:extLst>
            </p:cNvPr>
            <p:cNvSpPr/>
            <p:nvPr/>
          </p:nvSpPr>
          <p:spPr>
            <a:xfrm>
              <a:off x="649925" y="479825"/>
              <a:ext cx="255750" cy="25"/>
            </a:xfrm>
            <a:custGeom>
              <a:avLst/>
              <a:gdLst/>
              <a:ahLst/>
              <a:cxnLst/>
              <a:rect l="l" t="t" r="r" b="b"/>
              <a:pathLst>
                <a:path w="10230" h="1" fill="none" extrusionOk="0">
                  <a:moveTo>
                    <a:pt x="10229" y="1"/>
                  </a:moveTo>
                  <a:lnTo>
                    <a:pt x="0" y="1"/>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 name="Google Shape;203;p12">
              <a:extLst>
                <a:ext uri="{FF2B5EF4-FFF2-40B4-BE49-F238E27FC236}">
                  <a16:creationId xmlns:a16="http://schemas.microsoft.com/office/drawing/2014/main" id="{3BE0A233-DCB9-F00A-A4E6-D977265B19FD}"/>
                </a:ext>
              </a:extLst>
            </p:cNvPr>
            <p:cNvSpPr/>
            <p:nvPr/>
          </p:nvSpPr>
          <p:spPr>
            <a:xfrm>
              <a:off x="649925" y="424425"/>
              <a:ext cx="255750" cy="25"/>
            </a:xfrm>
            <a:custGeom>
              <a:avLst/>
              <a:gdLst/>
              <a:ahLst/>
              <a:cxnLst/>
              <a:rect l="l" t="t" r="r" b="b"/>
              <a:pathLst>
                <a:path w="10230" h="1" fill="none" extrusionOk="0">
                  <a:moveTo>
                    <a:pt x="10229" y="1"/>
                  </a:moveTo>
                  <a:lnTo>
                    <a:pt x="0" y="1"/>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 name="Google Shape;204;p12">
              <a:extLst>
                <a:ext uri="{FF2B5EF4-FFF2-40B4-BE49-F238E27FC236}">
                  <a16:creationId xmlns:a16="http://schemas.microsoft.com/office/drawing/2014/main" id="{2780B9AA-F203-8BA2-9EAF-055D1B40DDDB}"/>
                </a:ext>
              </a:extLst>
            </p:cNvPr>
            <p:cNvSpPr/>
            <p:nvPr/>
          </p:nvSpPr>
          <p:spPr>
            <a:xfrm>
              <a:off x="879475" y="274025"/>
              <a:ext cx="45075" cy="45100"/>
            </a:xfrm>
            <a:custGeom>
              <a:avLst/>
              <a:gdLst/>
              <a:ahLst/>
              <a:cxnLst/>
              <a:rect l="l" t="t" r="r" b="b"/>
              <a:pathLst>
                <a:path w="1803" h="1804" fill="none" extrusionOk="0">
                  <a:moveTo>
                    <a:pt x="901" y="1803"/>
                  </a:moveTo>
                  <a:lnTo>
                    <a:pt x="901" y="1803"/>
                  </a:lnTo>
                  <a:lnTo>
                    <a:pt x="731" y="1779"/>
                  </a:lnTo>
                  <a:lnTo>
                    <a:pt x="560" y="1730"/>
                  </a:lnTo>
                  <a:lnTo>
                    <a:pt x="390" y="1657"/>
                  </a:lnTo>
                  <a:lnTo>
                    <a:pt x="268" y="1535"/>
                  </a:lnTo>
                  <a:lnTo>
                    <a:pt x="146" y="1414"/>
                  </a:lnTo>
                  <a:lnTo>
                    <a:pt x="73" y="1243"/>
                  </a:lnTo>
                  <a:lnTo>
                    <a:pt x="25" y="1073"/>
                  </a:lnTo>
                  <a:lnTo>
                    <a:pt x="0" y="902"/>
                  </a:lnTo>
                  <a:lnTo>
                    <a:pt x="0" y="902"/>
                  </a:lnTo>
                  <a:lnTo>
                    <a:pt x="25" y="732"/>
                  </a:lnTo>
                  <a:lnTo>
                    <a:pt x="73" y="561"/>
                  </a:lnTo>
                  <a:lnTo>
                    <a:pt x="146" y="391"/>
                  </a:lnTo>
                  <a:lnTo>
                    <a:pt x="268" y="269"/>
                  </a:lnTo>
                  <a:lnTo>
                    <a:pt x="390" y="147"/>
                  </a:lnTo>
                  <a:lnTo>
                    <a:pt x="560" y="74"/>
                  </a:lnTo>
                  <a:lnTo>
                    <a:pt x="731" y="25"/>
                  </a:lnTo>
                  <a:lnTo>
                    <a:pt x="901" y="1"/>
                  </a:lnTo>
                  <a:lnTo>
                    <a:pt x="901" y="1"/>
                  </a:lnTo>
                  <a:lnTo>
                    <a:pt x="1072" y="25"/>
                  </a:lnTo>
                  <a:lnTo>
                    <a:pt x="1242" y="74"/>
                  </a:lnTo>
                  <a:lnTo>
                    <a:pt x="1413" y="147"/>
                  </a:lnTo>
                  <a:lnTo>
                    <a:pt x="1535" y="269"/>
                  </a:lnTo>
                  <a:lnTo>
                    <a:pt x="1656" y="391"/>
                  </a:lnTo>
                  <a:lnTo>
                    <a:pt x="1729" y="561"/>
                  </a:lnTo>
                  <a:lnTo>
                    <a:pt x="1778" y="732"/>
                  </a:lnTo>
                  <a:lnTo>
                    <a:pt x="1802" y="902"/>
                  </a:lnTo>
                  <a:lnTo>
                    <a:pt x="1802" y="902"/>
                  </a:lnTo>
                  <a:lnTo>
                    <a:pt x="1778" y="1073"/>
                  </a:lnTo>
                  <a:lnTo>
                    <a:pt x="1729" y="1243"/>
                  </a:lnTo>
                  <a:lnTo>
                    <a:pt x="1656" y="1414"/>
                  </a:lnTo>
                  <a:lnTo>
                    <a:pt x="1535" y="1535"/>
                  </a:lnTo>
                  <a:lnTo>
                    <a:pt x="1413" y="1657"/>
                  </a:lnTo>
                  <a:lnTo>
                    <a:pt x="1242" y="1730"/>
                  </a:lnTo>
                  <a:lnTo>
                    <a:pt x="1072" y="1779"/>
                  </a:lnTo>
                  <a:lnTo>
                    <a:pt x="901" y="1803"/>
                  </a:lnTo>
                  <a:lnTo>
                    <a:pt x="901" y="1803"/>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 name="Google Shape;205;p12">
              <a:extLst>
                <a:ext uri="{FF2B5EF4-FFF2-40B4-BE49-F238E27FC236}">
                  <a16:creationId xmlns:a16="http://schemas.microsoft.com/office/drawing/2014/main" id="{C6F58500-C68F-4637-3670-E9253DC473B7}"/>
                </a:ext>
              </a:extLst>
            </p:cNvPr>
            <p:cNvSpPr/>
            <p:nvPr/>
          </p:nvSpPr>
          <p:spPr>
            <a:xfrm>
              <a:off x="654800" y="244200"/>
              <a:ext cx="25" cy="51175"/>
            </a:xfrm>
            <a:custGeom>
              <a:avLst/>
              <a:gdLst/>
              <a:ahLst/>
              <a:cxnLst/>
              <a:rect l="l" t="t" r="r" b="b"/>
              <a:pathLst>
                <a:path w="1" h="2047" fill="none" extrusionOk="0">
                  <a:moveTo>
                    <a:pt x="0" y="1"/>
                  </a:moveTo>
                  <a:lnTo>
                    <a:pt x="0" y="2046"/>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 name="Google Shape;206;p12">
              <a:extLst>
                <a:ext uri="{FF2B5EF4-FFF2-40B4-BE49-F238E27FC236}">
                  <a16:creationId xmlns:a16="http://schemas.microsoft.com/office/drawing/2014/main" id="{01CE956F-868D-8520-10FE-9FC6F419B019}"/>
                </a:ext>
              </a:extLst>
            </p:cNvPr>
            <p:cNvSpPr/>
            <p:nvPr/>
          </p:nvSpPr>
          <p:spPr>
            <a:xfrm>
              <a:off x="737600" y="244200"/>
              <a:ext cx="25" cy="51175"/>
            </a:xfrm>
            <a:custGeom>
              <a:avLst/>
              <a:gdLst/>
              <a:ahLst/>
              <a:cxnLst/>
              <a:rect l="l" t="t" r="r" b="b"/>
              <a:pathLst>
                <a:path w="1" h="2047" fill="none" extrusionOk="0">
                  <a:moveTo>
                    <a:pt x="1" y="1"/>
                  </a:moveTo>
                  <a:lnTo>
                    <a:pt x="1" y="2046"/>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 name="Google Shape;207;p12">
              <a:extLst>
                <a:ext uri="{FF2B5EF4-FFF2-40B4-BE49-F238E27FC236}">
                  <a16:creationId xmlns:a16="http://schemas.microsoft.com/office/drawing/2014/main" id="{EBD33FC0-35CF-8DD0-E1B7-894154ED6306}"/>
                </a:ext>
              </a:extLst>
            </p:cNvPr>
            <p:cNvSpPr/>
            <p:nvPr/>
          </p:nvSpPr>
          <p:spPr>
            <a:xfrm>
              <a:off x="820400" y="244200"/>
              <a:ext cx="25" cy="51175"/>
            </a:xfrm>
            <a:custGeom>
              <a:avLst/>
              <a:gdLst/>
              <a:ahLst/>
              <a:cxnLst/>
              <a:rect l="l" t="t" r="r" b="b"/>
              <a:pathLst>
                <a:path w="1" h="2047" fill="none" extrusionOk="0">
                  <a:moveTo>
                    <a:pt x="1" y="1"/>
                  </a:moveTo>
                  <a:lnTo>
                    <a:pt x="1" y="2046"/>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 name="Google Shape;208;p12">
              <a:extLst>
                <a:ext uri="{FF2B5EF4-FFF2-40B4-BE49-F238E27FC236}">
                  <a16:creationId xmlns:a16="http://schemas.microsoft.com/office/drawing/2014/main" id="{28F285B6-9522-5EF3-9B6B-3F2E14F9CB66}"/>
                </a:ext>
              </a:extLst>
            </p:cNvPr>
            <p:cNvSpPr/>
            <p:nvPr/>
          </p:nvSpPr>
          <p:spPr>
            <a:xfrm>
              <a:off x="903225" y="244200"/>
              <a:ext cx="25" cy="51175"/>
            </a:xfrm>
            <a:custGeom>
              <a:avLst/>
              <a:gdLst/>
              <a:ahLst/>
              <a:cxnLst/>
              <a:rect l="l" t="t" r="r" b="b"/>
              <a:pathLst>
                <a:path w="1" h="2047" fill="none" extrusionOk="0">
                  <a:moveTo>
                    <a:pt x="0" y="1"/>
                  </a:moveTo>
                  <a:lnTo>
                    <a:pt x="0" y="2046"/>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5" name="Text Placeholder 4">
            <a:extLst>
              <a:ext uri="{FF2B5EF4-FFF2-40B4-BE49-F238E27FC236}">
                <a16:creationId xmlns:a16="http://schemas.microsoft.com/office/drawing/2014/main" id="{41CECD23-C4BF-5FEC-CE36-D51593DC1825}"/>
              </a:ext>
            </a:extLst>
          </p:cNvPr>
          <p:cNvSpPr>
            <a:spLocks noGrp="1"/>
          </p:cNvSpPr>
          <p:nvPr>
            <p:ph type="body" idx="2"/>
          </p:nvPr>
        </p:nvSpPr>
        <p:spPr>
          <a:xfrm>
            <a:off x="58906" y="1238541"/>
            <a:ext cx="5287452" cy="2807776"/>
          </a:xfrm>
        </p:spPr>
        <p:txBody>
          <a:bodyPr/>
          <a:lstStyle/>
          <a:p>
            <a:r>
              <a:rPr lang="en-PH" sz="1800" b="1" dirty="0">
                <a:latin typeface="Roboto Condensed" panose="02000000000000000000" pitchFamily="2" charset="0"/>
                <a:ea typeface="Roboto Condensed" panose="02000000000000000000" pitchFamily="2" charset="0"/>
                <a:cs typeface="Roboto Condensed" panose="02000000000000000000" pitchFamily="2" charset="0"/>
              </a:rPr>
              <a:t>Compilers and Interpreters</a:t>
            </a:r>
          </a:p>
          <a:p>
            <a:r>
              <a:rPr lang="en-PH" sz="1800" dirty="0">
                <a:latin typeface="Roboto Condensed" panose="02000000000000000000" pitchFamily="2" charset="0"/>
                <a:ea typeface="Roboto Condensed" panose="02000000000000000000" pitchFamily="2" charset="0"/>
                <a:cs typeface="Roboto Condensed" panose="02000000000000000000" pitchFamily="2" charset="0"/>
              </a:rPr>
              <a:t>Computers only understand </a:t>
            </a:r>
            <a:r>
              <a:rPr lang="en-PH" sz="1800" b="1" dirty="0">
                <a:latin typeface="Roboto Condensed" panose="02000000000000000000" pitchFamily="2" charset="0"/>
                <a:ea typeface="Roboto Condensed" panose="02000000000000000000" pitchFamily="2" charset="0"/>
                <a:cs typeface="Roboto Condensed" panose="02000000000000000000" pitchFamily="2" charset="0"/>
              </a:rPr>
              <a:t>machine code</a:t>
            </a:r>
            <a:r>
              <a:rPr lang="en-PH" sz="1800" dirty="0">
                <a:latin typeface="Roboto Condensed" panose="02000000000000000000" pitchFamily="2" charset="0"/>
                <a:ea typeface="Roboto Condensed" panose="02000000000000000000" pitchFamily="2" charset="0"/>
                <a:cs typeface="Roboto Condensed" panose="02000000000000000000" pitchFamily="2" charset="0"/>
              </a:rPr>
              <a:t>—a binary language of 1s and 0s. Humans write </a:t>
            </a:r>
            <a:r>
              <a:rPr lang="en-PH" sz="1800" b="1" dirty="0">
                <a:latin typeface="Roboto Condensed" panose="02000000000000000000" pitchFamily="2" charset="0"/>
                <a:ea typeface="Roboto Condensed" panose="02000000000000000000" pitchFamily="2" charset="0"/>
                <a:cs typeface="Roboto Condensed" panose="02000000000000000000" pitchFamily="2" charset="0"/>
              </a:rPr>
              <a:t>source code</a:t>
            </a:r>
            <a:r>
              <a:rPr lang="en-PH" sz="1800" dirty="0">
                <a:latin typeface="Roboto Condensed" panose="02000000000000000000" pitchFamily="2" charset="0"/>
                <a:ea typeface="Roboto Condensed" panose="02000000000000000000" pitchFamily="2" charset="0"/>
                <a:cs typeface="Roboto Condensed" panose="02000000000000000000" pitchFamily="2" charset="0"/>
              </a:rPr>
              <a:t> (like Python, Java, or C++) which uses English-like keywords. We need a translator to bridge that gap.</a:t>
            </a:r>
            <a:endParaRPr lang="en-PH" sz="1900" dirty="0">
              <a:latin typeface="Roboto Condensed" panose="02000000000000000000" pitchFamily="2" charset="0"/>
              <a:ea typeface="Roboto Condensed" panose="02000000000000000000" pitchFamily="2" charset="0"/>
              <a:cs typeface="Roboto Condensed" panose="02000000000000000000" pitchFamily="2" charset="0"/>
            </a:endParaRPr>
          </a:p>
          <a:p>
            <a:endParaRPr lang="en-PH" sz="1900" dirty="0">
              <a:latin typeface="Roboto Condensed" panose="02000000000000000000" pitchFamily="2" charset="0"/>
              <a:ea typeface="Roboto Condensed" panose="02000000000000000000" pitchFamily="2" charset="0"/>
              <a:cs typeface="Roboto Condensed" panose="02000000000000000000" pitchFamily="2" charset="0"/>
            </a:endParaRPr>
          </a:p>
        </p:txBody>
      </p:sp>
      <p:pic>
        <p:nvPicPr>
          <p:cNvPr id="3" name="Picture 2">
            <a:extLst>
              <a:ext uri="{FF2B5EF4-FFF2-40B4-BE49-F238E27FC236}">
                <a16:creationId xmlns:a16="http://schemas.microsoft.com/office/drawing/2014/main" id="{C29DBA1D-3CAE-ADF5-AE9B-CD1D79208964}"/>
              </a:ext>
            </a:extLst>
          </p:cNvPr>
          <p:cNvPicPr>
            <a:picLocks noChangeAspect="1"/>
          </p:cNvPicPr>
          <p:nvPr/>
        </p:nvPicPr>
        <p:blipFill>
          <a:blip r:embed="rId3"/>
          <a:stretch>
            <a:fillRect/>
          </a:stretch>
        </p:blipFill>
        <p:spPr>
          <a:xfrm>
            <a:off x="5575968" y="1418324"/>
            <a:ext cx="3568032" cy="2627993"/>
          </a:xfrm>
          <a:prstGeom prst="rect">
            <a:avLst/>
          </a:prstGeom>
        </p:spPr>
      </p:pic>
    </p:spTree>
    <p:extLst>
      <p:ext uri="{BB962C8B-B14F-4D97-AF65-F5344CB8AC3E}">
        <p14:creationId xmlns:p14="http://schemas.microsoft.com/office/powerpoint/2010/main" val="200033565"/>
      </p:ext>
    </p:extLst>
  </p:cSld>
  <p:clrMapOvr>
    <a:masterClrMapping/>
  </p:clrMapOvr>
  <p:transition>
    <p:fade thruBlk="1"/>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88">
          <a:extLst>
            <a:ext uri="{FF2B5EF4-FFF2-40B4-BE49-F238E27FC236}">
              <a16:creationId xmlns:a16="http://schemas.microsoft.com/office/drawing/2014/main" id="{FC646AB5-C3CA-84D3-0C81-4EAC8604E21B}"/>
            </a:ext>
          </a:extLst>
        </p:cNvPr>
        <p:cNvGrpSpPr/>
        <p:nvPr/>
      </p:nvGrpSpPr>
      <p:grpSpPr>
        <a:xfrm>
          <a:off x="0" y="0"/>
          <a:ext cx="0" cy="0"/>
          <a:chOff x="0" y="0"/>
          <a:chExt cx="0" cy="0"/>
        </a:xfrm>
      </p:grpSpPr>
      <p:sp>
        <p:nvSpPr>
          <p:cNvPr id="189" name="Google Shape;189;p12">
            <a:extLst>
              <a:ext uri="{FF2B5EF4-FFF2-40B4-BE49-F238E27FC236}">
                <a16:creationId xmlns:a16="http://schemas.microsoft.com/office/drawing/2014/main" id="{1A3E7179-4107-5C99-3587-73BED1539EDF}"/>
              </a:ext>
            </a:extLst>
          </p:cNvPr>
          <p:cNvSpPr txBox="1">
            <a:spLocks noGrp="1"/>
          </p:cNvSpPr>
          <p:nvPr>
            <p:ph type="title"/>
          </p:nvPr>
        </p:nvSpPr>
        <p:spPr>
          <a:xfrm>
            <a:off x="814275" y="392575"/>
            <a:ext cx="5258400" cy="766200"/>
          </a:xfrm>
          <a:prstGeom prst="rect">
            <a:avLst/>
          </a:prstGeom>
        </p:spPr>
        <p:txBody>
          <a:bodyPr spcFirstLastPara="1" wrap="square" lIns="91425" tIns="91425" rIns="91425" bIns="91425" anchor="ctr" anchorCtr="0">
            <a:noAutofit/>
          </a:bodyPr>
          <a:lstStyle/>
          <a:p>
            <a:pPr lvl="0"/>
            <a:r>
              <a:rPr lang="en-PH" dirty="0"/>
              <a:t>Programming Tools</a:t>
            </a:r>
            <a:endParaRPr dirty="0">
              <a:solidFill>
                <a:schemeClr val="bg1">
                  <a:lumMod val="95000"/>
                </a:schemeClr>
              </a:solidFill>
            </a:endParaRPr>
          </a:p>
        </p:txBody>
      </p:sp>
      <p:sp>
        <p:nvSpPr>
          <p:cNvPr id="192" name="Google Shape;192;p12">
            <a:extLst>
              <a:ext uri="{FF2B5EF4-FFF2-40B4-BE49-F238E27FC236}">
                <a16:creationId xmlns:a16="http://schemas.microsoft.com/office/drawing/2014/main" id="{D28A5376-FC4C-E0AB-39A2-AFF0DFD50E4E}"/>
              </a:ext>
            </a:extLst>
          </p:cNvPr>
          <p:cNvSpPr txBox="1">
            <a:spLocks noGrp="1"/>
          </p:cNvSpPr>
          <p:nvPr>
            <p:ph type="sldNum" idx="12"/>
          </p:nvPr>
        </p:nvSpPr>
        <p:spPr>
          <a:xfrm>
            <a:off x="7618000" y="4636500"/>
            <a:ext cx="1487400" cy="315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GB"/>
              <a:t>17</a:t>
            </a:fld>
            <a:endParaRPr lang="en-GB"/>
          </a:p>
        </p:txBody>
      </p:sp>
      <p:grpSp>
        <p:nvGrpSpPr>
          <p:cNvPr id="194" name="Google Shape;194;p12">
            <a:extLst>
              <a:ext uri="{FF2B5EF4-FFF2-40B4-BE49-F238E27FC236}">
                <a16:creationId xmlns:a16="http://schemas.microsoft.com/office/drawing/2014/main" id="{05C89093-BFA6-389A-994E-AEB4E86527DA}"/>
              </a:ext>
            </a:extLst>
          </p:cNvPr>
          <p:cNvGrpSpPr/>
          <p:nvPr/>
        </p:nvGrpSpPr>
        <p:grpSpPr>
          <a:xfrm>
            <a:off x="293683" y="574116"/>
            <a:ext cx="309041" cy="403123"/>
            <a:chOff x="590250" y="244200"/>
            <a:chExt cx="407975" cy="532175"/>
          </a:xfrm>
        </p:grpSpPr>
        <p:sp>
          <p:nvSpPr>
            <p:cNvPr id="195" name="Google Shape;195;p12">
              <a:extLst>
                <a:ext uri="{FF2B5EF4-FFF2-40B4-BE49-F238E27FC236}">
                  <a16:creationId xmlns:a16="http://schemas.microsoft.com/office/drawing/2014/main" id="{595E9818-5A42-D0DB-8806-8FDE0B93EB38}"/>
                </a:ext>
              </a:extLst>
            </p:cNvPr>
            <p:cNvSpPr/>
            <p:nvPr/>
          </p:nvSpPr>
          <p:spPr>
            <a:xfrm>
              <a:off x="623125" y="313625"/>
              <a:ext cx="375100" cy="462750"/>
            </a:xfrm>
            <a:custGeom>
              <a:avLst/>
              <a:gdLst/>
              <a:ahLst/>
              <a:cxnLst/>
              <a:rect l="l" t="t" r="r" b="b"/>
              <a:pathLst>
                <a:path w="15004" h="18510" fill="none" extrusionOk="0">
                  <a:moveTo>
                    <a:pt x="1" y="17536"/>
                  </a:moveTo>
                  <a:lnTo>
                    <a:pt x="1" y="17536"/>
                  </a:lnTo>
                  <a:lnTo>
                    <a:pt x="1" y="17536"/>
                  </a:lnTo>
                  <a:lnTo>
                    <a:pt x="25" y="17682"/>
                  </a:lnTo>
                  <a:lnTo>
                    <a:pt x="49" y="17852"/>
                  </a:lnTo>
                  <a:lnTo>
                    <a:pt x="123" y="18023"/>
                  </a:lnTo>
                  <a:lnTo>
                    <a:pt x="220" y="18193"/>
                  </a:lnTo>
                  <a:lnTo>
                    <a:pt x="293" y="18291"/>
                  </a:lnTo>
                  <a:lnTo>
                    <a:pt x="390" y="18364"/>
                  </a:lnTo>
                  <a:lnTo>
                    <a:pt x="488" y="18412"/>
                  </a:lnTo>
                  <a:lnTo>
                    <a:pt x="610" y="18461"/>
                  </a:lnTo>
                  <a:lnTo>
                    <a:pt x="756" y="18510"/>
                  </a:lnTo>
                  <a:lnTo>
                    <a:pt x="926" y="18510"/>
                  </a:lnTo>
                  <a:lnTo>
                    <a:pt x="14468" y="18510"/>
                  </a:lnTo>
                  <a:lnTo>
                    <a:pt x="14468" y="18510"/>
                  </a:lnTo>
                  <a:lnTo>
                    <a:pt x="14541" y="18510"/>
                  </a:lnTo>
                  <a:lnTo>
                    <a:pt x="14614" y="18485"/>
                  </a:lnTo>
                  <a:lnTo>
                    <a:pt x="14736" y="18412"/>
                  </a:lnTo>
                  <a:lnTo>
                    <a:pt x="14833" y="18291"/>
                  </a:lnTo>
                  <a:lnTo>
                    <a:pt x="14906" y="18144"/>
                  </a:lnTo>
                  <a:lnTo>
                    <a:pt x="14955" y="17974"/>
                  </a:lnTo>
                  <a:lnTo>
                    <a:pt x="14979" y="17779"/>
                  </a:lnTo>
                  <a:lnTo>
                    <a:pt x="15003" y="17438"/>
                  </a:lnTo>
                  <a:lnTo>
                    <a:pt x="15003" y="487"/>
                  </a:lnTo>
                  <a:lnTo>
                    <a:pt x="15003" y="487"/>
                  </a:lnTo>
                  <a:lnTo>
                    <a:pt x="15003" y="341"/>
                  </a:lnTo>
                  <a:lnTo>
                    <a:pt x="14979" y="219"/>
                  </a:lnTo>
                  <a:lnTo>
                    <a:pt x="14955" y="146"/>
                  </a:lnTo>
                  <a:lnTo>
                    <a:pt x="14906" y="73"/>
                  </a:lnTo>
                  <a:lnTo>
                    <a:pt x="14833" y="49"/>
                  </a:lnTo>
                  <a:lnTo>
                    <a:pt x="14736" y="24"/>
                  </a:lnTo>
                  <a:lnTo>
                    <a:pt x="14468" y="0"/>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 name="Google Shape;196;p12">
              <a:extLst>
                <a:ext uri="{FF2B5EF4-FFF2-40B4-BE49-F238E27FC236}">
                  <a16:creationId xmlns:a16="http://schemas.microsoft.com/office/drawing/2014/main" id="{476B03C9-8E29-3829-5FEB-2A7B6E5A2507}"/>
                </a:ext>
              </a:extLst>
            </p:cNvPr>
            <p:cNvSpPr/>
            <p:nvPr/>
          </p:nvSpPr>
          <p:spPr>
            <a:xfrm>
              <a:off x="590250" y="269775"/>
              <a:ext cx="377525" cy="462775"/>
            </a:xfrm>
            <a:custGeom>
              <a:avLst/>
              <a:gdLst/>
              <a:ahLst/>
              <a:cxnLst/>
              <a:rect l="l" t="t" r="r" b="b"/>
              <a:pathLst>
                <a:path w="15101" h="18511" fill="none" extrusionOk="0">
                  <a:moveTo>
                    <a:pt x="14321" y="0"/>
                  </a:moveTo>
                  <a:lnTo>
                    <a:pt x="780" y="0"/>
                  </a:lnTo>
                  <a:lnTo>
                    <a:pt x="780" y="0"/>
                  </a:lnTo>
                  <a:lnTo>
                    <a:pt x="634" y="25"/>
                  </a:lnTo>
                  <a:lnTo>
                    <a:pt x="488" y="74"/>
                  </a:lnTo>
                  <a:lnTo>
                    <a:pt x="342" y="122"/>
                  </a:lnTo>
                  <a:lnTo>
                    <a:pt x="220" y="220"/>
                  </a:lnTo>
                  <a:lnTo>
                    <a:pt x="122" y="341"/>
                  </a:lnTo>
                  <a:lnTo>
                    <a:pt x="74" y="488"/>
                  </a:lnTo>
                  <a:lnTo>
                    <a:pt x="25" y="634"/>
                  </a:lnTo>
                  <a:lnTo>
                    <a:pt x="1" y="780"/>
                  </a:lnTo>
                  <a:lnTo>
                    <a:pt x="1" y="17731"/>
                  </a:lnTo>
                  <a:lnTo>
                    <a:pt x="1" y="17731"/>
                  </a:lnTo>
                  <a:lnTo>
                    <a:pt x="25" y="17877"/>
                  </a:lnTo>
                  <a:lnTo>
                    <a:pt x="74" y="18023"/>
                  </a:lnTo>
                  <a:lnTo>
                    <a:pt x="122" y="18169"/>
                  </a:lnTo>
                  <a:lnTo>
                    <a:pt x="220" y="18291"/>
                  </a:lnTo>
                  <a:lnTo>
                    <a:pt x="342" y="18388"/>
                  </a:lnTo>
                  <a:lnTo>
                    <a:pt x="488" y="18437"/>
                  </a:lnTo>
                  <a:lnTo>
                    <a:pt x="634" y="18486"/>
                  </a:lnTo>
                  <a:lnTo>
                    <a:pt x="780" y="18510"/>
                  </a:lnTo>
                  <a:lnTo>
                    <a:pt x="14321" y="18510"/>
                  </a:lnTo>
                  <a:lnTo>
                    <a:pt x="14321" y="18510"/>
                  </a:lnTo>
                  <a:lnTo>
                    <a:pt x="14467" y="18486"/>
                  </a:lnTo>
                  <a:lnTo>
                    <a:pt x="14614" y="18437"/>
                  </a:lnTo>
                  <a:lnTo>
                    <a:pt x="14760" y="18388"/>
                  </a:lnTo>
                  <a:lnTo>
                    <a:pt x="14881" y="18291"/>
                  </a:lnTo>
                  <a:lnTo>
                    <a:pt x="14979" y="18169"/>
                  </a:lnTo>
                  <a:lnTo>
                    <a:pt x="15028" y="18023"/>
                  </a:lnTo>
                  <a:lnTo>
                    <a:pt x="15076" y="17877"/>
                  </a:lnTo>
                  <a:lnTo>
                    <a:pt x="15101" y="17731"/>
                  </a:lnTo>
                  <a:lnTo>
                    <a:pt x="15101" y="780"/>
                  </a:lnTo>
                  <a:lnTo>
                    <a:pt x="15101" y="780"/>
                  </a:lnTo>
                  <a:lnTo>
                    <a:pt x="15076" y="634"/>
                  </a:lnTo>
                  <a:lnTo>
                    <a:pt x="15028" y="488"/>
                  </a:lnTo>
                  <a:lnTo>
                    <a:pt x="14979" y="341"/>
                  </a:lnTo>
                  <a:lnTo>
                    <a:pt x="14881" y="220"/>
                  </a:lnTo>
                  <a:lnTo>
                    <a:pt x="14760" y="122"/>
                  </a:lnTo>
                  <a:lnTo>
                    <a:pt x="14614" y="74"/>
                  </a:lnTo>
                  <a:lnTo>
                    <a:pt x="14467" y="25"/>
                  </a:lnTo>
                  <a:lnTo>
                    <a:pt x="14321" y="0"/>
                  </a:lnTo>
                  <a:lnTo>
                    <a:pt x="14321" y="0"/>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 name="Google Shape;197;p12">
              <a:extLst>
                <a:ext uri="{FF2B5EF4-FFF2-40B4-BE49-F238E27FC236}">
                  <a16:creationId xmlns:a16="http://schemas.microsoft.com/office/drawing/2014/main" id="{CBABCE2A-D017-8233-6B13-3CDB696267F0}"/>
                </a:ext>
              </a:extLst>
            </p:cNvPr>
            <p:cNvSpPr/>
            <p:nvPr/>
          </p:nvSpPr>
          <p:spPr>
            <a:xfrm>
              <a:off x="796650" y="274025"/>
              <a:ext cx="45100" cy="45100"/>
            </a:xfrm>
            <a:custGeom>
              <a:avLst/>
              <a:gdLst/>
              <a:ahLst/>
              <a:cxnLst/>
              <a:rect l="l" t="t" r="r" b="b"/>
              <a:pathLst>
                <a:path w="1804" h="1804" fill="none" extrusionOk="0">
                  <a:moveTo>
                    <a:pt x="902" y="1"/>
                  </a:moveTo>
                  <a:lnTo>
                    <a:pt x="902" y="1"/>
                  </a:lnTo>
                  <a:lnTo>
                    <a:pt x="1073" y="25"/>
                  </a:lnTo>
                  <a:lnTo>
                    <a:pt x="1243" y="74"/>
                  </a:lnTo>
                  <a:lnTo>
                    <a:pt x="1414" y="147"/>
                  </a:lnTo>
                  <a:lnTo>
                    <a:pt x="1535" y="269"/>
                  </a:lnTo>
                  <a:lnTo>
                    <a:pt x="1657" y="391"/>
                  </a:lnTo>
                  <a:lnTo>
                    <a:pt x="1730" y="561"/>
                  </a:lnTo>
                  <a:lnTo>
                    <a:pt x="1779" y="732"/>
                  </a:lnTo>
                  <a:lnTo>
                    <a:pt x="1803" y="902"/>
                  </a:lnTo>
                  <a:lnTo>
                    <a:pt x="1803" y="902"/>
                  </a:lnTo>
                  <a:lnTo>
                    <a:pt x="1779" y="1073"/>
                  </a:lnTo>
                  <a:lnTo>
                    <a:pt x="1730" y="1243"/>
                  </a:lnTo>
                  <a:lnTo>
                    <a:pt x="1657" y="1414"/>
                  </a:lnTo>
                  <a:lnTo>
                    <a:pt x="1535" y="1535"/>
                  </a:lnTo>
                  <a:lnTo>
                    <a:pt x="1414" y="1657"/>
                  </a:lnTo>
                  <a:lnTo>
                    <a:pt x="1243" y="1730"/>
                  </a:lnTo>
                  <a:lnTo>
                    <a:pt x="1073" y="1779"/>
                  </a:lnTo>
                  <a:lnTo>
                    <a:pt x="902" y="1803"/>
                  </a:lnTo>
                  <a:lnTo>
                    <a:pt x="902" y="1803"/>
                  </a:lnTo>
                  <a:lnTo>
                    <a:pt x="732" y="1779"/>
                  </a:lnTo>
                  <a:lnTo>
                    <a:pt x="561" y="1730"/>
                  </a:lnTo>
                  <a:lnTo>
                    <a:pt x="391" y="1657"/>
                  </a:lnTo>
                  <a:lnTo>
                    <a:pt x="269" y="1535"/>
                  </a:lnTo>
                  <a:lnTo>
                    <a:pt x="147" y="1414"/>
                  </a:lnTo>
                  <a:lnTo>
                    <a:pt x="74" y="1243"/>
                  </a:lnTo>
                  <a:lnTo>
                    <a:pt x="25" y="1073"/>
                  </a:lnTo>
                  <a:lnTo>
                    <a:pt x="1" y="902"/>
                  </a:lnTo>
                  <a:lnTo>
                    <a:pt x="1" y="902"/>
                  </a:lnTo>
                  <a:lnTo>
                    <a:pt x="25" y="732"/>
                  </a:lnTo>
                  <a:lnTo>
                    <a:pt x="74" y="561"/>
                  </a:lnTo>
                  <a:lnTo>
                    <a:pt x="147" y="391"/>
                  </a:lnTo>
                  <a:lnTo>
                    <a:pt x="269" y="269"/>
                  </a:lnTo>
                  <a:lnTo>
                    <a:pt x="391" y="147"/>
                  </a:lnTo>
                  <a:lnTo>
                    <a:pt x="561" y="74"/>
                  </a:lnTo>
                  <a:lnTo>
                    <a:pt x="732" y="25"/>
                  </a:lnTo>
                  <a:lnTo>
                    <a:pt x="902" y="1"/>
                  </a:lnTo>
                  <a:lnTo>
                    <a:pt x="902" y="1"/>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 name="Google Shape;198;p12">
              <a:extLst>
                <a:ext uri="{FF2B5EF4-FFF2-40B4-BE49-F238E27FC236}">
                  <a16:creationId xmlns:a16="http://schemas.microsoft.com/office/drawing/2014/main" id="{9633F8F3-5652-4013-45A5-A55752D2EEF5}"/>
                </a:ext>
              </a:extLst>
            </p:cNvPr>
            <p:cNvSpPr/>
            <p:nvPr/>
          </p:nvSpPr>
          <p:spPr>
            <a:xfrm>
              <a:off x="713850" y="274025"/>
              <a:ext cx="45075" cy="45100"/>
            </a:xfrm>
            <a:custGeom>
              <a:avLst/>
              <a:gdLst/>
              <a:ahLst/>
              <a:cxnLst/>
              <a:rect l="l" t="t" r="r" b="b"/>
              <a:pathLst>
                <a:path w="1803" h="1804" fill="none" extrusionOk="0">
                  <a:moveTo>
                    <a:pt x="902" y="1"/>
                  </a:moveTo>
                  <a:lnTo>
                    <a:pt x="902" y="1"/>
                  </a:lnTo>
                  <a:lnTo>
                    <a:pt x="1072" y="25"/>
                  </a:lnTo>
                  <a:lnTo>
                    <a:pt x="1243" y="74"/>
                  </a:lnTo>
                  <a:lnTo>
                    <a:pt x="1413" y="147"/>
                  </a:lnTo>
                  <a:lnTo>
                    <a:pt x="1535" y="269"/>
                  </a:lnTo>
                  <a:lnTo>
                    <a:pt x="1657" y="391"/>
                  </a:lnTo>
                  <a:lnTo>
                    <a:pt x="1730" y="561"/>
                  </a:lnTo>
                  <a:lnTo>
                    <a:pt x="1779" y="732"/>
                  </a:lnTo>
                  <a:lnTo>
                    <a:pt x="1803" y="902"/>
                  </a:lnTo>
                  <a:lnTo>
                    <a:pt x="1803" y="902"/>
                  </a:lnTo>
                  <a:lnTo>
                    <a:pt x="1779" y="1073"/>
                  </a:lnTo>
                  <a:lnTo>
                    <a:pt x="1730" y="1243"/>
                  </a:lnTo>
                  <a:lnTo>
                    <a:pt x="1657" y="1414"/>
                  </a:lnTo>
                  <a:lnTo>
                    <a:pt x="1535" y="1535"/>
                  </a:lnTo>
                  <a:lnTo>
                    <a:pt x="1413" y="1657"/>
                  </a:lnTo>
                  <a:lnTo>
                    <a:pt x="1243" y="1730"/>
                  </a:lnTo>
                  <a:lnTo>
                    <a:pt x="1072" y="1779"/>
                  </a:lnTo>
                  <a:lnTo>
                    <a:pt x="902" y="1803"/>
                  </a:lnTo>
                  <a:lnTo>
                    <a:pt x="902" y="1803"/>
                  </a:lnTo>
                  <a:lnTo>
                    <a:pt x="731" y="1779"/>
                  </a:lnTo>
                  <a:lnTo>
                    <a:pt x="561" y="1730"/>
                  </a:lnTo>
                  <a:lnTo>
                    <a:pt x="390" y="1657"/>
                  </a:lnTo>
                  <a:lnTo>
                    <a:pt x="269" y="1535"/>
                  </a:lnTo>
                  <a:lnTo>
                    <a:pt x="147" y="1414"/>
                  </a:lnTo>
                  <a:lnTo>
                    <a:pt x="74" y="1243"/>
                  </a:lnTo>
                  <a:lnTo>
                    <a:pt x="25" y="1073"/>
                  </a:lnTo>
                  <a:lnTo>
                    <a:pt x="1" y="902"/>
                  </a:lnTo>
                  <a:lnTo>
                    <a:pt x="1" y="902"/>
                  </a:lnTo>
                  <a:lnTo>
                    <a:pt x="25" y="732"/>
                  </a:lnTo>
                  <a:lnTo>
                    <a:pt x="74" y="561"/>
                  </a:lnTo>
                  <a:lnTo>
                    <a:pt x="147" y="391"/>
                  </a:lnTo>
                  <a:lnTo>
                    <a:pt x="269" y="269"/>
                  </a:lnTo>
                  <a:lnTo>
                    <a:pt x="390" y="147"/>
                  </a:lnTo>
                  <a:lnTo>
                    <a:pt x="561" y="74"/>
                  </a:lnTo>
                  <a:lnTo>
                    <a:pt x="731" y="25"/>
                  </a:lnTo>
                  <a:lnTo>
                    <a:pt x="902" y="1"/>
                  </a:lnTo>
                  <a:lnTo>
                    <a:pt x="902" y="1"/>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 name="Google Shape;199;p12">
              <a:extLst>
                <a:ext uri="{FF2B5EF4-FFF2-40B4-BE49-F238E27FC236}">
                  <a16:creationId xmlns:a16="http://schemas.microsoft.com/office/drawing/2014/main" id="{4F8EEAAC-D9D7-99AD-27D0-53B49DA5C07C}"/>
                </a:ext>
              </a:extLst>
            </p:cNvPr>
            <p:cNvSpPr/>
            <p:nvPr/>
          </p:nvSpPr>
          <p:spPr>
            <a:xfrm>
              <a:off x="631050" y="274025"/>
              <a:ext cx="45075" cy="45100"/>
            </a:xfrm>
            <a:custGeom>
              <a:avLst/>
              <a:gdLst/>
              <a:ahLst/>
              <a:cxnLst/>
              <a:rect l="l" t="t" r="r" b="b"/>
              <a:pathLst>
                <a:path w="1803" h="1804" fill="none" extrusionOk="0">
                  <a:moveTo>
                    <a:pt x="0" y="902"/>
                  </a:moveTo>
                  <a:lnTo>
                    <a:pt x="0" y="902"/>
                  </a:lnTo>
                  <a:lnTo>
                    <a:pt x="25" y="732"/>
                  </a:lnTo>
                  <a:lnTo>
                    <a:pt x="73" y="561"/>
                  </a:lnTo>
                  <a:lnTo>
                    <a:pt x="147" y="391"/>
                  </a:lnTo>
                  <a:lnTo>
                    <a:pt x="268" y="269"/>
                  </a:lnTo>
                  <a:lnTo>
                    <a:pt x="390" y="147"/>
                  </a:lnTo>
                  <a:lnTo>
                    <a:pt x="561" y="74"/>
                  </a:lnTo>
                  <a:lnTo>
                    <a:pt x="731" y="25"/>
                  </a:lnTo>
                  <a:lnTo>
                    <a:pt x="902" y="1"/>
                  </a:lnTo>
                  <a:lnTo>
                    <a:pt x="902" y="1"/>
                  </a:lnTo>
                  <a:lnTo>
                    <a:pt x="1072" y="25"/>
                  </a:lnTo>
                  <a:lnTo>
                    <a:pt x="1243" y="74"/>
                  </a:lnTo>
                  <a:lnTo>
                    <a:pt x="1413" y="147"/>
                  </a:lnTo>
                  <a:lnTo>
                    <a:pt x="1535" y="269"/>
                  </a:lnTo>
                  <a:lnTo>
                    <a:pt x="1657" y="391"/>
                  </a:lnTo>
                  <a:lnTo>
                    <a:pt x="1730" y="561"/>
                  </a:lnTo>
                  <a:lnTo>
                    <a:pt x="1778" y="732"/>
                  </a:lnTo>
                  <a:lnTo>
                    <a:pt x="1803" y="902"/>
                  </a:lnTo>
                  <a:lnTo>
                    <a:pt x="1803" y="902"/>
                  </a:lnTo>
                  <a:lnTo>
                    <a:pt x="1778" y="1073"/>
                  </a:lnTo>
                  <a:lnTo>
                    <a:pt x="1730" y="1243"/>
                  </a:lnTo>
                  <a:lnTo>
                    <a:pt x="1657" y="1414"/>
                  </a:lnTo>
                  <a:lnTo>
                    <a:pt x="1535" y="1535"/>
                  </a:lnTo>
                  <a:lnTo>
                    <a:pt x="1413" y="1657"/>
                  </a:lnTo>
                  <a:lnTo>
                    <a:pt x="1243" y="1730"/>
                  </a:lnTo>
                  <a:lnTo>
                    <a:pt x="1072" y="1779"/>
                  </a:lnTo>
                  <a:lnTo>
                    <a:pt x="902" y="1803"/>
                  </a:lnTo>
                  <a:lnTo>
                    <a:pt x="902" y="1803"/>
                  </a:lnTo>
                  <a:lnTo>
                    <a:pt x="731" y="1779"/>
                  </a:lnTo>
                  <a:lnTo>
                    <a:pt x="561" y="1730"/>
                  </a:lnTo>
                  <a:lnTo>
                    <a:pt x="390" y="1657"/>
                  </a:lnTo>
                  <a:lnTo>
                    <a:pt x="268" y="1535"/>
                  </a:lnTo>
                  <a:lnTo>
                    <a:pt x="147" y="1414"/>
                  </a:lnTo>
                  <a:lnTo>
                    <a:pt x="73" y="1243"/>
                  </a:lnTo>
                  <a:lnTo>
                    <a:pt x="25" y="1073"/>
                  </a:lnTo>
                  <a:lnTo>
                    <a:pt x="0" y="902"/>
                  </a:lnTo>
                  <a:lnTo>
                    <a:pt x="0" y="902"/>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 name="Google Shape;200;p12">
              <a:extLst>
                <a:ext uri="{FF2B5EF4-FFF2-40B4-BE49-F238E27FC236}">
                  <a16:creationId xmlns:a16="http://schemas.microsoft.com/office/drawing/2014/main" id="{4991203B-9EBF-E2BA-F5E3-A554D687EB57}"/>
                </a:ext>
              </a:extLst>
            </p:cNvPr>
            <p:cNvSpPr/>
            <p:nvPr/>
          </p:nvSpPr>
          <p:spPr>
            <a:xfrm>
              <a:off x="649925" y="590050"/>
              <a:ext cx="133975" cy="25"/>
            </a:xfrm>
            <a:custGeom>
              <a:avLst/>
              <a:gdLst/>
              <a:ahLst/>
              <a:cxnLst/>
              <a:rect l="l" t="t" r="r" b="b"/>
              <a:pathLst>
                <a:path w="5359" h="1" fill="none" extrusionOk="0">
                  <a:moveTo>
                    <a:pt x="5358" y="0"/>
                  </a:moveTo>
                  <a:lnTo>
                    <a:pt x="0" y="0"/>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 name="Google Shape;201;p12">
              <a:extLst>
                <a:ext uri="{FF2B5EF4-FFF2-40B4-BE49-F238E27FC236}">
                  <a16:creationId xmlns:a16="http://schemas.microsoft.com/office/drawing/2014/main" id="{E0046551-4495-1EC5-6F6B-4EBEA1215537}"/>
                </a:ext>
              </a:extLst>
            </p:cNvPr>
            <p:cNvSpPr/>
            <p:nvPr/>
          </p:nvSpPr>
          <p:spPr>
            <a:xfrm>
              <a:off x="649925" y="534625"/>
              <a:ext cx="255750" cy="25"/>
            </a:xfrm>
            <a:custGeom>
              <a:avLst/>
              <a:gdLst/>
              <a:ahLst/>
              <a:cxnLst/>
              <a:rect l="l" t="t" r="r" b="b"/>
              <a:pathLst>
                <a:path w="10230" h="1" fill="none" extrusionOk="0">
                  <a:moveTo>
                    <a:pt x="10229" y="1"/>
                  </a:moveTo>
                  <a:lnTo>
                    <a:pt x="0" y="1"/>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 name="Google Shape;202;p12">
              <a:extLst>
                <a:ext uri="{FF2B5EF4-FFF2-40B4-BE49-F238E27FC236}">
                  <a16:creationId xmlns:a16="http://schemas.microsoft.com/office/drawing/2014/main" id="{3105700A-73DE-FC8B-F105-A5983A21314F}"/>
                </a:ext>
              </a:extLst>
            </p:cNvPr>
            <p:cNvSpPr/>
            <p:nvPr/>
          </p:nvSpPr>
          <p:spPr>
            <a:xfrm>
              <a:off x="649925" y="479825"/>
              <a:ext cx="255750" cy="25"/>
            </a:xfrm>
            <a:custGeom>
              <a:avLst/>
              <a:gdLst/>
              <a:ahLst/>
              <a:cxnLst/>
              <a:rect l="l" t="t" r="r" b="b"/>
              <a:pathLst>
                <a:path w="10230" h="1" fill="none" extrusionOk="0">
                  <a:moveTo>
                    <a:pt x="10229" y="1"/>
                  </a:moveTo>
                  <a:lnTo>
                    <a:pt x="0" y="1"/>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 name="Google Shape;203;p12">
              <a:extLst>
                <a:ext uri="{FF2B5EF4-FFF2-40B4-BE49-F238E27FC236}">
                  <a16:creationId xmlns:a16="http://schemas.microsoft.com/office/drawing/2014/main" id="{30A8AAC6-38F0-8AD2-0015-E0F0DE883351}"/>
                </a:ext>
              </a:extLst>
            </p:cNvPr>
            <p:cNvSpPr/>
            <p:nvPr/>
          </p:nvSpPr>
          <p:spPr>
            <a:xfrm>
              <a:off x="649925" y="424425"/>
              <a:ext cx="255750" cy="25"/>
            </a:xfrm>
            <a:custGeom>
              <a:avLst/>
              <a:gdLst/>
              <a:ahLst/>
              <a:cxnLst/>
              <a:rect l="l" t="t" r="r" b="b"/>
              <a:pathLst>
                <a:path w="10230" h="1" fill="none" extrusionOk="0">
                  <a:moveTo>
                    <a:pt x="10229" y="1"/>
                  </a:moveTo>
                  <a:lnTo>
                    <a:pt x="0" y="1"/>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 name="Google Shape;204;p12">
              <a:extLst>
                <a:ext uri="{FF2B5EF4-FFF2-40B4-BE49-F238E27FC236}">
                  <a16:creationId xmlns:a16="http://schemas.microsoft.com/office/drawing/2014/main" id="{899097D7-C7CD-355F-6908-C183FFA5D479}"/>
                </a:ext>
              </a:extLst>
            </p:cNvPr>
            <p:cNvSpPr/>
            <p:nvPr/>
          </p:nvSpPr>
          <p:spPr>
            <a:xfrm>
              <a:off x="879475" y="274025"/>
              <a:ext cx="45075" cy="45100"/>
            </a:xfrm>
            <a:custGeom>
              <a:avLst/>
              <a:gdLst/>
              <a:ahLst/>
              <a:cxnLst/>
              <a:rect l="l" t="t" r="r" b="b"/>
              <a:pathLst>
                <a:path w="1803" h="1804" fill="none" extrusionOk="0">
                  <a:moveTo>
                    <a:pt x="901" y="1803"/>
                  </a:moveTo>
                  <a:lnTo>
                    <a:pt x="901" y="1803"/>
                  </a:lnTo>
                  <a:lnTo>
                    <a:pt x="731" y="1779"/>
                  </a:lnTo>
                  <a:lnTo>
                    <a:pt x="560" y="1730"/>
                  </a:lnTo>
                  <a:lnTo>
                    <a:pt x="390" y="1657"/>
                  </a:lnTo>
                  <a:lnTo>
                    <a:pt x="268" y="1535"/>
                  </a:lnTo>
                  <a:lnTo>
                    <a:pt x="146" y="1414"/>
                  </a:lnTo>
                  <a:lnTo>
                    <a:pt x="73" y="1243"/>
                  </a:lnTo>
                  <a:lnTo>
                    <a:pt x="25" y="1073"/>
                  </a:lnTo>
                  <a:lnTo>
                    <a:pt x="0" y="902"/>
                  </a:lnTo>
                  <a:lnTo>
                    <a:pt x="0" y="902"/>
                  </a:lnTo>
                  <a:lnTo>
                    <a:pt x="25" y="732"/>
                  </a:lnTo>
                  <a:lnTo>
                    <a:pt x="73" y="561"/>
                  </a:lnTo>
                  <a:lnTo>
                    <a:pt x="146" y="391"/>
                  </a:lnTo>
                  <a:lnTo>
                    <a:pt x="268" y="269"/>
                  </a:lnTo>
                  <a:lnTo>
                    <a:pt x="390" y="147"/>
                  </a:lnTo>
                  <a:lnTo>
                    <a:pt x="560" y="74"/>
                  </a:lnTo>
                  <a:lnTo>
                    <a:pt x="731" y="25"/>
                  </a:lnTo>
                  <a:lnTo>
                    <a:pt x="901" y="1"/>
                  </a:lnTo>
                  <a:lnTo>
                    <a:pt x="901" y="1"/>
                  </a:lnTo>
                  <a:lnTo>
                    <a:pt x="1072" y="25"/>
                  </a:lnTo>
                  <a:lnTo>
                    <a:pt x="1242" y="74"/>
                  </a:lnTo>
                  <a:lnTo>
                    <a:pt x="1413" y="147"/>
                  </a:lnTo>
                  <a:lnTo>
                    <a:pt x="1535" y="269"/>
                  </a:lnTo>
                  <a:lnTo>
                    <a:pt x="1656" y="391"/>
                  </a:lnTo>
                  <a:lnTo>
                    <a:pt x="1729" y="561"/>
                  </a:lnTo>
                  <a:lnTo>
                    <a:pt x="1778" y="732"/>
                  </a:lnTo>
                  <a:lnTo>
                    <a:pt x="1802" y="902"/>
                  </a:lnTo>
                  <a:lnTo>
                    <a:pt x="1802" y="902"/>
                  </a:lnTo>
                  <a:lnTo>
                    <a:pt x="1778" y="1073"/>
                  </a:lnTo>
                  <a:lnTo>
                    <a:pt x="1729" y="1243"/>
                  </a:lnTo>
                  <a:lnTo>
                    <a:pt x="1656" y="1414"/>
                  </a:lnTo>
                  <a:lnTo>
                    <a:pt x="1535" y="1535"/>
                  </a:lnTo>
                  <a:lnTo>
                    <a:pt x="1413" y="1657"/>
                  </a:lnTo>
                  <a:lnTo>
                    <a:pt x="1242" y="1730"/>
                  </a:lnTo>
                  <a:lnTo>
                    <a:pt x="1072" y="1779"/>
                  </a:lnTo>
                  <a:lnTo>
                    <a:pt x="901" y="1803"/>
                  </a:lnTo>
                  <a:lnTo>
                    <a:pt x="901" y="1803"/>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 name="Google Shape;205;p12">
              <a:extLst>
                <a:ext uri="{FF2B5EF4-FFF2-40B4-BE49-F238E27FC236}">
                  <a16:creationId xmlns:a16="http://schemas.microsoft.com/office/drawing/2014/main" id="{3B116489-D90C-091E-67C4-8F7883E04EC2}"/>
                </a:ext>
              </a:extLst>
            </p:cNvPr>
            <p:cNvSpPr/>
            <p:nvPr/>
          </p:nvSpPr>
          <p:spPr>
            <a:xfrm>
              <a:off x="654800" y="244200"/>
              <a:ext cx="25" cy="51175"/>
            </a:xfrm>
            <a:custGeom>
              <a:avLst/>
              <a:gdLst/>
              <a:ahLst/>
              <a:cxnLst/>
              <a:rect l="l" t="t" r="r" b="b"/>
              <a:pathLst>
                <a:path w="1" h="2047" fill="none" extrusionOk="0">
                  <a:moveTo>
                    <a:pt x="0" y="1"/>
                  </a:moveTo>
                  <a:lnTo>
                    <a:pt x="0" y="2046"/>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 name="Google Shape;206;p12">
              <a:extLst>
                <a:ext uri="{FF2B5EF4-FFF2-40B4-BE49-F238E27FC236}">
                  <a16:creationId xmlns:a16="http://schemas.microsoft.com/office/drawing/2014/main" id="{0CD42B19-27E0-9AFA-2765-5A898978CFDD}"/>
                </a:ext>
              </a:extLst>
            </p:cNvPr>
            <p:cNvSpPr/>
            <p:nvPr/>
          </p:nvSpPr>
          <p:spPr>
            <a:xfrm>
              <a:off x="737600" y="244200"/>
              <a:ext cx="25" cy="51175"/>
            </a:xfrm>
            <a:custGeom>
              <a:avLst/>
              <a:gdLst/>
              <a:ahLst/>
              <a:cxnLst/>
              <a:rect l="l" t="t" r="r" b="b"/>
              <a:pathLst>
                <a:path w="1" h="2047" fill="none" extrusionOk="0">
                  <a:moveTo>
                    <a:pt x="1" y="1"/>
                  </a:moveTo>
                  <a:lnTo>
                    <a:pt x="1" y="2046"/>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 name="Google Shape;207;p12">
              <a:extLst>
                <a:ext uri="{FF2B5EF4-FFF2-40B4-BE49-F238E27FC236}">
                  <a16:creationId xmlns:a16="http://schemas.microsoft.com/office/drawing/2014/main" id="{A4F357DC-980F-522D-59AB-2427FAF04219}"/>
                </a:ext>
              </a:extLst>
            </p:cNvPr>
            <p:cNvSpPr/>
            <p:nvPr/>
          </p:nvSpPr>
          <p:spPr>
            <a:xfrm>
              <a:off x="820400" y="244200"/>
              <a:ext cx="25" cy="51175"/>
            </a:xfrm>
            <a:custGeom>
              <a:avLst/>
              <a:gdLst/>
              <a:ahLst/>
              <a:cxnLst/>
              <a:rect l="l" t="t" r="r" b="b"/>
              <a:pathLst>
                <a:path w="1" h="2047" fill="none" extrusionOk="0">
                  <a:moveTo>
                    <a:pt x="1" y="1"/>
                  </a:moveTo>
                  <a:lnTo>
                    <a:pt x="1" y="2046"/>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 name="Google Shape;208;p12">
              <a:extLst>
                <a:ext uri="{FF2B5EF4-FFF2-40B4-BE49-F238E27FC236}">
                  <a16:creationId xmlns:a16="http://schemas.microsoft.com/office/drawing/2014/main" id="{93CF6DFD-64E9-105A-813E-B38E9C435C7B}"/>
                </a:ext>
              </a:extLst>
            </p:cNvPr>
            <p:cNvSpPr/>
            <p:nvPr/>
          </p:nvSpPr>
          <p:spPr>
            <a:xfrm>
              <a:off x="903225" y="244200"/>
              <a:ext cx="25" cy="51175"/>
            </a:xfrm>
            <a:custGeom>
              <a:avLst/>
              <a:gdLst/>
              <a:ahLst/>
              <a:cxnLst/>
              <a:rect l="l" t="t" r="r" b="b"/>
              <a:pathLst>
                <a:path w="1" h="2047" fill="none" extrusionOk="0">
                  <a:moveTo>
                    <a:pt x="0" y="1"/>
                  </a:moveTo>
                  <a:lnTo>
                    <a:pt x="0" y="2046"/>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5" name="Text Placeholder 4">
            <a:extLst>
              <a:ext uri="{FF2B5EF4-FFF2-40B4-BE49-F238E27FC236}">
                <a16:creationId xmlns:a16="http://schemas.microsoft.com/office/drawing/2014/main" id="{B1E1BFB4-5279-BCBF-0104-BA5FB335D1C9}"/>
              </a:ext>
            </a:extLst>
          </p:cNvPr>
          <p:cNvSpPr>
            <a:spLocks noGrp="1"/>
          </p:cNvSpPr>
          <p:nvPr>
            <p:ph type="body" idx="2"/>
          </p:nvPr>
        </p:nvSpPr>
        <p:spPr>
          <a:xfrm>
            <a:off x="58905" y="1238541"/>
            <a:ext cx="5592251" cy="2807776"/>
          </a:xfrm>
        </p:spPr>
        <p:txBody>
          <a:bodyPr/>
          <a:lstStyle/>
          <a:p>
            <a:r>
              <a:rPr lang="en-PH" sz="1800" b="1" dirty="0">
                <a:latin typeface="Roboto Condensed" panose="02000000000000000000" pitchFamily="2" charset="0"/>
                <a:ea typeface="Roboto Condensed" panose="02000000000000000000" pitchFamily="2" charset="0"/>
                <a:cs typeface="Roboto Condensed" panose="02000000000000000000" pitchFamily="2" charset="0"/>
              </a:rPr>
              <a:t>Compilers and Interpreters</a:t>
            </a:r>
          </a:p>
          <a:p>
            <a:pPr lvl="0"/>
            <a:r>
              <a:rPr lang="en-PH" sz="1800" b="1" dirty="0">
                <a:latin typeface="Roboto Condensed" panose="02000000000000000000" pitchFamily="2" charset="0"/>
                <a:ea typeface="Roboto Condensed" panose="02000000000000000000" pitchFamily="2" charset="0"/>
                <a:cs typeface="Roboto Condensed" panose="02000000000000000000" pitchFamily="2" charset="0"/>
              </a:rPr>
              <a:t>Compiler:</a:t>
            </a:r>
            <a:r>
              <a:rPr lang="en-PH" sz="1800" dirty="0">
                <a:latin typeface="Roboto Condensed" panose="02000000000000000000" pitchFamily="2" charset="0"/>
                <a:ea typeface="Roboto Condensed" panose="02000000000000000000" pitchFamily="2" charset="0"/>
                <a:cs typeface="Roboto Condensed" panose="02000000000000000000" pitchFamily="2" charset="0"/>
              </a:rPr>
              <a:t> Takes your entire source code file, translates it all at once into a complete machine code file (an executable), and </a:t>
            </a:r>
            <a:r>
              <a:rPr lang="en-PH" sz="1800" i="1" dirty="0">
                <a:latin typeface="Roboto Condensed" panose="02000000000000000000" pitchFamily="2" charset="0"/>
                <a:ea typeface="Roboto Condensed" panose="02000000000000000000" pitchFamily="2" charset="0"/>
                <a:cs typeface="Roboto Condensed" panose="02000000000000000000" pitchFamily="2" charset="0"/>
              </a:rPr>
              <a:t>then</a:t>
            </a:r>
            <a:r>
              <a:rPr lang="en-PH" sz="1800" dirty="0">
                <a:latin typeface="Roboto Condensed" panose="02000000000000000000" pitchFamily="2" charset="0"/>
                <a:ea typeface="Roboto Condensed" panose="02000000000000000000" pitchFamily="2" charset="0"/>
                <a:cs typeface="Roboto Condensed" panose="02000000000000000000" pitchFamily="2" charset="0"/>
              </a:rPr>
              <a:t> runs it. Languages like C++ and Java use compilers. It takes a little longer to prepare, but runs very fast.</a:t>
            </a:r>
          </a:p>
          <a:p>
            <a:pPr lvl="0"/>
            <a:r>
              <a:rPr lang="en-PH" sz="1800" b="1" dirty="0">
                <a:latin typeface="Roboto Condensed" panose="02000000000000000000" pitchFamily="2" charset="0"/>
                <a:ea typeface="Roboto Condensed" panose="02000000000000000000" pitchFamily="2" charset="0"/>
                <a:cs typeface="Roboto Condensed" panose="02000000000000000000" pitchFamily="2" charset="0"/>
              </a:rPr>
              <a:t>Interpreter:</a:t>
            </a:r>
            <a:r>
              <a:rPr lang="en-PH" sz="1800" dirty="0">
                <a:latin typeface="Roboto Condensed" panose="02000000000000000000" pitchFamily="2" charset="0"/>
                <a:ea typeface="Roboto Condensed" panose="02000000000000000000" pitchFamily="2" charset="0"/>
                <a:cs typeface="Roboto Condensed" panose="02000000000000000000" pitchFamily="2" charset="0"/>
              </a:rPr>
              <a:t> Translates and executes your code line-by-line, on the fly. Languages like Python, Java and JavaScript use interpreters. It's faster to start running your code, but the execution itself might be slightly slower.</a:t>
            </a:r>
          </a:p>
          <a:p>
            <a:endParaRPr lang="en-PH" sz="1900" dirty="0">
              <a:latin typeface="Roboto Condensed" panose="02000000000000000000" pitchFamily="2" charset="0"/>
              <a:ea typeface="Roboto Condensed" panose="02000000000000000000" pitchFamily="2" charset="0"/>
              <a:cs typeface="Roboto Condensed" panose="02000000000000000000" pitchFamily="2" charset="0"/>
            </a:endParaRPr>
          </a:p>
        </p:txBody>
      </p:sp>
      <p:pic>
        <p:nvPicPr>
          <p:cNvPr id="3" name="Picture 2">
            <a:extLst>
              <a:ext uri="{FF2B5EF4-FFF2-40B4-BE49-F238E27FC236}">
                <a16:creationId xmlns:a16="http://schemas.microsoft.com/office/drawing/2014/main" id="{4359714A-3921-8ED8-BF0D-2B03195B84A9}"/>
              </a:ext>
            </a:extLst>
          </p:cNvPr>
          <p:cNvPicPr>
            <a:picLocks noChangeAspect="1"/>
          </p:cNvPicPr>
          <p:nvPr/>
        </p:nvPicPr>
        <p:blipFill>
          <a:blip r:embed="rId3"/>
          <a:stretch>
            <a:fillRect/>
          </a:stretch>
        </p:blipFill>
        <p:spPr>
          <a:xfrm>
            <a:off x="5575968" y="1418324"/>
            <a:ext cx="3568032" cy="2627993"/>
          </a:xfrm>
          <a:prstGeom prst="rect">
            <a:avLst/>
          </a:prstGeom>
        </p:spPr>
      </p:pic>
    </p:spTree>
    <p:extLst>
      <p:ext uri="{BB962C8B-B14F-4D97-AF65-F5344CB8AC3E}">
        <p14:creationId xmlns:p14="http://schemas.microsoft.com/office/powerpoint/2010/main" val="100317868"/>
      </p:ext>
    </p:extLst>
  </p:cSld>
  <p:clrMapOvr>
    <a:masterClrMapping/>
  </p:clrMapOvr>
  <p:transition>
    <p:fade thruBlk="1"/>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88">
          <a:extLst>
            <a:ext uri="{FF2B5EF4-FFF2-40B4-BE49-F238E27FC236}">
              <a16:creationId xmlns:a16="http://schemas.microsoft.com/office/drawing/2014/main" id="{8109734C-7FD4-CA1C-2334-C2815DEAE7B1}"/>
            </a:ext>
          </a:extLst>
        </p:cNvPr>
        <p:cNvGrpSpPr/>
        <p:nvPr/>
      </p:nvGrpSpPr>
      <p:grpSpPr>
        <a:xfrm>
          <a:off x="0" y="0"/>
          <a:ext cx="0" cy="0"/>
          <a:chOff x="0" y="0"/>
          <a:chExt cx="0" cy="0"/>
        </a:xfrm>
      </p:grpSpPr>
      <p:sp>
        <p:nvSpPr>
          <p:cNvPr id="189" name="Google Shape;189;p12">
            <a:extLst>
              <a:ext uri="{FF2B5EF4-FFF2-40B4-BE49-F238E27FC236}">
                <a16:creationId xmlns:a16="http://schemas.microsoft.com/office/drawing/2014/main" id="{8B5E8A49-84DC-D551-D58A-347C7AE6CBB4}"/>
              </a:ext>
            </a:extLst>
          </p:cNvPr>
          <p:cNvSpPr txBox="1">
            <a:spLocks noGrp="1"/>
          </p:cNvSpPr>
          <p:nvPr>
            <p:ph type="title"/>
          </p:nvPr>
        </p:nvSpPr>
        <p:spPr>
          <a:xfrm>
            <a:off x="814275" y="392575"/>
            <a:ext cx="5258400" cy="766200"/>
          </a:xfrm>
          <a:prstGeom prst="rect">
            <a:avLst/>
          </a:prstGeom>
        </p:spPr>
        <p:txBody>
          <a:bodyPr spcFirstLastPara="1" wrap="square" lIns="91425" tIns="91425" rIns="91425" bIns="91425" anchor="ctr" anchorCtr="0">
            <a:noAutofit/>
          </a:bodyPr>
          <a:lstStyle/>
          <a:p>
            <a:pPr lvl="0"/>
            <a:r>
              <a:rPr lang="en-PH" dirty="0"/>
              <a:t>Problem Definition</a:t>
            </a:r>
            <a:endParaRPr dirty="0">
              <a:solidFill>
                <a:schemeClr val="bg1">
                  <a:lumMod val="95000"/>
                </a:schemeClr>
              </a:solidFill>
            </a:endParaRPr>
          </a:p>
        </p:txBody>
      </p:sp>
      <p:sp>
        <p:nvSpPr>
          <p:cNvPr id="192" name="Google Shape;192;p12">
            <a:extLst>
              <a:ext uri="{FF2B5EF4-FFF2-40B4-BE49-F238E27FC236}">
                <a16:creationId xmlns:a16="http://schemas.microsoft.com/office/drawing/2014/main" id="{4916D531-0A20-34A2-72E3-C27BF37718D1}"/>
              </a:ext>
            </a:extLst>
          </p:cNvPr>
          <p:cNvSpPr txBox="1">
            <a:spLocks noGrp="1"/>
          </p:cNvSpPr>
          <p:nvPr>
            <p:ph type="sldNum" idx="12"/>
          </p:nvPr>
        </p:nvSpPr>
        <p:spPr>
          <a:xfrm>
            <a:off x="7618000" y="4636500"/>
            <a:ext cx="1487400" cy="315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GB"/>
              <a:t>18</a:t>
            </a:fld>
            <a:endParaRPr lang="en-GB"/>
          </a:p>
        </p:txBody>
      </p:sp>
      <p:grpSp>
        <p:nvGrpSpPr>
          <p:cNvPr id="194" name="Google Shape;194;p12">
            <a:extLst>
              <a:ext uri="{FF2B5EF4-FFF2-40B4-BE49-F238E27FC236}">
                <a16:creationId xmlns:a16="http://schemas.microsoft.com/office/drawing/2014/main" id="{9CE9233F-3A13-9997-C3D8-137AF25C1CDE}"/>
              </a:ext>
            </a:extLst>
          </p:cNvPr>
          <p:cNvGrpSpPr/>
          <p:nvPr/>
        </p:nvGrpSpPr>
        <p:grpSpPr>
          <a:xfrm>
            <a:off x="293683" y="574116"/>
            <a:ext cx="309041" cy="403123"/>
            <a:chOff x="590250" y="244200"/>
            <a:chExt cx="407975" cy="532175"/>
          </a:xfrm>
        </p:grpSpPr>
        <p:sp>
          <p:nvSpPr>
            <p:cNvPr id="195" name="Google Shape;195;p12">
              <a:extLst>
                <a:ext uri="{FF2B5EF4-FFF2-40B4-BE49-F238E27FC236}">
                  <a16:creationId xmlns:a16="http://schemas.microsoft.com/office/drawing/2014/main" id="{0017EA9C-0BDB-ED1B-D8F6-6B3AB50C3EB6}"/>
                </a:ext>
              </a:extLst>
            </p:cNvPr>
            <p:cNvSpPr/>
            <p:nvPr/>
          </p:nvSpPr>
          <p:spPr>
            <a:xfrm>
              <a:off x="623125" y="313625"/>
              <a:ext cx="375100" cy="462750"/>
            </a:xfrm>
            <a:custGeom>
              <a:avLst/>
              <a:gdLst/>
              <a:ahLst/>
              <a:cxnLst/>
              <a:rect l="l" t="t" r="r" b="b"/>
              <a:pathLst>
                <a:path w="15004" h="18510" fill="none" extrusionOk="0">
                  <a:moveTo>
                    <a:pt x="1" y="17536"/>
                  </a:moveTo>
                  <a:lnTo>
                    <a:pt x="1" y="17536"/>
                  </a:lnTo>
                  <a:lnTo>
                    <a:pt x="1" y="17536"/>
                  </a:lnTo>
                  <a:lnTo>
                    <a:pt x="25" y="17682"/>
                  </a:lnTo>
                  <a:lnTo>
                    <a:pt x="49" y="17852"/>
                  </a:lnTo>
                  <a:lnTo>
                    <a:pt x="123" y="18023"/>
                  </a:lnTo>
                  <a:lnTo>
                    <a:pt x="220" y="18193"/>
                  </a:lnTo>
                  <a:lnTo>
                    <a:pt x="293" y="18291"/>
                  </a:lnTo>
                  <a:lnTo>
                    <a:pt x="390" y="18364"/>
                  </a:lnTo>
                  <a:lnTo>
                    <a:pt x="488" y="18412"/>
                  </a:lnTo>
                  <a:lnTo>
                    <a:pt x="610" y="18461"/>
                  </a:lnTo>
                  <a:lnTo>
                    <a:pt x="756" y="18510"/>
                  </a:lnTo>
                  <a:lnTo>
                    <a:pt x="926" y="18510"/>
                  </a:lnTo>
                  <a:lnTo>
                    <a:pt x="14468" y="18510"/>
                  </a:lnTo>
                  <a:lnTo>
                    <a:pt x="14468" y="18510"/>
                  </a:lnTo>
                  <a:lnTo>
                    <a:pt x="14541" y="18510"/>
                  </a:lnTo>
                  <a:lnTo>
                    <a:pt x="14614" y="18485"/>
                  </a:lnTo>
                  <a:lnTo>
                    <a:pt x="14736" y="18412"/>
                  </a:lnTo>
                  <a:lnTo>
                    <a:pt x="14833" y="18291"/>
                  </a:lnTo>
                  <a:lnTo>
                    <a:pt x="14906" y="18144"/>
                  </a:lnTo>
                  <a:lnTo>
                    <a:pt x="14955" y="17974"/>
                  </a:lnTo>
                  <a:lnTo>
                    <a:pt x="14979" y="17779"/>
                  </a:lnTo>
                  <a:lnTo>
                    <a:pt x="15003" y="17438"/>
                  </a:lnTo>
                  <a:lnTo>
                    <a:pt x="15003" y="487"/>
                  </a:lnTo>
                  <a:lnTo>
                    <a:pt x="15003" y="487"/>
                  </a:lnTo>
                  <a:lnTo>
                    <a:pt x="15003" y="341"/>
                  </a:lnTo>
                  <a:lnTo>
                    <a:pt x="14979" y="219"/>
                  </a:lnTo>
                  <a:lnTo>
                    <a:pt x="14955" y="146"/>
                  </a:lnTo>
                  <a:lnTo>
                    <a:pt x="14906" y="73"/>
                  </a:lnTo>
                  <a:lnTo>
                    <a:pt x="14833" y="49"/>
                  </a:lnTo>
                  <a:lnTo>
                    <a:pt x="14736" y="24"/>
                  </a:lnTo>
                  <a:lnTo>
                    <a:pt x="14468" y="0"/>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 name="Google Shape;196;p12">
              <a:extLst>
                <a:ext uri="{FF2B5EF4-FFF2-40B4-BE49-F238E27FC236}">
                  <a16:creationId xmlns:a16="http://schemas.microsoft.com/office/drawing/2014/main" id="{E8AFFAFD-BADB-FC5A-B012-9C2727CE317C}"/>
                </a:ext>
              </a:extLst>
            </p:cNvPr>
            <p:cNvSpPr/>
            <p:nvPr/>
          </p:nvSpPr>
          <p:spPr>
            <a:xfrm>
              <a:off x="590250" y="269775"/>
              <a:ext cx="377525" cy="462775"/>
            </a:xfrm>
            <a:custGeom>
              <a:avLst/>
              <a:gdLst/>
              <a:ahLst/>
              <a:cxnLst/>
              <a:rect l="l" t="t" r="r" b="b"/>
              <a:pathLst>
                <a:path w="15101" h="18511" fill="none" extrusionOk="0">
                  <a:moveTo>
                    <a:pt x="14321" y="0"/>
                  </a:moveTo>
                  <a:lnTo>
                    <a:pt x="780" y="0"/>
                  </a:lnTo>
                  <a:lnTo>
                    <a:pt x="780" y="0"/>
                  </a:lnTo>
                  <a:lnTo>
                    <a:pt x="634" y="25"/>
                  </a:lnTo>
                  <a:lnTo>
                    <a:pt x="488" y="74"/>
                  </a:lnTo>
                  <a:lnTo>
                    <a:pt x="342" y="122"/>
                  </a:lnTo>
                  <a:lnTo>
                    <a:pt x="220" y="220"/>
                  </a:lnTo>
                  <a:lnTo>
                    <a:pt x="122" y="341"/>
                  </a:lnTo>
                  <a:lnTo>
                    <a:pt x="74" y="488"/>
                  </a:lnTo>
                  <a:lnTo>
                    <a:pt x="25" y="634"/>
                  </a:lnTo>
                  <a:lnTo>
                    <a:pt x="1" y="780"/>
                  </a:lnTo>
                  <a:lnTo>
                    <a:pt x="1" y="17731"/>
                  </a:lnTo>
                  <a:lnTo>
                    <a:pt x="1" y="17731"/>
                  </a:lnTo>
                  <a:lnTo>
                    <a:pt x="25" y="17877"/>
                  </a:lnTo>
                  <a:lnTo>
                    <a:pt x="74" y="18023"/>
                  </a:lnTo>
                  <a:lnTo>
                    <a:pt x="122" y="18169"/>
                  </a:lnTo>
                  <a:lnTo>
                    <a:pt x="220" y="18291"/>
                  </a:lnTo>
                  <a:lnTo>
                    <a:pt x="342" y="18388"/>
                  </a:lnTo>
                  <a:lnTo>
                    <a:pt x="488" y="18437"/>
                  </a:lnTo>
                  <a:lnTo>
                    <a:pt x="634" y="18486"/>
                  </a:lnTo>
                  <a:lnTo>
                    <a:pt x="780" y="18510"/>
                  </a:lnTo>
                  <a:lnTo>
                    <a:pt x="14321" y="18510"/>
                  </a:lnTo>
                  <a:lnTo>
                    <a:pt x="14321" y="18510"/>
                  </a:lnTo>
                  <a:lnTo>
                    <a:pt x="14467" y="18486"/>
                  </a:lnTo>
                  <a:lnTo>
                    <a:pt x="14614" y="18437"/>
                  </a:lnTo>
                  <a:lnTo>
                    <a:pt x="14760" y="18388"/>
                  </a:lnTo>
                  <a:lnTo>
                    <a:pt x="14881" y="18291"/>
                  </a:lnTo>
                  <a:lnTo>
                    <a:pt x="14979" y="18169"/>
                  </a:lnTo>
                  <a:lnTo>
                    <a:pt x="15028" y="18023"/>
                  </a:lnTo>
                  <a:lnTo>
                    <a:pt x="15076" y="17877"/>
                  </a:lnTo>
                  <a:lnTo>
                    <a:pt x="15101" y="17731"/>
                  </a:lnTo>
                  <a:lnTo>
                    <a:pt x="15101" y="780"/>
                  </a:lnTo>
                  <a:lnTo>
                    <a:pt x="15101" y="780"/>
                  </a:lnTo>
                  <a:lnTo>
                    <a:pt x="15076" y="634"/>
                  </a:lnTo>
                  <a:lnTo>
                    <a:pt x="15028" y="488"/>
                  </a:lnTo>
                  <a:lnTo>
                    <a:pt x="14979" y="341"/>
                  </a:lnTo>
                  <a:lnTo>
                    <a:pt x="14881" y="220"/>
                  </a:lnTo>
                  <a:lnTo>
                    <a:pt x="14760" y="122"/>
                  </a:lnTo>
                  <a:lnTo>
                    <a:pt x="14614" y="74"/>
                  </a:lnTo>
                  <a:lnTo>
                    <a:pt x="14467" y="25"/>
                  </a:lnTo>
                  <a:lnTo>
                    <a:pt x="14321" y="0"/>
                  </a:lnTo>
                  <a:lnTo>
                    <a:pt x="14321" y="0"/>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 name="Google Shape;197;p12">
              <a:extLst>
                <a:ext uri="{FF2B5EF4-FFF2-40B4-BE49-F238E27FC236}">
                  <a16:creationId xmlns:a16="http://schemas.microsoft.com/office/drawing/2014/main" id="{23B42ECE-DBA1-D5D3-E7FE-2648544C0E74}"/>
                </a:ext>
              </a:extLst>
            </p:cNvPr>
            <p:cNvSpPr/>
            <p:nvPr/>
          </p:nvSpPr>
          <p:spPr>
            <a:xfrm>
              <a:off x="796650" y="274025"/>
              <a:ext cx="45100" cy="45100"/>
            </a:xfrm>
            <a:custGeom>
              <a:avLst/>
              <a:gdLst/>
              <a:ahLst/>
              <a:cxnLst/>
              <a:rect l="l" t="t" r="r" b="b"/>
              <a:pathLst>
                <a:path w="1804" h="1804" fill="none" extrusionOk="0">
                  <a:moveTo>
                    <a:pt x="902" y="1"/>
                  </a:moveTo>
                  <a:lnTo>
                    <a:pt x="902" y="1"/>
                  </a:lnTo>
                  <a:lnTo>
                    <a:pt x="1073" y="25"/>
                  </a:lnTo>
                  <a:lnTo>
                    <a:pt x="1243" y="74"/>
                  </a:lnTo>
                  <a:lnTo>
                    <a:pt x="1414" y="147"/>
                  </a:lnTo>
                  <a:lnTo>
                    <a:pt x="1535" y="269"/>
                  </a:lnTo>
                  <a:lnTo>
                    <a:pt x="1657" y="391"/>
                  </a:lnTo>
                  <a:lnTo>
                    <a:pt x="1730" y="561"/>
                  </a:lnTo>
                  <a:lnTo>
                    <a:pt x="1779" y="732"/>
                  </a:lnTo>
                  <a:lnTo>
                    <a:pt x="1803" y="902"/>
                  </a:lnTo>
                  <a:lnTo>
                    <a:pt x="1803" y="902"/>
                  </a:lnTo>
                  <a:lnTo>
                    <a:pt x="1779" y="1073"/>
                  </a:lnTo>
                  <a:lnTo>
                    <a:pt x="1730" y="1243"/>
                  </a:lnTo>
                  <a:lnTo>
                    <a:pt x="1657" y="1414"/>
                  </a:lnTo>
                  <a:lnTo>
                    <a:pt x="1535" y="1535"/>
                  </a:lnTo>
                  <a:lnTo>
                    <a:pt x="1414" y="1657"/>
                  </a:lnTo>
                  <a:lnTo>
                    <a:pt x="1243" y="1730"/>
                  </a:lnTo>
                  <a:lnTo>
                    <a:pt x="1073" y="1779"/>
                  </a:lnTo>
                  <a:lnTo>
                    <a:pt x="902" y="1803"/>
                  </a:lnTo>
                  <a:lnTo>
                    <a:pt x="902" y="1803"/>
                  </a:lnTo>
                  <a:lnTo>
                    <a:pt x="732" y="1779"/>
                  </a:lnTo>
                  <a:lnTo>
                    <a:pt x="561" y="1730"/>
                  </a:lnTo>
                  <a:lnTo>
                    <a:pt x="391" y="1657"/>
                  </a:lnTo>
                  <a:lnTo>
                    <a:pt x="269" y="1535"/>
                  </a:lnTo>
                  <a:lnTo>
                    <a:pt x="147" y="1414"/>
                  </a:lnTo>
                  <a:lnTo>
                    <a:pt x="74" y="1243"/>
                  </a:lnTo>
                  <a:lnTo>
                    <a:pt x="25" y="1073"/>
                  </a:lnTo>
                  <a:lnTo>
                    <a:pt x="1" y="902"/>
                  </a:lnTo>
                  <a:lnTo>
                    <a:pt x="1" y="902"/>
                  </a:lnTo>
                  <a:lnTo>
                    <a:pt x="25" y="732"/>
                  </a:lnTo>
                  <a:lnTo>
                    <a:pt x="74" y="561"/>
                  </a:lnTo>
                  <a:lnTo>
                    <a:pt x="147" y="391"/>
                  </a:lnTo>
                  <a:lnTo>
                    <a:pt x="269" y="269"/>
                  </a:lnTo>
                  <a:lnTo>
                    <a:pt x="391" y="147"/>
                  </a:lnTo>
                  <a:lnTo>
                    <a:pt x="561" y="74"/>
                  </a:lnTo>
                  <a:lnTo>
                    <a:pt x="732" y="25"/>
                  </a:lnTo>
                  <a:lnTo>
                    <a:pt x="902" y="1"/>
                  </a:lnTo>
                  <a:lnTo>
                    <a:pt x="902" y="1"/>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 name="Google Shape;198;p12">
              <a:extLst>
                <a:ext uri="{FF2B5EF4-FFF2-40B4-BE49-F238E27FC236}">
                  <a16:creationId xmlns:a16="http://schemas.microsoft.com/office/drawing/2014/main" id="{496FCED6-18EC-0A2F-2173-031BF2802C90}"/>
                </a:ext>
              </a:extLst>
            </p:cNvPr>
            <p:cNvSpPr/>
            <p:nvPr/>
          </p:nvSpPr>
          <p:spPr>
            <a:xfrm>
              <a:off x="713850" y="274025"/>
              <a:ext cx="45075" cy="45100"/>
            </a:xfrm>
            <a:custGeom>
              <a:avLst/>
              <a:gdLst/>
              <a:ahLst/>
              <a:cxnLst/>
              <a:rect l="l" t="t" r="r" b="b"/>
              <a:pathLst>
                <a:path w="1803" h="1804" fill="none" extrusionOk="0">
                  <a:moveTo>
                    <a:pt x="902" y="1"/>
                  </a:moveTo>
                  <a:lnTo>
                    <a:pt x="902" y="1"/>
                  </a:lnTo>
                  <a:lnTo>
                    <a:pt x="1072" y="25"/>
                  </a:lnTo>
                  <a:lnTo>
                    <a:pt x="1243" y="74"/>
                  </a:lnTo>
                  <a:lnTo>
                    <a:pt x="1413" y="147"/>
                  </a:lnTo>
                  <a:lnTo>
                    <a:pt x="1535" y="269"/>
                  </a:lnTo>
                  <a:lnTo>
                    <a:pt x="1657" y="391"/>
                  </a:lnTo>
                  <a:lnTo>
                    <a:pt x="1730" y="561"/>
                  </a:lnTo>
                  <a:lnTo>
                    <a:pt x="1779" y="732"/>
                  </a:lnTo>
                  <a:lnTo>
                    <a:pt x="1803" y="902"/>
                  </a:lnTo>
                  <a:lnTo>
                    <a:pt x="1803" y="902"/>
                  </a:lnTo>
                  <a:lnTo>
                    <a:pt x="1779" y="1073"/>
                  </a:lnTo>
                  <a:lnTo>
                    <a:pt x="1730" y="1243"/>
                  </a:lnTo>
                  <a:lnTo>
                    <a:pt x="1657" y="1414"/>
                  </a:lnTo>
                  <a:lnTo>
                    <a:pt x="1535" y="1535"/>
                  </a:lnTo>
                  <a:lnTo>
                    <a:pt x="1413" y="1657"/>
                  </a:lnTo>
                  <a:lnTo>
                    <a:pt x="1243" y="1730"/>
                  </a:lnTo>
                  <a:lnTo>
                    <a:pt x="1072" y="1779"/>
                  </a:lnTo>
                  <a:lnTo>
                    <a:pt x="902" y="1803"/>
                  </a:lnTo>
                  <a:lnTo>
                    <a:pt x="902" y="1803"/>
                  </a:lnTo>
                  <a:lnTo>
                    <a:pt x="731" y="1779"/>
                  </a:lnTo>
                  <a:lnTo>
                    <a:pt x="561" y="1730"/>
                  </a:lnTo>
                  <a:lnTo>
                    <a:pt x="390" y="1657"/>
                  </a:lnTo>
                  <a:lnTo>
                    <a:pt x="269" y="1535"/>
                  </a:lnTo>
                  <a:lnTo>
                    <a:pt x="147" y="1414"/>
                  </a:lnTo>
                  <a:lnTo>
                    <a:pt x="74" y="1243"/>
                  </a:lnTo>
                  <a:lnTo>
                    <a:pt x="25" y="1073"/>
                  </a:lnTo>
                  <a:lnTo>
                    <a:pt x="1" y="902"/>
                  </a:lnTo>
                  <a:lnTo>
                    <a:pt x="1" y="902"/>
                  </a:lnTo>
                  <a:lnTo>
                    <a:pt x="25" y="732"/>
                  </a:lnTo>
                  <a:lnTo>
                    <a:pt x="74" y="561"/>
                  </a:lnTo>
                  <a:lnTo>
                    <a:pt x="147" y="391"/>
                  </a:lnTo>
                  <a:lnTo>
                    <a:pt x="269" y="269"/>
                  </a:lnTo>
                  <a:lnTo>
                    <a:pt x="390" y="147"/>
                  </a:lnTo>
                  <a:lnTo>
                    <a:pt x="561" y="74"/>
                  </a:lnTo>
                  <a:lnTo>
                    <a:pt x="731" y="25"/>
                  </a:lnTo>
                  <a:lnTo>
                    <a:pt x="902" y="1"/>
                  </a:lnTo>
                  <a:lnTo>
                    <a:pt x="902" y="1"/>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 name="Google Shape;199;p12">
              <a:extLst>
                <a:ext uri="{FF2B5EF4-FFF2-40B4-BE49-F238E27FC236}">
                  <a16:creationId xmlns:a16="http://schemas.microsoft.com/office/drawing/2014/main" id="{A95E5961-B367-1A08-7E4E-571FBD160BE8}"/>
                </a:ext>
              </a:extLst>
            </p:cNvPr>
            <p:cNvSpPr/>
            <p:nvPr/>
          </p:nvSpPr>
          <p:spPr>
            <a:xfrm>
              <a:off x="631050" y="274025"/>
              <a:ext cx="45075" cy="45100"/>
            </a:xfrm>
            <a:custGeom>
              <a:avLst/>
              <a:gdLst/>
              <a:ahLst/>
              <a:cxnLst/>
              <a:rect l="l" t="t" r="r" b="b"/>
              <a:pathLst>
                <a:path w="1803" h="1804" fill="none" extrusionOk="0">
                  <a:moveTo>
                    <a:pt x="0" y="902"/>
                  </a:moveTo>
                  <a:lnTo>
                    <a:pt x="0" y="902"/>
                  </a:lnTo>
                  <a:lnTo>
                    <a:pt x="25" y="732"/>
                  </a:lnTo>
                  <a:lnTo>
                    <a:pt x="73" y="561"/>
                  </a:lnTo>
                  <a:lnTo>
                    <a:pt x="147" y="391"/>
                  </a:lnTo>
                  <a:lnTo>
                    <a:pt x="268" y="269"/>
                  </a:lnTo>
                  <a:lnTo>
                    <a:pt x="390" y="147"/>
                  </a:lnTo>
                  <a:lnTo>
                    <a:pt x="561" y="74"/>
                  </a:lnTo>
                  <a:lnTo>
                    <a:pt x="731" y="25"/>
                  </a:lnTo>
                  <a:lnTo>
                    <a:pt x="902" y="1"/>
                  </a:lnTo>
                  <a:lnTo>
                    <a:pt x="902" y="1"/>
                  </a:lnTo>
                  <a:lnTo>
                    <a:pt x="1072" y="25"/>
                  </a:lnTo>
                  <a:lnTo>
                    <a:pt x="1243" y="74"/>
                  </a:lnTo>
                  <a:lnTo>
                    <a:pt x="1413" y="147"/>
                  </a:lnTo>
                  <a:lnTo>
                    <a:pt x="1535" y="269"/>
                  </a:lnTo>
                  <a:lnTo>
                    <a:pt x="1657" y="391"/>
                  </a:lnTo>
                  <a:lnTo>
                    <a:pt x="1730" y="561"/>
                  </a:lnTo>
                  <a:lnTo>
                    <a:pt x="1778" y="732"/>
                  </a:lnTo>
                  <a:lnTo>
                    <a:pt x="1803" y="902"/>
                  </a:lnTo>
                  <a:lnTo>
                    <a:pt x="1803" y="902"/>
                  </a:lnTo>
                  <a:lnTo>
                    <a:pt x="1778" y="1073"/>
                  </a:lnTo>
                  <a:lnTo>
                    <a:pt x="1730" y="1243"/>
                  </a:lnTo>
                  <a:lnTo>
                    <a:pt x="1657" y="1414"/>
                  </a:lnTo>
                  <a:lnTo>
                    <a:pt x="1535" y="1535"/>
                  </a:lnTo>
                  <a:lnTo>
                    <a:pt x="1413" y="1657"/>
                  </a:lnTo>
                  <a:lnTo>
                    <a:pt x="1243" y="1730"/>
                  </a:lnTo>
                  <a:lnTo>
                    <a:pt x="1072" y="1779"/>
                  </a:lnTo>
                  <a:lnTo>
                    <a:pt x="902" y="1803"/>
                  </a:lnTo>
                  <a:lnTo>
                    <a:pt x="902" y="1803"/>
                  </a:lnTo>
                  <a:lnTo>
                    <a:pt x="731" y="1779"/>
                  </a:lnTo>
                  <a:lnTo>
                    <a:pt x="561" y="1730"/>
                  </a:lnTo>
                  <a:lnTo>
                    <a:pt x="390" y="1657"/>
                  </a:lnTo>
                  <a:lnTo>
                    <a:pt x="268" y="1535"/>
                  </a:lnTo>
                  <a:lnTo>
                    <a:pt x="147" y="1414"/>
                  </a:lnTo>
                  <a:lnTo>
                    <a:pt x="73" y="1243"/>
                  </a:lnTo>
                  <a:lnTo>
                    <a:pt x="25" y="1073"/>
                  </a:lnTo>
                  <a:lnTo>
                    <a:pt x="0" y="902"/>
                  </a:lnTo>
                  <a:lnTo>
                    <a:pt x="0" y="902"/>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 name="Google Shape;200;p12">
              <a:extLst>
                <a:ext uri="{FF2B5EF4-FFF2-40B4-BE49-F238E27FC236}">
                  <a16:creationId xmlns:a16="http://schemas.microsoft.com/office/drawing/2014/main" id="{354A8181-4E8B-1544-12BB-EE0A6041BA7A}"/>
                </a:ext>
              </a:extLst>
            </p:cNvPr>
            <p:cNvSpPr/>
            <p:nvPr/>
          </p:nvSpPr>
          <p:spPr>
            <a:xfrm>
              <a:off x="649925" y="590050"/>
              <a:ext cx="133975" cy="25"/>
            </a:xfrm>
            <a:custGeom>
              <a:avLst/>
              <a:gdLst/>
              <a:ahLst/>
              <a:cxnLst/>
              <a:rect l="l" t="t" r="r" b="b"/>
              <a:pathLst>
                <a:path w="5359" h="1" fill="none" extrusionOk="0">
                  <a:moveTo>
                    <a:pt x="5358" y="0"/>
                  </a:moveTo>
                  <a:lnTo>
                    <a:pt x="0" y="0"/>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 name="Google Shape;201;p12">
              <a:extLst>
                <a:ext uri="{FF2B5EF4-FFF2-40B4-BE49-F238E27FC236}">
                  <a16:creationId xmlns:a16="http://schemas.microsoft.com/office/drawing/2014/main" id="{8CCCD990-318E-7A17-8A9A-2D1B65AFBFE6}"/>
                </a:ext>
              </a:extLst>
            </p:cNvPr>
            <p:cNvSpPr/>
            <p:nvPr/>
          </p:nvSpPr>
          <p:spPr>
            <a:xfrm>
              <a:off x="649925" y="534625"/>
              <a:ext cx="255750" cy="25"/>
            </a:xfrm>
            <a:custGeom>
              <a:avLst/>
              <a:gdLst/>
              <a:ahLst/>
              <a:cxnLst/>
              <a:rect l="l" t="t" r="r" b="b"/>
              <a:pathLst>
                <a:path w="10230" h="1" fill="none" extrusionOk="0">
                  <a:moveTo>
                    <a:pt x="10229" y="1"/>
                  </a:moveTo>
                  <a:lnTo>
                    <a:pt x="0" y="1"/>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 name="Google Shape;202;p12">
              <a:extLst>
                <a:ext uri="{FF2B5EF4-FFF2-40B4-BE49-F238E27FC236}">
                  <a16:creationId xmlns:a16="http://schemas.microsoft.com/office/drawing/2014/main" id="{6BB7948E-AF01-A452-AA6B-592C48B6F6C8}"/>
                </a:ext>
              </a:extLst>
            </p:cNvPr>
            <p:cNvSpPr/>
            <p:nvPr/>
          </p:nvSpPr>
          <p:spPr>
            <a:xfrm>
              <a:off x="649925" y="479825"/>
              <a:ext cx="255750" cy="25"/>
            </a:xfrm>
            <a:custGeom>
              <a:avLst/>
              <a:gdLst/>
              <a:ahLst/>
              <a:cxnLst/>
              <a:rect l="l" t="t" r="r" b="b"/>
              <a:pathLst>
                <a:path w="10230" h="1" fill="none" extrusionOk="0">
                  <a:moveTo>
                    <a:pt x="10229" y="1"/>
                  </a:moveTo>
                  <a:lnTo>
                    <a:pt x="0" y="1"/>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 name="Google Shape;203;p12">
              <a:extLst>
                <a:ext uri="{FF2B5EF4-FFF2-40B4-BE49-F238E27FC236}">
                  <a16:creationId xmlns:a16="http://schemas.microsoft.com/office/drawing/2014/main" id="{C3C5D1B6-E67E-6895-F93A-124746BF588B}"/>
                </a:ext>
              </a:extLst>
            </p:cNvPr>
            <p:cNvSpPr/>
            <p:nvPr/>
          </p:nvSpPr>
          <p:spPr>
            <a:xfrm>
              <a:off x="649925" y="424425"/>
              <a:ext cx="255750" cy="25"/>
            </a:xfrm>
            <a:custGeom>
              <a:avLst/>
              <a:gdLst/>
              <a:ahLst/>
              <a:cxnLst/>
              <a:rect l="l" t="t" r="r" b="b"/>
              <a:pathLst>
                <a:path w="10230" h="1" fill="none" extrusionOk="0">
                  <a:moveTo>
                    <a:pt x="10229" y="1"/>
                  </a:moveTo>
                  <a:lnTo>
                    <a:pt x="0" y="1"/>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 name="Google Shape;204;p12">
              <a:extLst>
                <a:ext uri="{FF2B5EF4-FFF2-40B4-BE49-F238E27FC236}">
                  <a16:creationId xmlns:a16="http://schemas.microsoft.com/office/drawing/2014/main" id="{07D4C198-6F46-32ED-CD6E-E9C1EF6CC4B3}"/>
                </a:ext>
              </a:extLst>
            </p:cNvPr>
            <p:cNvSpPr/>
            <p:nvPr/>
          </p:nvSpPr>
          <p:spPr>
            <a:xfrm>
              <a:off x="879475" y="274025"/>
              <a:ext cx="45075" cy="45100"/>
            </a:xfrm>
            <a:custGeom>
              <a:avLst/>
              <a:gdLst/>
              <a:ahLst/>
              <a:cxnLst/>
              <a:rect l="l" t="t" r="r" b="b"/>
              <a:pathLst>
                <a:path w="1803" h="1804" fill="none" extrusionOk="0">
                  <a:moveTo>
                    <a:pt x="901" y="1803"/>
                  </a:moveTo>
                  <a:lnTo>
                    <a:pt x="901" y="1803"/>
                  </a:lnTo>
                  <a:lnTo>
                    <a:pt x="731" y="1779"/>
                  </a:lnTo>
                  <a:lnTo>
                    <a:pt x="560" y="1730"/>
                  </a:lnTo>
                  <a:lnTo>
                    <a:pt x="390" y="1657"/>
                  </a:lnTo>
                  <a:lnTo>
                    <a:pt x="268" y="1535"/>
                  </a:lnTo>
                  <a:lnTo>
                    <a:pt x="146" y="1414"/>
                  </a:lnTo>
                  <a:lnTo>
                    <a:pt x="73" y="1243"/>
                  </a:lnTo>
                  <a:lnTo>
                    <a:pt x="25" y="1073"/>
                  </a:lnTo>
                  <a:lnTo>
                    <a:pt x="0" y="902"/>
                  </a:lnTo>
                  <a:lnTo>
                    <a:pt x="0" y="902"/>
                  </a:lnTo>
                  <a:lnTo>
                    <a:pt x="25" y="732"/>
                  </a:lnTo>
                  <a:lnTo>
                    <a:pt x="73" y="561"/>
                  </a:lnTo>
                  <a:lnTo>
                    <a:pt x="146" y="391"/>
                  </a:lnTo>
                  <a:lnTo>
                    <a:pt x="268" y="269"/>
                  </a:lnTo>
                  <a:lnTo>
                    <a:pt x="390" y="147"/>
                  </a:lnTo>
                  <a:lnTo>
                    <a:pt x="560" y="74"/>
                  </a:lnTo>
                  <a:lnTo>
                    <a:pt x="731" y="25"/>
                  </a:lnTo>
                  <a:lnTo>
                    <a:pt x="901" y="1"/>
                  </a:lnTo>
                  <a:lnTo>
                    <a:pt x="901" y="1"/>
                  </a:lnTo>
                  <a:lnTo>
                    <a:pt x="1072" y="25"/>
                  </a:lnTo>
                  <a:lnTo>
                    <a:pt x="1242" y="74"/>
                  </a:lnTo>
                  <a:lnTo>
                    <a:pt x="1413" y="147"/>
                  </a:lnTo>
                  <a:lnTo>
                    <a:pt x="1535" y="269"/>
                  </a:lnTo>
                  <a:lnTo>
                    <a:pt x="1656" y="391"/>
                  </a:lnTo>
                  <a:lnTo>
                    <a:pt x="1729" y="561"/>
                  </a:lnTo>
                  <a:lnTo>
                    <a:pt x="1778" y="732"/>
                  </a:lnTo>
                  <a:lnTo>
                    <a:pt x="1802" y="902"/>
                  </a:lnTo>
                  <a:lnTo>
                    <a:pt x="1802" y="902"/>
                  </a:lnTo>
                  <a:lnTo>
                    <a:pt x="1778" y="1073"/>
                  </a:lnTo>
                  <a:lnTo>
                    <a:pt x="1729" y="1243"/>
                  </a:lnTo>
                  <a:lnTo>
                    <a:pt x="1656" y="1414"/>
                  </a:lnTo>
                  <a:lnTo>
                    <a:pt x="1535" y="1535"/>
                  </a:lnTo>
                  <a:lnTo>
                    <a:pt x="1413" y="1657"/>
                  </a:lnTo>
                  <a:lnTo>
                    <a:pt x="1242" y="1730"/>
                  </a:lnTo>
                  <a:lnTo>
                    <a:pt x="1072" y="1779"/>
                  </a:lnTo>
                  <a:lnTo>
                    <a:pt x="901" y="1803"/>
                  </a:lnTo>
                  <a:lnTo>
                    <a:pt x="901" y="1803"/>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 name="Google Shape;205;p12">
              <a:extLst>
                <a:ext uri="{FF2B5EF4-FFF2-40B4-BE49-F238E27FC236}">
                  <a16:creationId xmlns:a16="http://schemas.microsoft.com/office/drawing/2014/main" id="{9A1E8F03-30B6-36EF-CBE5-67117B4D78E4}"/>
                </a:ext>
              </a:extLst>
            </p:cNvPr>
            <p:cNvSpPr/>
            <p:nvPr/>
          </p:nvSpPr>
          <p:spPr>
            <a:xfrm>
              <a:off x="654800" y="244200"/>
              <a:ext cx="25" cy="51175"/>
            </a:xfrm>
            <a:custGeom>
              <a:avLst/>
              <a:gdLst/>
              <a:ahLst/>
              <a:cxnLst/>
              <a:rect l="l" t="t" r="r" b="b"/>
              <a:pathLst>
                <a:path w="1" h="2047" fill="none" extrusionOk="0">
                  <a:moveTo>
                    <a:pt x="0" y="1"/>
                  </a:moveTo>
                  <a:lnTo>
                    <a:pt x="0" y="2046"/>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 name="Google Shape;206;p12">
              <a:extLst>
                <a:ext uri="{FF2B5EF4-FFF2-40B4-BE49-F238E27FC236}">
                  <a16:creationId xmlns:a16="http://schemas.microsoft.com/office/drawing/2014/main" id="{4393D25E-4504-2E9B-952D-D6BC9E5FEB5D}"/>
                </a:ext>
              </a:extLst>
            </p:cNvPr>
            <p:cNvSpPr/>
            <p:nvPr/>
          </p:nvSpPr>
          <p:spPr>
            <a:xfrm>
              <a:off x="737600" y="244200"/>
              <a:ext cx="25" cy="51175"/>
            </a:xfrm>
            <a:custGeom>
              <a:avLst/>
              <a:gdLst/>
              <a:ahLst/>
              <a:cxnLst/>
              <a:rect l="l" t="t" r="r" b="b"/>
              <a:pathLst>
                <a:path w="1" h="2047" fill="none" extrusionOk="0">
                  <a:moveTo>
                    <a:pt x="1" y="1"/>
                  </a:moveTo>
                  <a:lnTo>
                    <a:pt x="1" y="2046"/>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 name="Google Shape;207;p12">
              <a:extLst>
                <a:ext uri="{FF2B5EF4-FFF2-40B4-BE49-F238E27FC236}">
                  <a16:creationId xmlns:a16="http://schemas.microsoft.com/office/drawing/2014/main" id="{7CF696AC-DC61-7397-09B3-D72D909178DB}"/>
                </a:ext>
              </a:extLst>
            </p:cNvPr>
            <p:cNvSpPr/>
            <p:nvPr/>
          </p:nvSpPr>
          <p:spPr>
            <a:xfrm>
              <a:off x="820400" y="244200"/>
              <a:ext cx="25" cy="51175"/>
            </a:xfrm>
            <a:custGeom>
              <a:avLst/>
              <a:gdLst/>
              <a:ahLst/>
              <a:cxnLst/>
              <a:rect l="l" t="t" r="r" b="b"/>
              <a:pathLst>
                <a:path w="1" h="2047" fill="none" extrusionOk="0">
                  <a:moveTo>
                    <a:pt x="1" y="1"/>
                  </a:moveTo>
                  <a:lnTo>
                    <a:pt x="1" y="2046"/>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 name="Google Shape;208;p12">
              <a:extLst>
                <a:ext uri="{FF2B5EF4-FFF2-40B4-BE49-F238E27FC236}">
                  <a16:creationId xmlns:a16="http://schemas.microsoft.com/office/drawing/2014/main" id="{6DFED1B7-C432-9462-CBA6-17D21E385671}"/>
                </a:ext>
              </a:extLst>
            </p:cNvPr>
            <p:cNvSpPr/>
            <p:nvPr/>
          </p:nvSpPr>
          <p:spPr>
            <a:xfrm>
              <a:off x="903225" y="244200"/>
              <a:ext cx="25" cy="51175"/>
            </a:xfrm>
            <a:custGeom>
              <a:avLst/>
              <a:gdLst/>
              <a:ahLst/>
              <a:cxnLst/>
              <a:rect l="l" t="t" r="r" b="b"/>
              <a:pathLst>
                <a:path w="1" h="2047" fill="none" extrusionOk="0">
                  <a:moveTo>
                    <a:pt x="0" y="1"/>
                  </a:moveTo>
                  <a:lnTo>
                    <a:pt x="0" y="2046"/>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5" name="Text Placeholder 4">
            <a:extLst>
              <a:ext uri="{FF2B5EF4-FFF2-40B4-BE49-F238E27FC236}">
                <a16:creationId xmlns:a16="http://schemas.microsoft.com/office/drawing/2014/main" id="{021D704E-7818-7965-C75F-4AE109E06C81}"/>
              </a:ext>
            </a:extLst>
          </p:cNvPr>
          <p:cNvSpPr>
            <a:spLocks noGrp="1"/>
          </p:cNvSpPr>
          <p:nvPr>
            <p:ph type="body" idx="2"/>
          </p:nvPr>
        </p:nvSpPr>
        <p:spPr>
          <a:xfrm>
            <a:off x="58905" y="1238541"/>
            <a:ext cx="5909409" cy="2807776"/>
          </a:xfrm>
        </p:spPr>
        <p:txBody>
          <a:bodyPr/>
          <a:lstStyle/>
          <a:p>
            <a:r>
              <a:rPr lang="en-PH" sz="1800" b="1" dirty="0">
                <a:latin typeface="Roboto Condensed" panose="02000000000000000000" pitchFamily="2" charset="0"/>
                <a:ea typeface="Roboto Condensed" panose="02000000000000000000" pitchFamily="2" charset="0"/>
                <a:cs typeface="Roboto Condensed" panose="02000000000000000000" pitchFamily="2" charset="0"/>
              </a:rPr>
              <a:t>Problem Definition</a:t>
            </a:r>
            <a:r>
              <a:rPr lang="en-PH" sz="1800" dirty="0">
                <a:latin typeface="Roboto Condensed" panose="02000000000000000000" pitchFamily="2" charset="0"/>
                <a:ea typeface="Roboto Condensed" panose="02000000000000000000" pitchFamily="2" charset="0"/>
                <a:cs typeface="Roboto Condensed" panose="02000000000000000000" pitchFamily="2" charset="0"/>
              </a:rPr>
              <a:t> is the process of clearly outlining the goal, the boundaries, and the expected outcome of the program.</a:t>
            </a:r>
          </a:p>
          <a:p>
            <a:r>
              <a:rPr lang="en-PH" sz="1800" dirty="0">
                <a:latin typeface="Roboto Condensed" panose="02000000000000000000" pitchFamily="2" charset="0"/>
                <a:ea typeface="Roboto Condensed" panose="02000000000000000000" pitchFamily="2" charset="0"/>
                <a:cs typeface="Roboto Condensed" panose="02000000000000000000" pitchFamily="2" charset="0"/>
              </a:rPr>
              <a:t>If you skip this step, you risk building a brilliant solution to the wrong problem.</a:t>
            </a:r>
          </a:p>
          <a:p>
            <a:pPr lvl="0"/>
            <a:r>
              <a:rPr lang="en-PH" sz="1800" b="1" dirty="0">
                <a:latin typeface="Roboto Condensed" panose="02000000000000000000" pitchFamily="2" charset="0"/>
                <a:ea typeface="Roboto Condensed" panose="02000000000000000000" pitchFamily="2" charset="0"/>
                <a:cs typeface="Roboto Condensed" panose="02000000000000000000" pitchFamily="2" charset="0"/>
              </a:rPr>
              <a:t>What is the core task?</a:t>
            </a:r>
            <a:r>
              <a:rPr lang="en-PH" sz="1800" dirty="0">
                <a:latin typeface="Roboto Condensed" panose="02000000000000000000" pitchFamily="2" charset="0"/>
                <a:ea typeface="Roboto Condensed" panose="02000000000000000000" pitchFamily="2" charset="0"/>
                <a:cs typeface="Roboto Condensed" panose="02000000000000000000" pitchFamily="2" charset="0"/>
              </a:rPr>
              <a:t> We need to give people a number so they know their place in line.</a:t>
            </a:r>
          </a:p>
          <a:p>
            <a:pPr lvl="0"/>
            <a:r>
              <a:rPr lang="en-PH" sz="1800" b="1" dirty="0">
                <a:latin typeface="Roboto Condensed" panose="02000000000000000000" pitchFamily="2" charset="0"/>
                <a:ea typeface="Roboto Condensed" panose="02000000000000000000" pitchFamily="2" charset="0"/>
                <a:cs typeface="Roboto Condensed" panose="02000000000000000000" pitchFamily="2" charset="0"/>
              </a:rPr>
              <a:t>What are the constraints?</a:t>
            </a:r>
            <a:r>
              <a:rPr lang="en-PH" sz="1800" dirty="0">
                <a:latin typeface="Roboto Condensed" panose="02000000000000000000" pitchFamily="2" charset="0"/>
                <a:ea typeface="Roboto Condensed" panose="02000000000000000000" pitchFamily="2" charset="0"/>
                <a:cs typeface="Roboto Condensed" panose="02000000000000000000" pitchFamily="2" charset="0"/>
              </a:rPr>
              <a:t> The numbers must go in order, and two people cannot receive the same number.</a:t>
            </a:r>
          </a:p>
          <a:p>
            <a:pPr lvl="0"/>
            <a:r>
              <a:rPr lang="en-PH" sz="1800" b="1" dirty="0">
                <a:latin typeface="Roboto Condensed" panose="02000000000000000000" pitchFamily="2" charset="0"/>
                <a:ea typeface="Roboto Condensed" panose="02000000000000000000" pitchFamily="2" charset="0"/>
                <a:cs typeface="Roboto Condensed" panose="02000000000000000000" pitchFamily="2" charset="0"/>
              </a:rPr>
              <a:t>What is the expected outcome?</a:t>
            </a:r>
            <a:r>
              <a:rPr lang="en-PH" sz="1800" dirty="0">
                <a:latin typeface="Roboto Condensed" panose="02000000000000000000" pitchFamily="2" charset="0"/>
                <a:ea typeface="Roboto Condensed" panose="02000000000000000000" pitchFamily="2" charset="0"/>
                <a:cs typeface="Roboto Condensed" panose="02000000000000000000" pitchFamily="2" charset="0"/>
              </a:rPr>
              <a:t> A system that outputs a unique, sequential number every time a user requests one.</a:t>
            </a:r>
          </a:p>
          <a:p>
            <a:endParaRPr lang="en-PH" sz="1900" dirty="0">
              <a:latin typeface="Roboto Condensed" panose="02000000000000000000" pitchFamily="2" charset="0"/>
              <a:ea typeface="Roboto Condensed" panose="02000000000000000000" pitchFamily="2" charset="0"/>
              <a:cs typeface="Roboto Condensed" panose="02000000000000000000" pitchFamily="2" charset="0"/>
            </a:endParaRPr>
          </a:p>
        </p:txBody>
      </p:sp>
      <p:pic>
        <p:nvPicPr>
          <p:cNvPr id="4" name="Picture 3">
            <a:extLst>
              <a:ext uri="{FF2B5EF4-FFF2-40B4-BE49-F238E27FC236}">
                <a16:creationId xmlns:a16="http://schemas.microsoft.com/office/drawing/2014/main" id="{F810120E-D8E1-214D-104B-423966ACE099}"/>
              </a:ext>
            </a:extLst>
          </p:cNvPr>
          <p:cNvPicPr>
            <a:picLocks noChangeAspect="1"/>
          </p:cNvPicPr>
          <p:nvPr/>
        </p:nvPicPr>
        <p:blipFill>
          <a:blip r:embed="rId3"/>
          <a:stretch>
            <a:fillRect/>
          </a:stretch>
        </p:blipFill>
        <p:spPr>
          <a:xfrm>
            <a:off x="6055049" y="1383957"/>
            <a:ext cx="2633821" cy="2885074"/>
          </a:xfrm>
          <a:prstGeom prst="rect">
            <a:avLst/>
          </a:prstGeom>
        </p:spPr>
      </p:pic>
    </p:spTree>
    <p:extLst>
      <p:ext uri="{BB962C8B-B14F-4D97-AF65-F5344CB8AC3E}">
        <p14:creationId xmlns:p14="http://schemas.microsoft.com/office/powerpoint/2010/main" val="1740124246"/>
      </p:ext>
    </p:extLst>
  </p:cSld>
  <p:clrMapOvr>
    <a:masterClrMapping/>
  </p:clrMapOvr>
  <p:transition>
    <p:fade thruBlk="1"/>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88">
          <a:extLst>
            <a:ext uri="{FF2B5EF4-FFF2-40B4-BE49-F238E27FC236}">
              <a16:creationId xmlns:a16="http://schemas.microsoft.com/office/drawing/2014/main" id="{20D5C94C-9757-442F-871E-30E7DF261B3C}"/>
            </a:ext>
          </a:extLst>
        </p:cNvPr>
        <p:cNvGrpSpPr/>
        <p:nvPr/>
      </p:nvGrpSpPr>
      <p:grpSpPr>
        <a:xfrm>
          <a:off x="0" y="0"/>
          <a:ext cx="0" cy="0"/>
          <a:chOff x="0" y="0"/>
          <a:chExt cx="0" cy="0"/>
        </a:xfrm>
      </p:grpSpPr>
      <p:sp>
        <p:nvSpPr>
          <p:cNvPr id="189" name="Google Shape;189;p12">
            <a:extLst>
              <a:ext uri="{FF2B5EF4-FFF2-40B4-BE49-F238E27FC236}">
                <a16:creationId xmlns:a16="http://schemas.microsoft.com/office/drawing/2014/main" id="{F317A458-2956-FE0A-CF65-CB1FF060225F}"/>
              </a:ext>
            </a:extLst>
          </p:cNvPr>
          <p:cNvSpPr txBox="1">
            <a:spLocks noGrp="1"/>
          </p:cNvSpPr>
          <p:nvPr>
            <p:ph type="title"/>
          </p:nvPr>
        </p:nvSpPr>
        <p:spPr>
          <a:xfrm>
            <a:off x="814275" y="392575"/>
            <a:ext cx="5258400" cy="766200"/>
          </a:xfrm>
          <a:prstGeom prst="rect">
            <a:avLst/>
          </a:prstGeom>
        </p:spPr>
        <p:txBody>
          <a:bodyPr spcFirstLastPara="1" wrap="square" lIns="91425" tIns="91425" rIns="91425" bIns="91425" anchor="ctr" anchorCtr="0">
            <a:noAutofit/>
          </a:bodyPr>
          <a:lstStyle/>
          <a:p>
            <a:pPr lvl="0"/>
            <a:r>
              <a:rPr lang="en-PH" dirty="0"/>
              <a:t>Problem Analysis</a:t>
            </a:r>
            <a:endParaRPr dirty="0">
              <a:solidFill>
                <a:schemeClr val="bg1">
                  <a:lumMod val="95000"/>
                </a:schemeClr>
              </a:solidFill>
            </a:endParaRPr>
          </a:p>
        </p:txBody>
      </p:sp>
      <p:sp>
        <p:nvSpPr>
          <p:cNvPr id="192" name="Google Shape;192;p12">
            <a:extLst>
              <a:ext uri="{FF2B5EF4-FFF2-40B4-BE49-F238E27FC236}">
                <a16:creationId xmlns:a16="http://schemas.microsoft.com/office/drawing/2014/main" id="{FB4E35D3-585A-4550-FC63-261376E8D911}"/>
              </a:ext>
            </a:extLst>
          </p:cNvPr>
          <p:cNvSpPr txBox="1">
            <a:spLocks noGrp="1"/>
          </p:cNvSpPr>
          <p:nvPr>
            <p:ph type="sldNum" idx="12"/>
          </p:nvPr>
        </p:nvSpPr>
        <p:spPr>
          <a:xfrm>
            <a:off x="7618000" y="4636500"/>
            <a:ext cx="1487400" cy="315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GB"/>
              <a:t>19</a:t>
            </a:fld>
            <a:endParaRPr lang="en-GB"/>
          </a:p>
        </p:txBody>
      </p:sp>
      <p:grpSp>
        <p:nvGrpSpPr>
          <p:cNvPr id="194" name="Google Shape;194;p12">
            <a:extLst>
              <a:ext uri="{FF2B5EF4-FFF2-40B4-BE49-F238E27FC236}">
                <a16:creationId xmlns:a16="http://schemas.microsoft.com/office/drawing/2014/main" id="{7B5BAF99-74C2-D46C-8E1D-59538ADFBFB9}"/>
              </a:ext>
            </a:extLst>
          </p:cNvPr>
          <p:cNvGrpSpPr/>
          <p:nvPr/>
        </p:nvGrpSpPr>
        <p:grpSpPr>
          <a:xfrm>
            <a:off x="293683" y="574116"/>
            <a:ext cx="309041" cy="403123"/>
            <a:chOff x="590250" y="244200"/>
            <a:chExt cx="407975" cy="532175"/>
          </a:xfrm>
        </p:grpSpPr>
        <p:sp>
          <p:nvSpPr>
            <p:cNvPr id="195" name="Google Shape;195;p12">
              <a:extLst>
                <a:ext uri="{FF2B5EF4-FFF2-40B4-BE49-F238E27FC236}">
                  <a16:creationId xmlns:a16="http://schemas.microsoft.com/office/drawing/2014/main" id="{2F8EAEE5-8A6F-A4CC-CCEB-84C1D52A1BB9}"/>
                </a:ext>
              </a:extLst>
            </p:cNvPr>
            <p:cNvSpPr/>
            <p:nvPr/>
          </p:nvSpPr>
          <p:spPr>
            <a:xfrm>
              <a:off x="623125" y="313625"/>
              <a:ext cx="375100" cy="462750"/>
            </a:xfrm>
            <a:custGeom>
              <a:avLst/>
              <a:gdLst/>
              <a:ahLst/>
              <a:cxnLst/>
              <a:rect l="l" t="t" r="r" b="b"/>
              <a:pathLst>
                <a:path w="15004" h="18510" fill="none" extrusionOk="0">
                  <a:moveTo>
                    <a:pt x="1" y="17536"/>
                  </a:moveTo>
                  <a:lnTo>
                    <a:pt x="1" y="17536"/>
                  </a:lnTo>
                  <a:lnTo>
                    <a:pt x="1" y="17536"/>
                  </a:lnTo>
                  <a:lnTo>
                    <a:pt x="25" y="17682"/>
                  </a:lnTo>
                  <a:lnTo>
                    <a:pt x="49" y="17852"/>
                  </a:lnTo>
                  <a:lnTo>
                    <a:pt x="123" y="18023"/>
                  </a:lnTo>
                  <a:lnTo>
                    <a:pt x="220" y="18193"/>
                  </a:lnTo>
                  <a:lnTo>
                    <a:pt x="293" y="18291"/>
                  </a:lnTo>
                  <a:lnTo>
                    <a:pt x="390" y="18364"/>
                  </a:lnTo>
                  <a:lnTo>
                    <a:pt x="488" y="18412"/>
                  </a:lnTo>
                  <a:lnTo>
                    <a:pt x="610" y="18461"/>
                  </a:lnTo>
                  <a:lnTo>
                    <a:pt x="756" y="18510"/>
                  </a:lnTo>
                  <a:lnTo>
                    <a:pt x="926" y="18510"/>
                  </a:lnTo>
                  <a:lnTo>
                    <a:pt x="14468" y="18510"/>
                  </a:lnTo>
                  <a:lnTo>
                    <a:pt x="14468" y="18510"/>
                  </a:lnTo>
                  <a:lnTo>
                    <a:pt x="14541" y="18510"/>
                  </a:lnTo>
                  <a:lnTo>
                    <a:pt x="14614" y="18485"/>
                  </a:lnTo>
                  <a:lnTo>
                    <a:pt x="14736" y="18412"/>
                  </a:lnTo>
                  <a:lnTo>
                    <a:pt x="14833" y="18291"/>
                  </a:lnTo>
                  <a:lnTo>
                    <a:pt x="14906" y="18144"/>
                  </a:lnTo>
                  <a:lnTo>
                    <a:pt x="14955" y="17974"/>
                  </a:lnTo>
                  <a:lnTo>
                    <a:pt x="14979" y="17779"/>
                  </a:lnTo>
                  <a:lnTo>
                    <a:pt x="15003" y="17438"/>
                  </a:lnTo>
                  <a:lnTo>
                    <a:pt x="15003" y="487"/>
                  </a:lnTo>
                  <a:lnTo>
                    <a:pt x="15003" y="487"/>
                  </a:lnTo>
                  <a:lnTo>
                    <a:pt x="15003" y="341"/>
                  </a:lnTo>
                  <a:lnTo>
                    <a:pt x="14979" y="219"/>
                  </a:lnTo>
                  <a:lnTo>
                    <a:pt x="14955" y="146"/>
                  </a:lnTo>
                  <a:lnTo>
                    <a:pt x="14906" y="73"/>
                  </a:lnTo>
                  <a:lnTo>
                    <a:pt x="14833" y="49"/>
                  </a:lnTo>
                  <a:lnTo>
                    <a:pt x="14736" y="24"/>
                  </a:lnTo>
                  <a:lnTo>
                    <a:pt x="14468" y="0"/>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 name="Google Shape;196;p12">
              <a:extLst>
                <a:ext uri="{FF2B5EF4-FFF2-40B4-BE49-F238E27FC236}">
                  <a16:creationId xmlns:a16="http://schemas.microsoft.com/office/drawing/2014/main" id="{E8B85853-5205-7F72-E45E-9FA937536496}"/>
                </a:ext>
              </a:extLst>
            </p:cNvPr>
            <p:cNvSpPr/>
            <p:nvPr/>
          </p:nvSpPr>
          <p:spPr>
            <a:xfrm>
              <a:off x="590250" y="269775"/>
              <a:ext cx="377525" cy="462775"/>
            </a:xfrm>
            <a:custGeom>
              <a:avLst/>
              <a:gdLst/>
              <a:ahLst/>
              <a:cxnLst/>
              <a:rect l="l" t="t" r="r" b="b"/>
              <a:pathLst>
                <a:path w="15101" h="18511" fill="none" extrusionOk="0">
                  <a:moveTo>
                    <a:pt x="14321" y="0"/>
                  </a:moveTo>
                  <a:lnTo>
                    <a:pt x="780" y="0"/>
                  </a:lnTo>
                  <a:lnTo>
                    <a:pt x="780" y="0"/>
                  </a:lnTo>
                  <a:lnTo>
                    <a:pt x="634" y="25"/>
                  </a:lnTo>
                  <a:lnTo>
                    <a:pt x="488" y="74"/>
                  </a:lnTo>
                  <a:lnTo>
                    <a:pt x="342" y="122"/>
                  </a:lnTo>
                  <a:lnTo>
                    <a:pt x="220" y="220"/>
                  </a:lnTo>
                  <a:lnTo>
                    <a:pt x="122" y="341"/>
                  </a:lnTo>
                  <a:lnTo>
                    <a:pt x="74" y="488"/>
                  </a:lnTo>
                  <a:lnTo>
                    <a:pt x="25" y="634"/>
                  </a:lnTo>
                  <a:lnTo>
                    <a:pt x="1" y="780"/>
                  </a:lnTo>
                  <a:lnTo>
                    <a:pt x="1" y="17731"/>
                  </a:lnTo>
                  <a:lnTo>
                    <a:pt x="1" y="17731"/>
                  </a:lnTo>
                  <a:lnTo>
                    <a:pt x="25" y="17877"/>
                  </a:lnTo>
                  <a:lnTo>
                    <a:pt x="74" y="18023"/>
                  </a:lnTo>
                  <a:lnTo>
                    <a:pt x="122" y="18169"/>
                  </a:lnTo>
                  <a:lnTo>
                    <a:pt x="220" y="18291"/>
                  </a:lnTo>
                  <a:lnTo>
                    <a:pt x="342" y="18388"/>
                  </a:lnTo>
                  <a:lnTo>
                    <a:pt x="488" y="18437"/>
                  </a:lnTo>
                  <a:lnTo>
                    <a:pt x="634" y="18486"/>
                  </a:lnTo>
                  <a:lnTo>
                    <a:pt x="780" y="18510"/>
                  </a:lnTo>
                  <a:lnTo>
                    <a:pt x="14321" y="18510"/>
                  </a:lnTo>
                  <a:lnTo>
                    <a:pt x="14321" y="18510"/>
                  </a:lnTo>
                  <a:lnTo>
                    <a:pt x="14467" y="18486"/>
                  </a:lnTo>
                  <a:lnTo>
                    <a:pt x="14614" y="18437"/>
                  </a:lnTo>
                  <a:lnTo>
                    <a:pt x="14760" y="18388"/>
                  </a:lnTo>
                  <a:lnTo>
                    <a:pt x="14881" y="18291"/>
                  </a:lnTo>
                  <a:lnTo>
                    <a:pt x="14979" y="18169"/>
                  </a:lnTo>
                  <a:lnTo>
                    <a:pt x="15028" y="18023"/>
                  </a:lnTo>
                  <a:lnTo>
                    <a:pt x="15076" y="17877"/>
                  </a:lnTo>
                  <a:lnTo>
                    <a:pt x="15101" y="17731"/>
                  </a:lnTo>
                  <a:lnTo>
                    <a:pt x="15101" y="780"/>
                  </a:lnTo>
                  <a:lnTo>
                    <a:pt x="15101" y="780"/>
                  </a:lnTo>
                  <a:lnTo>
                    <a:pt x="15076" y="634"/>
                  </a:lnTo>
                  <a:lnTo>
                    <a:pt x="15028" y="488"/>
                  </a:lnTo>
                  <a:lnTo>
                    <a:pt x="14979" y="341"/>
                  </a:lnTo>
                  <a:lnTo>
                    <a:pt x="14881" y="220"/>
                  </a:lnTo>
                  <a:lnTo>
                    <a:pt x="14760" y="122"/>
                  </a:lnTo>
                  <a:lnTo>
                    <a:pt x="14614" y="74"/>
                  </a:lnTo>
                  <a:lnTo>
                    <a:pt x="14467" y="25"/>
                  </a:lnTo>
                  <a:lnTo>
                    <a:pt x="14321" y="0"/>
                  </a:lnTo>
                  <a:lnTo>
                    <a:pt x="14321" y="0"/>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 name="Google Shape;197;p12">
              <a:extLst>
                <a:ext uri="{FF2B5EF4-FFF2-40B4-BE49-F238E27FC236}">
                  <a16:creationId xmlns:a16="http://schemas.microsoft.com/office/drawing/2014/main" id="{4E77F49C-DFD0-7B2C-5EDA-3A29D450AC60}"/>
                </a:ext>
              </a:extLst>
            </p:cNvPr>
            <p:cNvSpPr/>
            <p:nvPr/>
          </p:nvSpPr>
          <p:spPr>
            <a:xfrm>
              <a:off x="796650" y="274025"/>
              <a:ext cx="45100" cy="45100"/>
            </a:xfrm>
            <a:custGeom>
              <a:avLst/>
              <a:gdLst/>
              <a:ahLst/>
              <a:cxnLst/>
              <a:rect l="l" t="t" r="r" b="b"/>
              <a:pathLst>
                <a:path w="1804" h="1804" fill="none" extrusionOk="0">
                  <a:moveTo>
                    <a:pt x="902" y="1"/>
                  </a:moveTo>
                  <a:lnTo>
                    <a:pt x="902" y="1"/>
                  </a:lnTo>
                  <a:lnTo>
                    <a:pt x="1073" y="25"/>
                  </a:lnTo>
                  <a:lnTo>
                    <a:pt x="1243" y="74"/>
                  </a:lnTo>
                  <a:lnTo>
                    <a:pt x="1414" y="147"/>
                  </a:lnTo>
                  <a:lnTo>
                    <a:pt x="1535" y="269"/>
                  </a:lnTo>
                  <a:lnTo>
                    <a:pt x="1657" y="391"/>
                  </a:lnTo>
                  <a:lnTo>
                    <a:pt x="1730" y="561"/>
                  </a:lnTo>
                  <a:lnTo>
                    <a:pt x="1779" y="732"/>
                  </a:lnTo>
                  <a:lnTo>
                    <a:pt x="1803" y="902"/>
                  </a:lnTo>
                  <a:lnTo>
                    <a:pt x="1803" y="902"/>
                  </a:lnTo>
                  <a:lnTo>
                    <a:pt x="1779" y="1073"/>
                  </a:lnTo>
                  <a:lnTo>
                    <a:pt x="1730" y="1243"/>
                  </a:lnTo>
                  <a:lnTo>
                    <a:pt x="1657" y="1414"/>
                  </a:lnTo>
                  <a:lnTo>
                    <a:pt x="1535" y="1535"/>
                  </a:lnTo>
                  <a:lnTo>
                    <a:pt x="1414" y="1657"/>
                  </a:lnTo>
                  <a:lnTo>
                    <a:pt x="1243" y="1730"/>
                  </a:lnTo>
                  <a:lnTo>
                    <a:pt x="1073" y="1779"/>
                  </a:lnTo>
                  <a:lnTo>
                    <a:pt x="902" y="1803"/>
                  </a:lnTo>
                  <a:lnTo>
                    <a:pt x="902" y="1803"/>
                  </a:lnTo>
                  <a:lnTo>
                    <a:pt x="732" y="1779"/>
                  </a:lnTo>
                  <a:lnTo>
                    <a:pt x="561" y="1730"/>
                  </a:lnTo>
                  <a:lnTo>
                    <a:pt x="391" y="1657"/>
                  </a:lnTo>
                  <a:lnTo>
                    <a:pt x="269" y="1535"/>
                  </a:lnTo>
                  <a:lnTo>
                    <a:pt x="147" y="1414"/>
                  </a:lnTo>
                  <a:lnTo>
                    <a:pt x="74" y="1243"/>
                  </a:lnTo>
                  <a:lnTo>
                    <a:pt x="25" y="1073"/>
                  </a:lnTo>
                  <a:lnTo>
                    <a:pt x="1" y="902"/>
                  </a:lnTo>
                  <a:lnTo>
                    <a:pt x="1" y="902"/>
                  </a:lnTo>
                  <a:lnTo>
                    <a:pt x="25" y="732"/>
                  </a:lnTo>
                  <a:lnTo>
                    <a:pt x="74" y="561"/>
                  </a:lnTo>
                  <a:lnTo>
                    <a:pt x="147" y="391"/>
                  </a:lnTo>
                  <a:lnTo>
                    <a:pt x="269" y="269"/>
                  </a:lnTo>
                  <a:lnTo>
                    <a:pt x="391" y="147"/>
                  </a:lnTo>
                  <a:lnTo>
                    <a:pt x="561" y="74"/>
                  </a:lnTo>
                  <a:lnTo>
                    <a:pt x="732" y="25"/>
                  </a:lnTo>
                  <a:lnTo>
                    <a:pt x="902" y="1"/>
                  </a:lnTo>
                  <a:lnTo>
                    <a:pt x="902" y="1"/>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 name="Google Shape;198;p12">
              <a:extLst>
                <a:ext uri="{FF2B5EF4-FFF2-40B4-BE49-F238E27FC236}">
                  <a16:creationId xmlns:a16="http://schemas.microsoft.com/office/drawing/2014/main" id="{9501BA2E-E96C-95FC-0675-BC1AA845F223}"/>
                </a:ext>
              </a:extLst>
            </p:cNvPr>
            <p:cNvSpPr/>
            <p:nvPr/>
          </p:nvSpPr>
          <p:spPr>
            <a:xfrm>
              <a:off x="713850" y="274025"/>
              <a:ext cx="45075" cy="45100"/>
            </a:xfrm>
            <a:custGeom>
              <a:avLst/>
              <a:gdLst/>
              <a:ahLst/>
              <a:cxnLst/>
              <a:rect l="l" t="t" r="r" b="b"/>
              <a:pathLst>
                <a:path w="1803" h="1804" fill="none" extrusionOk="0">
                  <a:moveTo>
                    <a:pt x="902" y="1"/>
                  </a:moveTo>
                  <a:lnTo>
                    <a:pt x="902" y="1"/>
                  </a:lnTo>
                  <a:lnTo>
                    <a:pt x="1072" y="25"/>
                  </a:lnTo>
                  <a:lnTo>
                    <a:pt x="1243" y="74"/>
                  </a:lnTo>
                  <a:lnTo>
                    <a:pt x="1413" y="147"/>
                  </a:lnTo>
                  <a:lnTo>
                    <a:pt x="1535" y="269"/>
                  </a:lnTo>
                  <a:lnTo>
                    <a:pt x="1657" y="391"/>
                  </a:lnTo>
                  <a:lnTo>
                    <a:pt x="1730" y="561"/>
                  </a:lnTo>
                  <a:lnTo>
                    <a:pt x="1779" y="732"/>
                  </a:lnTo>
                  <a:lnTo>
                    <a:pt x="1803" y="902"/>
                  </a:lnTo>
                  <a:lnTo>
                    <a:pt x="1803" y="902"/>
                  </a:lnTo>
                  <a:lnTo>
                    <a:pt x="1779" y="1073"/>
                  </a:lnTo>
                  <a:lnTo>
                    <a:pt x="1730" y="1243"/>
                  </a:lnTo>
                  <a:lnTo>
                    <a:pt x="1657" y="1414"/>
                  </a:lnTo>
                  <a:lnTo>
                    <a:pt x="1535" y="1535"/>
                  </a:lnTo>
                  <a:lnTo>
                    <a:pt x="1413" y="1657"/>
                  </a:lnTo>
                  <a:lnTo>
                    <a:pt x="1243" y="1730"/>
                  </a:lnTo>
                  <a:lnTo>
                    <a:pt x="1072" y="1779"/>
                  </a:lnTo>
                  <a:lnTo>
                    <a:pt x="902" y="1803"/>
                  </a:lnTo>
                  <a:lnTo>
                    <a:pt x="902" y="1803"/>
                  </a:lnTo>
                  <a:lnTo>
                    <a:pt x="731" y="1779"/>
                  </a:lnTo>
                  <a:lnTo>
                    <a:pt x="561" y="1730"/>
                  </a:lnTo>
                  <a:lnTo>
                    <a:pt x="390" y="1657"/>
                  </a:lnTo>
                  <a:lnTo>
                    <a:pt x="269" y="1535"/>
                  </a:lnTo>
                  <a:lnTo>
                    <a:pt x="147" y="1414"/>
                  </a:lnTo>
                  <a:lnTo>
                    <a:pt x="74" y="1243"/>
                  </a:lnTo>
                  <a:lnTo>
                    <a:pt x="25" y="1073"/>
                  </a:lnTo>
                  <a:lnTo>
                    <a:pt x="1" y="902"/>
                  </a:lnTo>
                  <a:lnTo>
                    <a:pt x="1" y="902"/>
                  </a:lnTo>
                  <a:lnTo>
                    <a:pt x="25" y="732"/>
                  </a:lnTo>
                  <a:lnTo>
                    <a:pt x="74" y="561"/>
                  </a:lnTo>
                  <a:lnTo>
                    <a:pt x="147" y="391"/>
                  </a:lnTo>
                  <a:lnTo>
                    <a:pt x="269" y="269"/>
                  </a:lnTo>
                  <a:lnTo>
                    <a:pt x="390" y="147"/>
                  </a:lnTo>
                  <a:lnTo>
                    <a:pt x="561" y="74"/>
                  </a:lnTo>
                  <a:lnTo>
                    <a:pt x="731" y="25"/>
                  </a:lnTo>
                  <a:lnTo>
                    <a:pt x="902" y="1"/>
                  </a:lnTo>
                  <a:lnTo>
                    <a:pt x="902" y="1"/>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 name="Google Shape;199;p12">
              <a:extLst>
                <a:ext uri="{FF2B5EF4-FFF2-40B4-BE49-F238E27FC236}">
                  <a16:creationId xmlns:a16="http://schemas.microsoft.com/office/drawing/2014/main" id="{7BDB02BF-1948-6E32-565D-9F908B317848}"/>
                </a:ext>
              </a:extLst>
            </p:cNvPr>
            <p:cNvSpPr/>
            <p:nvPr/>
          </p:nvSpPr>
          <p:spPr>
            <a:xfrm>
              <a:off x="631050" y="274025"/>
              <a:ext cx="45075" cy="45100"/>
            </a:xfrm>
            <a:custGeom>
              <a:avLst/>
              <a:gdLst/>
              <a:ahLst/>
              <a:cxnLst/>
              <a:rect l="l" t="t" r="r" b="b"/>
              <a:pathLst>
                <a:path w="1803" h="1804" fill="none" extrusionOk="0">
                  <a:moveTo>
                    <a:pt x="0" y="902"/>
                  </a:moveTo>
                  <a:lnTo>
                    <a:pt x="0" y="902"/>
                  </a:lnTo>
                  <a:lnTo>
                    <a:pt x="25" y="732"/>
                  </a:lnTo>
                  <a:lnTo>
                    <a:pt x="73" y="561"/>
                  </a:lnTo>
                  <a:lnTo>
                    <a:pt x="147" y="391"/>
                  </a:lnTo>
                  <a:lnTo>
                    <a:pt x="268" y="269"/>
                  </a:lnTo>
                  <a:lnTo>
                    <a:pt x="390" y="147"/>
                  </a:lnTo>
                  <a:lnTo>
                    <a:pt x="561" y="74"/>
                  </a:lnTo>
                  <a:lnTo>
                    <a:pt x="731" y="25"/>
                  </a:lnTo>
                  <a:lnTo>
                    <a:pt x="902" y="1"/>
                  </a:lnTo>
                  <a:lnTo>
                    <a:pt x="902" y="1"/>
                  </a:lnTo>
                  <a:lnTo>
                    <a:pt x="1072" y="25"/>
                  </a:lnTo>
                  <a:lnTo>
                    <a:pt x="1243" y="74"/>
                  </a:lnTo>
                  <a:lnTo>
                    <a:pt x="1413" y="147"/>
                  </a:lnTo>
                  <a:lnTo>
                    <a:pt x="1535" y="269"/>
                  </a:lnTo>
                  <a:lnTo>
                    <a:pt x="1657" y="391"/>
                  </a:lnTo>
                  <a:lnTo>
                    <a:pt x="1730" y="561"/>
                  </a:lnTo>
                  <a:lnTo>
                    <a:pt x="1778" y="732"/>
                  </a:lnTo>
                  <a:lnTo>
                    <a:pt x="1803" y="902"/>
                  </a:lnTo>
                  <a:lnTo>
                    <a:pt x="1803" y="902"/>
                  </a:lnTo>
                  <a:lnTo>
                    <a:pt x="1778" y="1073"/>
                  </a:lnTo>
                  <a:lnTo>
                    <a:pt x="1730" y="1243"/>
                  </a:lnTo>
                  <a:lnTo>
                    <a:pt x="1657" y="1414"/>
                  </a:lnTo>
                  <a:lnTo>
                    <a:pt x="1535" y="1535"/>
                  </a:lnTo>
                  <a:lnTo>
                    <a:pt x="1413" y="1657"/>
                  </a:lnTo>
                  <a:lnTo>
                    <a:pt x="1243" y="1730"/>
                  </a:lnTo>
                  <a:lnTo>
                    <a:pt x="1072" y="1779"/>
                  </a:lnTo>
                  <a:lnTo>
                    <a:pt x="902" y="1803"/>
                  </a:lnTo>
                  <a:lnTo>
                    <a:pt x="902" y="1803"/>
                  </a:lnTo>
                  <a:lnTo>
                    <a:pt x="731" y="1779"/>
                  </a:lnTo>
                  <a:lnTo>
                    <a:pt x="561" y="1730"/>
                  </a:lnTo>
                  <a:lnTo>
                    <a:pt x="390" y="1657"/>
                  </a:lnTo>
                  <a:lnTo>
                    <a:pt x="268" y="1535"/>
                  </a:lnTo>
                  <a:lnTo>
                    <a:pt x="147" y="1414"/>
                  </a:lnTo>
                  <a:lnTo>
                    <a:pt x="73" y="1243"/>
                  </a:lnTo>
                  <a:lnTo>
                    <a:pt x="25" y="1073"/>
                  </a:lnTo>
                  <a:lnTo>
                    <a:pt x="0" y="902"/>
                  </a:lnTo>
                  <a:lnTo>
                    <a:pt x="0" y="902"/>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 name="Google Shape;200;p12">
              <a:extLst>
                <a:ext uri="{FF2B5EF4-FFF2-40B4-BE49-F238E27FC236}">
                  <a16:creationId xmlns:a16="http://schemas.microsoft.com/office/drawing/2014/main" id="{F8D37FB7-2A8D-E533-2194-6DF70CE58FF8}"/>
                </a:ext>
              </a:extLst>
            </p:cNvPr>
            <p:cNvSpPr/>
            <p:nvPr/>
          </p:nvSpPr>
          <p:spPr>
            <a:xfrm>
              <a:off x="649925" y="590050"/>
              <a:ext cx="133975" cy="25"/>
            </a:xfrm>
            <a:custGeom>
              <a:avLst/>
              <a:gdLst/>
              <a:ahLst/>
              <a:cxnLst/>
              <a:rect l="l" t="t" r="r" b="b"/>
              <a:pathLst>
                <a:path w="5359" h="1" fill="none" extrusionOk="0">
                  <a:moveTo>
                    <a:pt x="5358" y="0"/>
                  </a:moveTo>
                  <a:lnTo>
                    <a:pt x="0" y="0"/>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 name="Google Shape;201;p12">
              <a:extLst>
                <a:ext uri="{FF2B5EF4-FFF2-40B4-BE49-F238E27FC236}">
                  <a16:creationId xmlns:a16="http://schemas.microsoft.com/office/drawing/2014/main" id="{8B8A0D45-135D-F99B-131A-68395CCB3939}"/>
                </a:ext>
              </a:extLst>
            </p:cNvPr>
            <p:cNvSpPr/>
            <p:nvPr/>
          </p:nvSpPr>
          <p:spPr>
            <a:xfrm>
              <a:off x="649925" y="534625"/>
              <a:ext cx="255750" cy="25"/>
            </a:xfrm>
            <a:custGeom>
              <a:avLst/>
              <a:gdLst/>
              <a:ahLst/>
              <a:cxnLst/>
              <a:rect l="l" t="t" r="r" b="b"/>
              <a:pathLst>
                <a:path w="10230" h="1" fill="none" extrusionOk="0">
                  <a:moveTo>
                    <a:pt x="10229" y="1"/>
                  </a:moveTo>
                  <a:lnTo>
                    <a:pt x="0" y="1"/>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 name="Google Shape;202;p12">
              <a:extLst>
                <a:ext uri="{FF2B5EF4-FFF2-40B4-BE49-F238E27FC236}">
                  <a16:creationId xmlns:a16="http://schemas.microsoft.com/office/drawing/2014/main" id="{EC7AA880-2FBB-FEF1-5372-17B281403490}"/>
                </a:ext>
              </a:extLst>
            </p:cNvPr>
            <p:cNvSpPr/>
            <p:nvPr/>
          </p:nvSpPr>
          <p:spPr>
            <a:xfrm>
              <a:off x="649925" y="479825"/>
              <a:ext cx="255750" cy="25"/>
            </a:xfrm>
            <a:custGeom>
              <a:avLst/>
              <a:gdLst/>
              <a:ahLst/>
              <a:cxnLst/>
              <a:rect l="l" t="t" r="r" b="b"/>
              <a:pathLst>
                <a:path w="10230" h="1" fill="none" extrusionOk="0">
                  <a:moveTo>
                    <a:pt x="10229" y="1"/>
                  </a:moveTo>
                  <a:lnTo>
                    <a:pt x="0" y="1"/>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 name="Google Shape;203;p12">
              <a:extLst>
                <a:ext uri="{FF2B5EF4-FFF2-40B4-BE49-F238E27FC236}">
                  <a16:creationId xmlns:a16="http://schemas.microsoft.com/office/drawing/2014/main" id="{076AC7C6-A537-17CA-903D-2A1864F7AD9B}"/>
                </a:ext>
              </a:extLst>
            </p:cNvPr>
            <p:cNvSpPr/>
            <p:nvPr/>
          </p:nvSpPr>
          <p:spPr>
            <a:xfrm>
              <a:off x="649925" y="424425"/>
              <a:ext cx="255750" cy="25"/>
            </a:xfrm>
            <a:custGeom>
              <a:avLst/>
              <a:gdLst/>
              <a:ahLst/>
              <a:cxnLst/>
              <a:rect l="l" t="t" r="r" b="b"/>
              <a:pathLst>
                <a:path w="10230" h="1" fill="none" extrusionOk="0">
                  <a:moveTo>
                    <a:pt x="10229" y="1"/>
                  </a:moveTo>
                  <a:lnTo>
                    <a:pt x="0" y="1"/>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 name="Google Shape;204;p12">
              <a:extLst>
                <a:ext uri="{FF2B5EF4-FFF2-40B4-BE49-F238E27FC236}">
                  <a16:creationId xmlns:a16="http://schemas.microsoft.com/office/drawing/2014/main" id="{748C3D1F-1708-B710-37FE-0DCB4D3839EB}"/>
                </a:ext>
              </a:extLst>
            </p:cNvPr>
            <p:cNvSpPr/>
            <p:nvPr/>
          </p:nvSpPr>
          <p:spPr>
            <a:xfrm>
              <a:off x="879475" y="274025"/>
              <a:ext cx="45075" cy="45100"/>
            </a:xfrm>
            <a:custGeom>
              <a:avLst/>
              <a:gdLst/>
              <a:ahLst/>
              <a:cxnLst/>
              <a:rect l="l" t="t" r="r" b="b"/>
              <a:pathLst>
                <a:path w="1803" h="1804" fill="none" extrusionOk="0">
                  <a:moveTo>
                    <a:pt x="901" y="1803"/>
                  </a:moveTo>
                  <a:lnTo>
                    <a:pt x="901" y="1803"/>
                  </a:lnTo>
                  <a:lnTo>
                    <a:pt x="731" y="1779"/>
                  </a:lnTo>
                  <a:lnTo>
                    <a:pt x="560" y="1730"/>
                  </a:lnTo>
                  <a:lnTo>
                    <a:pt x="390" y="1657"/>
                  </a:lnTo>
                  <a:lnTo>
                    <a:pt x="268" y="1535"/>
                  </a:lnTo>
                  <a:lnTo>
                    <a:pt x="146" y="1414"/>
                  </a:lnTo>
                  <a:lnTo>
                    <a:pt x="73" y="1243"/>
                  </a:lnTo>
                  <a:lnTo>
                    <a:pt x="25" y="1073"/>
                  </a:lnTo>
                  <a:lnTo>
                    <a:pt x="0" y="902"/>
                  </a:lnTo>
                  <a:lnTo>
                    <a:pt x="0" y="902"/>
                  </a:lnTo>
                  <a:lnTo>
                    <a:pt x="25" y="732"/>
                  </a:lnTo>
                  <a:lnTo>
                    <a:pt x="73" y="561"/>
                  </a:lnTo>
                  <a:lnTo>
                    <a:pt x="146" y="391"/>
                  </a:lnTo>
                  <a:lnTo>
                    <a:pt x="268" y="269"/>
                  </a:lnTo>
                  <a:lnTo>
                    <a:pt x="390" y="147"/>
                  </a:lnTo>
                  <a:lnTo>
                    <a:pt x="560" y="74"/>
                  </a:lnTo>
                  <a:lnTo>
                    <a:pt x="731" y="25"/>
                  </a:lnTo>
                  <a:lnTo>
                    <a:pt x="901" y="1"/>
                  </a:lnTo>
                  <a:lnTo>
                    <a:pt x="901" y="1"/>
                  </a:lnTo>
                  <a:lnTo>
                    <a:pt x="1072" y="25"/>
                  </a:lnTo>
                  <a:lnTo>
                    <a:pt x="1242" y="74"/>
                  </a:lnTo>
                  <a:lnTo>
                    <a:pt x="1413" y="147"/>
                  </a:lnTo>
                  <a:lnTo>
                    <a:pt x="1535" y="269"/>
                  </a:lnTo>
                  <a:lnTo>
                    <a:pt x="1656" y="391"/>
                  </a:lnTo>
                  <a:lnTo>
                    <a:pt x="1729" y="561"/>
                  </a:lnTo>
                  <a:lnTo>
                    <a:pt x="1778" y="732"/>
                  </a:lnTo>
                  <a:lnTo>
                    <a:pt x="1802" y="902"/>
                  </a:lnTo>
                  <a:lnTo>
                    <a:pt x="1802" y="902"/>
                  </a:lnTo>
                  <a:lnTo>
                    <a:pt x="1778" y="1073"/>
                  </a:lnTo>
                  <a:lnTo>
                    <a:pt x="1729" y="1243"/>
                  </a:lnTo>
                  <a:lnTo>
                    <a:pt x="1656" y="1414"/>
                  </a:lnTo>
                  <a:lnTo>
                    <a:pt x="1535" y="1535"/>
                  </a:lnTo>
                  <a:lnTo>
                    <a:pt x="1413" y="1657"/>
                  </a:lnTo>
                  <a:lnTo>
                    <a:pt x="1242" y="1730"/>
                  </a:lnTo>
                  <a:lnTo>
                    <a:pt x="1072" y="1779"/>
                  </a:lnTo>
                  <a:lnTo>
                    <a:pt x="901" y="1803"/>
                  </a:lnTo>
                  <a:lnTo>
                    <a:pt x="901" y="1803"/>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 name="Google Shape;205;p12">
              <a:extLst>
                <a:ext uri="{FF2B5EF4-FFF2-40B4-BE49-F238E27FC236}">
                  <a16:creationId xmlns:a16="http://schemas.microsoft.com/office/drawing/2014/main" id="{AA7BBD63-3606-C75A-330B-D86B07FC889A}"/>
                </a:ext>
              </a:extLst>
            </p:cNvPr>
            <p:cNvSpPr/>
            <p:nvPr/>
          </p:nvSpPr>
          <p:spPr>
            <a:xfrm>
              <a:off x="654800" y="244200"/>
              <a:ext cx="25" cy="51175"/>
            </a:xfrm>
            <a:custGeom>
              <a:avLst/>
              <a:gdLst/>
              <a:ahLst/>
              <a:cxnLst/>
              <a:rect l="l" t="t" r="r" b="b"/>
              <a:pathLst>
                <a:path w="1" h="2047" fill="none" extrusionOk="0">
                  <a:moveTo>
                    <a:pt x="0" y="1"/>
                  </a:moveTo>
                  <a:lnTo>
                    <a:pt x="0" y="2046"/>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 name="Google Shape;206;p12">
              <a:extLst>
                <a:ext uri="{FF2B5EF4-FFF2-40B4-BE49-F238E27FC236}">
                  <a16:creationId xmlns:a16="http://schemas.microsoft.com/office/drawing/2014/main" id="{71233ED3-4044-0989-D251-4D617DED92FA}"/>
                </a:ext>
              </a:extLst>
            </p:cNvPr>
            <p:cNvSpPr/>
            <p:nvPr/>
          </p:nvSpPr>
          <p:spPr>
            <a:xfrm>
              <a:off x="737600" y="244200"/>
              <a:ext cx="25" cy="51175"/>
            </a:xfrm>
            <a:custGeom>
              <a:avLst/>
              <a:gdLst/>
              <a:ahLst/>
              <a:cxnLst/>
              <a:rect l="l" t="t" r="r" b="b"/>
              <a:pathLst>
                <a:path w="1" h="2047" fill="none" extrusionOk="0">
                  <a:moveTo>
                    <a:pt x="1" y="1"/>
                  </a:moveTo>
                  <a:lnTo>
                    <a:pt x="1" y="2046"/>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 name="Google Shape;207;p12">
              <a:extLst>
                <a:ext uri="{FF2B5EF4-FFF2-40B4-BE49-F238E27FC236}">
                  <a16:creationId xmlns:a16="http://schemas.microsoft.com/office/drawing/2014/main" id="{B513DF9E-72D6-9FB6-D14D-7F4658FE1B78}"/>
                </a:ext>
              </a:extLst>
            </p:cNvPr>
            <p:cNvSpPr/>
            <p:nvPr/>
          </p:nvSpPr>
          <p:spPr>
            <a:xfrm>
              <a:off x="820400" y="244200"/>
              <a:ext cx="25" cy="51175"/>
            </a:xfrm>
            <a:custGeom>
              <a:avLst/>
              <a:gdLst/>
              <a:ahLst/>
              <a:cxnLst/>
              <a:rect l="l" t="t" r="r" b="b"/>
              <a:pathLst>
                <a:path w="1" h="2047" fill="none" extrusionOk="0">
                  <a:moveTo>
                    <a:pt x="1" y="1"/>
                  </a:moveTo>
                  <a:lnTo>
                    <a:pt x="1" y="2046"/>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 name="Google Shape;208;p12">
              <a:extLst>
                <a:ext uri="{FF2B5EF4-FFF2-40B4-BE49-F238E27FC236}">
                  <a16:creationId xmlns:a16="http://schemas.microsoft.com/office/drawing/2014/main" id="{19A021C5-52FD-D99E-FEE8-966F76493036}"/>
                </a:ext>
              </a:extLst>
            </p:cNvPr>
            <p:cNvSpPr/>
            <p:nvPr/>
          </p:nvSpPr>
          <p:spPr>
            <a:xfrm>
              <a:off x="903225" y="244200"/>
              <a:ext cx="25" cy="51175"/>
            </a:xfrm>
            <a:custGeom>
              <a:avLst/>
              <a:gdLst/>
              <a:ahLst/>
              <a:cxnLst/>
              <a:rect l="l" t="t" r="r" b="b"/>
              <a:pathLst>
                <a:path w="1" h="2047" fill="none" extrusionOk="0">
                  <a:moveTo>
                    <a:pt x="0" y="1"/>
                  </a:moveTo>
                  <a:lnTo>
                    <a:pt x="0" y="2046"/>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3" name="Picture 2">
            <a:extLst>
              <a:ext uri="{FF2B5EF4-FFF2-40B4-BE49-F238E27FC236}">
                <a16:creationId xmlns:a16="http://schemas.microsoft.com/office/drawing/2014/main" id="{80FF9C5D-F32E-EE86-9081-4693BE96AF56}"/>
              </a:ext>
            </a:extLst>
          </p:cNvPr>
          <p:cNvPicPr>
            <a:picLocks noChangeAspect="1"/>
          </p:cNvPicPr>
          <p:nvPr/>
        </p:nvPicPr>
        <p:blipFill>
          <a:blip r:embed="rId3"/>
          <a:stretch>
            <a:fillRect/>
          </a:stretch>
        </p:blipFill>
        <p:spPr>
          <a:xfrm>
            <a:off x="358733" y="1778120"/>
            <a:ext cx="6566413" cy="3173980"/>
          </a:xfrm>
          <a:prstGeom prst="rect">
            <a:avLst/>
          </a:prstGeom>
        </p:spPr>
      </p:pic>
      <p:sp>
        <p:nvSpPr>
          <p:cNvPr id="8" name="TextBox 7">
            <a:extLst>
              <a:ext uri="{FF2B5EF4-FFF2-40B4-BE49-F238E27FC236}">
                <a16:creationId xmlns:a16="http://schemas.microsoft.com/office/drawing/2014/main" id="{D859EF2E-42FA-539F-5288-AC15EF3CA0B0}"/>
              </a:ext>
            </a:extLst>
          </p:cNvPr>
          <p:cNvSpPr txBox="1"/>
          <p:nvPr/>
        </p:nvSpPr>
        <p:spPr>
          <a:xfrm>
            <a:off x="450030" y="1268535"/>
            <a:ext cx="7969039" cy="646331"/>
          </a:xfrm>
          <a:prstGeom prst="rect">
            <a:avLst/>
          </a:prstGeom>
          <a:noFill/>
        </p:spPr>
        <p:txBody>
          <a:bodyPr wrap="square">
            <a:spAutoFit/>
          </a:bodyPr>
          <a:lstStyle/>
          <a:p>
            <a:r>
              <a:rPr lang="en-PH" sz="1800" dirty="0">
                <a:latin typeface="Roboto Condensed" panose="02000000000000000000" pitchFamily="2" charset="0"/>
                <a:ea typeface="Roboto Condensed" panose="02000000000000000000" pitchFamily="2" charset="0"/>
                <a:cs typeface="Roboto Condensed" panose="02000000000000000000" pitchFamily="2" charset="0"/>
              </a:rPr>
              <a:t>Once the problem is defined, we break it down into actionable pieces. We do this by analyzing the problem using the </a:t>
            </a:r>
            <a:r>
              <a:rPr lang="en-PH" sz="1800" b="1" dirty="0">
                <a:latin typeface="Roboto Condensed" panose="02000000000000000000" pitchFamily="2" charset="0"/>
                <a:ea typeface="Roboto Condensed" panose="02000000000000000000" pitchFamily="2" charset="0"/>
                <a:cs typeface="Roboto Condensed" panose="02000000000000000000" pitchFamily="2" charset="0"/>
              </a:rPr>
              <a:t>IPO Model</a:t>
            </a:r>
            <a:r>
              <a:rPr lang="en-PH" sz="1800" dirty="0">
                <a:latin typeface="Roboto Condensed" panose="02000000000000000000" pitchFamily="2" charset="0"/>
                <a:ea typeface="Roboto Condensed" panose="02000000000000000000" pitchFamily="2" charset="0"/>
                <a:cs typeface="Roboto Condensed" panose="02000000000000000000" pitchFamily="2" charset="0"/>
              </a:rPr>
              <a:t>: Inputs, Processes, and Outputs.</a:t>
            </a:r>
          </a:p>
        </p:txBody>
      </p:sp>
    </p:spTree>
    <p:extLst>
      <p:ext uri="{BB962C8B-B14F-4D97-AF65-F5344CB8AC3E}">
        <p14:creationId xmlns:p14="http://schemas.microsoft.com/office/powerpoint/2010/main" val="4177911467"/>
      </p:ext>
    </p:extLst>
  </p:cSld>
  <p:clrMapOvr>
    <a:masterClrMapping/>
  </p:clrMapOvr>
  <p:transition>
    <p:fade thruBlk="1"/>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88">
          <a:extLst>
            <a:ext uri="{FF2B5EF4-FFF2-40B4-BE49-F238E27FC236}">
              <a16:creationId xmlns:a16="http://schemas.microsoft.com/office/drawing/2014/main" id="{B90001DD-4A85-EFD6-F7B5-4AAC72B0158E}"/>
            </a:ext>
          </a:extLst>
        </p:cNvPr>
        <p:cNvGrpSpPr/>
        <p:nvPr/>
      </p:nvGrpSpPr>
      <p:grpSpPr>
        <a:xfrm>
          <a:off x="0" y="0"/>
          <a:ext cx="0" cy="0"/>
          <a:chOff x="0" y="0"/>
          <a:chExt cx="0" cy="0"/>
        </a:xfrm>
      </p:grpSpPr>
      <p:sp>
        <p:nvSpPr>
          <p:cNvPr id="189" name="Google Shape;189;p12">
            <a:extLst>
              <a:ext uri="{FF2B5EF4-FFF2-40B4-BE49-F238E27FC236}">
                <a16:creationId xmlns:a16="http://schemas.microsoft.com/office/drawing/2014/main" id="{D4E8D497-A33C-796B-1FC4-F79C18591906}"/>
              </a:ext>
            </a:extLst>
          </p:cNvPr>
          <p:cNvSpPr txBox="1">
            <a:spLocks noGrp="1"/>
          </p:cNvSpPr>
          <p:nvPr>
            <p:ph type="title"/>
          </p:nvPr>
        </p:nvSpPr>
        <p:spPr>
          <a:xfrm>
            <a:off x="814275" y="392575"/>
            <a:ext cx="5258400" cy="766200"/>
          </a:xfrm>
          <a:prstGeom prst="rect">
            <a:avLst/>
          </a:prstGeom>
        </p:spPr>
        <p:txBody>
          <a:bodyPr spcFirstLastPara="1" wrap="square" lIns="91425" tIns="91425" rIns="91425" bIns="91425" anchor="ctr" anchorCtr="0">
            <a:noAutofit/>
          </a:bodyPr>
          <a:lstStyle/>
          <a:p>
            <a:pPr lvl="0"/>
            <a:r>
              <a:rPr lang="en-PH" dirty="0"/>
              <a:t>Problem Analysis</a:t>
            </a:r>
            <a:endParaRPr dirty="0">
              <a:solidFill>
                <a:schemeClr val="bg1">
                  <a:lumMod val="95000"/>
                </a:schemeClr>
              </a:solidFill>
            </a:endParaRPr>
          </a:p>
        </p:txBody>
      </p:sp>
      <p:sp>
        <p:nvSpPr>
          <p:cNvPr id="192" name="Google Shape;192;p12">
            <a:extLst>
              <a:ext uri="{FF2B5EF4-FFF2-40B4-BE49-F238E27FC236}">
                <a16:creationId xmlns:a16="http://schemas.microsoft.com/office/drawing/2014/main" id="{09B76E26-3B2C-2E6E-3183-205B023499EA}"/>
              </a:ext>
            </a:extLst>
          </p:cNvPr>
          <p:cNvSpPr txBox="1">
            <a:spLocks noGrp="1"/>
          </p:cNvSpPr>
          <p:nvPr>
            <p:ph type="sldNum" idx="12"/>
          </p:nvPr>
        </p:nvSpPr>
        <p:spPr>
          <a:xfrm>
            <a:off x="7618000" y="4636500"/>
            <a:ext cx="1487400" cy="315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GB"/>
              <a:t>20</a:t>
            </a:fld>
            <a:endParaRPr lang="en-GB"/>
          </a:p>
        </p:txBody>
      </p:sp>
      <p:grpSp>
        <p:nvGrpSpPr>
          <p:cNvPr id="194" name="Google Shape;194;p12">
            <a:extLst>
              <a:ext uri="{FF2B5EF4-FFF2-40B4-BE49-F238E27FC236}">
                <a16:creationId xmlns:a16="http://schemas.microsoft.com/office/drawing/2014/main" id="{A1BBAB47-BC0E-5AE2-69E4-77150F675EA1}"/>
              </a:ext>
            </a:extLst>
          </p:cNvPr>
          <p:cNvGrpSpPr/>
          <p:nvPr/>
        </p:nvGrpSpPr>
        <p:grpSpPr>
          <a:xfrm>
            <a:off x="293683" y="574116"/>
            <a:ext cx="309041" cy="403123"/>
            <a:chOff x="590250" y="244200"/>
            <a:chExt cx="407975" cy="532175"/>
          </a:xfrm>
        </p:grpSpPr>
        <p:sp>
          <p:nvSpPr>
            <p:cNvPr id="195" name="Google Shape;195;p12">
              <a:extLst>
                <a:ext uri="{FF2B5EF4-FFF2-40B4-BE49-F238E27FC236}">
                  <a16:creationId xmlns:a16="http://schemas.microsoft.com/office/drawing/2014/main" id="{4C902EDC-B05E-D388-6F0D-2E3FE99BB8E6}"/>
                </a:ext>
              </a:extLst>
            </p:cNvPr>
            <p:cNvSpPr/>
            <p:nvPr/>
          </p:nvSpPr>
          <p:spPr>
            <a:xfrm>
              <a:off x="623125" y="313625"/>
              <a:ext cx="375100" cy="462750"/>
            </a:xfrm>
            <a:custGeom>
              <a:avLst/>
              <a:gdLst/>
              <a:ahLst/>
              <a:cxnLst/>
              <a:rect l="l" t="t" r="r" b="b"/>
              <a:pathLst>
                <a:path w="15004" h="18510" fill="none" extrusionOk="0">
                  <a:moveTo>
                    <a:pt x="1" y="17536"/>
                  </a:moveTo>
                  <a:lnTo>
                    <a:pt x="1" y="17536"/>
                  </a:lnTo>
                  <a:lnTo>
                    <a:pt x="1" y="17536"/>
                  </a:lnTo>
                  <a:lnTo>
                    <a:pt x="25" y="17682"/>
                  </a:lnTo>
                  <a:lnTo>
                    <a:pt x="49" y="17852"/>
                  </a:lnTo>
                  <a:lnTo>
                    <a:pt x="123" y="18023"/>
                  </a:lnTo>
                  <a:lnTo>
                    <a:pt x="220" y="18193"/>
                  </a:lnTo>
                  <a:lnTo>
                    <a:pt x="293" y="18291"/>
                  </a:lnTo>
                  <a:lnTo>
                    <a:pt x="390" y="18364"/>
                  </a:lnTo>
                  <a:lnTo>
                    <a:pt x="488" y="18412"/>
                  </a:lnTo>
                  <a:lnTo>
                    <a:pt x="610" y="18461"/>
                  </a:lnTo>
                  <a:lnTo>
                    <a:pt x="756" y="18510"/>
                  </a:lnTo>
                  <a:lnTo>
                    <a:pt x="926" y="18510"/>
                  </a:lnTo>
                  <a:lnTo>
                    <a:pt x="14468" y="18510"/>
                  </a:lnTo>
                  <a:lnTo>
                    <a:pt x="14468" y="18510"/>
                  </a:lnTo>
                  <a:lnTo>
                    <a:pt x="14541" y="18510"/>
                  </a:lnTo>
                  <a:lnTo>
                    <a:pt x="14614" y="18485"/>
                  </a:lnTo>
                  <a:lnTo>
                    <a:pt x="14736" y="18412"/>
                  </a:lnTo>
                  <a:lnTo>
                    <a:pt x="14833" y="18291"/>
                  </a:lnTo>
                  <a:lnTo>
                    <a:pt x="14906" y="18144"/>
                  </a:lnTo>
                  <a:lnTo>
                    <a:pt x="14955" y="17974"/>
                  </a:lnTo>
                  <a:lnTo>
                    <a:pt x="14979" y="17779"/>
                  </a:lnTo>
                  <a:lnTo>
                    <a:pt x="15003" y="17438"/>
                  </a:lnTo>
                  <a:lnTo>
                    <a:pt x="15003" y="487"/>
                  </a:lnTo>
                  <a:lnTo>
                    <a:pt x="15003" y="487"/>
                  </a:lnTo>
                  <a:lnTo>
                    <a:pt x="15003" y="341"/>
                  </a:lnTo>
                  <a:lnTo>
                    <a:pt x="14979" y="219"/>
                  </a:lnTo>
                  <a:lnTo>
                    <a:pt x="14955" y="146"/>
                  </a:lnTo>
                  <a:lnTo>
                    <a:pt x="14906" y="73"/>
                  </a:lnTo>
                  <a:lnTo>
                    <a:pt x="14833" y="49"/>
                  </a:lnTo>
                  <a:lnTo>
                    <a:pt x="14736" y="24"/>
                  </a:lnTo>
                  <a:lnTo>
                    <a:pt x="14468" y="0"/>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 name="Google Shape;196;p12">
              <a:extLst>
                <a:ext uri="{FF2B5EF4-FFF2-40B4-BE49-F238E27FC236}">
                  <a16:creationId xmlns:a16="http://schemas.microsoft.com/office/drawing/2014/main" id="{857CF3FE-D559-2153-CD01-292FE73E4D9D}"/>
                </a:ext>
              </a:extLst>
            </p:cNvPr>
            <p:cNvSpPr/>
            <p:nvPr/>
          </p:nvSpPr>
          <p:spPr>
            <a:xfrm>
              <a:off x="590250" y="269775"/>
              <a:ext cx="377525" cy="462775"/>
            </a:xfrm>
            <a:custGeom>
              <a:avLst/>
              <a:gdLst/>
              <a:ahLst/>
              <a:cxnLst/>
              <a:rect l="l" t="t" r="r" b="b"/>
              <a:pathLst>
                <a:path w="15101" h="18511" fill="none" extrusionOk="0">
                  <a:moveTo>
                    <a:pt x="14321" y="0"/>
                  </a:moveTo>
                  <a:lnTo>
                    <a:pt x="780" y="0"/>
                  </a:lnTo>
                  <a:lnTo>
                    <a:pt x="780" y="0"/>
                  </a:lnTo>
                  <a:lnTo>
                    <a:pt x="634" y="25"/>
                  </a:lnTo>
                  <a:lnTo>
                    <a:pt x="488" y="74"/>
                  </a:lnTo>
                  <a:lnTo>
                    <a:pt x="342" y="122"/>
                  </a:lnTo>
                  <a:lnTo>
                    <a:pt x="220" y="220"/>
                  </a:lnTo>
                  <a:lnTo>
                    <a:pt x="122" y="341"/>
                  </a:lnTo>
                  <a:lnTo>
                    <a:pt x="74" y="488"/>
                  </a:lnTo>
                  <a:lnTo>
                    <a:pt x="25" y="634"/>
                  </a:lnTo>
                  <a:lnTo>
                    <a:pt x="1" y="780"/>
                  </a:lnTo>
                  <a:lnTo>
                    <a:pt x="1" y="17731"/>
                  </a:lnTo>
                  <a:lnTo>
                    <a:pt x="1" y="17731"/>
                  </a:lnTo>
                  <a:lnTo>
                    <a:pt x="25" y="17877"/>
                  </a:lnTo>
                  <a:lnTo>
                    <a:pt x="74" y="18023"/>
                  </a:lnTo>
                  <a:lnTo>
                    <a:pt x="122" y="18169"/>
                  </a:lnTo>
                  <a:lnTo>
                    <a:pt x="220" y="18291"/>
                  </a:lnTo>
                  <a:lnTo>
                    <a:pt x="342" y="18388"/>
                  </a:lnTo>
                  <a:lnTo>
                    <a:pt x="488" y="18437"/>
                  </a:lnTo>
                  <a:lnTo>
                    <a:pt x="634" y="18486"/>
                  </a:lnTo>
                  <a:lnTo>
                    <a:pt x="780" y="18510"/>
                  </a:lnTo>
                  <a:lnTo>
                    <a:pt x="14321" y="18510"/>
                  </a:lnTo>
                  <a:lnTo>
                    <a:pt x="14321" y="18510"/>
                  </a:lnTo>
                  <a:lnTo>
                    <a:pt x="14467" y="18486"/>
                  </a:lnTo>
                  <a:lnTo>
                    <a:pt x="14614" y="18437"/>
                  </a:lnTo>
                  <a:lnTo>
                    <a:pt x="14760" y="18388"/>
                  </a:lnTo>
                  <a:lnTo>
                    <a:pt x="14881" y="18291"/>
                  </a:lnTo>
                  <a:lnTo>
                    <a:pt x="14979" y="18169"/>
                  </a:lnTo>
                  <a:lnTo>
                    <a:pt x="15028" y="18023"/>
                  </a:lnTo>
                  <a:lnTo>
                    <a:pt x="15076" y="17877"/>
                  </a:lnTo>
                  <a:lnTo>
                    <a:pt x="15101" y="17731"/>
                  </a:lnTo>
                  <a:lnTo>
                    <a:pt x="15101" y="780"/>
                  </a:lnTo>
                  <a:lnTo>
                    <a:pt x="15101" y="780"/>
                  </a:lnTo>
                  <a:lnTo>
                    <a:pt x="15076" y="634"/>
                  </a:lnTo>
                  <a:lnTo>
                    <a:pt x="15028" y="488"/>
                  </a:lnTo>
                  <a:lnTo>
                    <a:pt x="14979" y="341"/>
                  </a:lnTo>
                  <a:lnTo>
                    <a:pt x="14881" y="220"/>
                  </a:lnTo>
                  <a:lnTo>
                    <a:pt x="14760" y="122"/>
                  </a:lnTo>
                  <a:lnTo>
                    <a:pt x="14614" y="74"/>
                  </a:lnTo>
                  <a:lnTo>
                    <a:pt x="14467" y="25"/>
                  </a:lnTo>
                  <a:lnTo>
                    <a:pt x="14321" y="0"/>
                  </a:lnTo>
                  <a:lnTo>
                    <a:pt x="14321" y="0"/>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 name="Google Shape;197;p12">
              <a:extLst>
                <a:ext uri="{FF2B5EF4-FFF2-40B4-BE49-F238E27FC236}">
                  <a16:creationId xmlns:a16="http://schemas.microsoft.com/office/drawing/2014/main" id="{7D826752-FD51-9396-FAEF-4057C966C66C}"/>
                </a:ext>
              </a:extLst>
            </p:cNvPr>
            <p:cNvSpPr/>
            <p:nvPr/>
          </p:nvSpPr>
          <p:spPr>
            <a:xfrm>
              <a:off x="796650" y="274025"/>
              <a:ext cx="45100" cy="45100"/>
            </a:xfrm>
            <a:custGeom>
              <a:avLst/>
              <a:gdLst/>
              <a:ahLst/>
              <a:cxnLst/>
              <a:rect l="l" t="t" r="r" b="b"/>
              <a:pathLst>
                <a:path w="1804" h="1804" fill="none" extrusionOk="0">
                  <a:moveTo>
                    <a:pt x="902" y="1"/>
                  </a:moveTo>
                  <a:lnTo>
                    <a:pt x="902" y="1"/>
                  </a:lnTo>
                  <a:lnTo>
                    <a:pt x="1073" y="25"/>
                  </a:lnTo>
                  <a:lnTo>
                    <a:pt x="1243" y="74"/>
                  </a:lnTo>
                  <a:lnTo>
                    <a:pt x="1414" y="147"/>
                  </a:lnTo>
                  <a:lnTo>
                    <a:pt x="1535" y="269"/>
                  </a:lnTo>
                  <a:lnTo>
                    <a:pt x="1657" y="391"/>
                  </a:lnTo>
                  <a:lnTo>
                    <a:pt x="1730" y="561"/>
                  </a:lnTo>
                  <a:lnTo>
                    <a:pt x="1779" y="732"/>
                  </a:lnTo>
                  <a:lnTo>
                    <a:pt x="1803" y="902"/>
                  </a:lnTo>
                  <a:lnTo>
                    <a:pt x="1803" y="902"/>
                  </a:lnTo>
                  <a:lnTo>
                    <a:pt x="1779" y="1073"/>
                  </a:lnTo>
                  <a:lnTo>
                    <a:pt x="1730" y="1243"/>
                  </a:lnTo>
                  <a:lnTo>
                    <a:pt x="1657" y="1414"/>
                  </a:lnTo>
                  <a:lnTo>
                    <a:pt x="1535" y="1535"/>
                  </a:lnTo>
                  <a:lnTo>
                    <a:pt x="1414" y="1657"/>
                  </a:lnTo>
                  <a:lnTo>
                    <a:pt x="1243" y="1730"/>
                  </a:lnTo>
                  <a:lnTo>
                    <a:pt x="1073" y="1779"/>
                  </a:lnTo>
                  <a:lnTo>
                    <a:pt x="902" y="1803"/>
                  </a:lnTo>
                  <a:lnTo>
                    <a:pt x="902" y="1803"/>
                  </a:lnTo>
                  <a:lnTo>
                    <a:pt x="732" y="1779"/>
                  </a:lnTo>
                  <a:lnTo>
                    <a:pt x="561" y="1730"/>
                  </a:lnTo>
                  <a:lnTo>
                    <a:pt x="391" y="1657"/>
                  </a:lnTo>
                  <a:lnTo>
                    <a:pt x="269" y="1535"/>
                  </a:lnTo>
                  <a:lnTo>
                    <a:pt x="147" y="1414"/>
                  </a:lnTo>
                  <a:lnTo>
                    <a:pt x="74" y="1243"/>
                  </a:lnTo>
                  <a:lnTo>
                    <a:pt x="25" y="1073"/>
                  </a:lnTo>
                  <a:lnTo>
                    <a:pt x="1" y="902"/>
                  </a:lnTo>
                  <a:lnTo>
                    <a:pt x="1" y="902"/>
                  </a:lnTo>
                  <a:lnTo>
                    <a:pt x="25" y="732"/>
                  </a:lnTo>
                  <a:lnTo>
                    <a:pt x="74" y="561"/>
                  </a:lnTo>
                  <a:lnTo>
                    <a:pt x="147" y="391"/>
                  </a:lnTo>
                  <a:lnTo>
                    <a:pt x="269" y="269"/>
                  </a:lnTo>
                  <a:lnTo>
                    <a:pt x="391" y="147"/>
                  </a:lnTo>
                  <a:lnTo>
                    <a:pt x="561" y="74"/>
                  </a:lnTo>
                  <a:lnTo>
                    <a:pt x="732" y="25"/>
                  </a:lnTo>
                  <a:lnTo>
                    <a:pt x="902" y="1"/>
                  </a:lnTo>
                  <a:lnTo>
                    <a:pt x="902" y="1"/>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 name="Google Shape;198;p12">
              <a:extLst>
                <a:ext uri="{FF2B5EF4-FFF2-40B4-BE49-F238E27FC236}">
                  <a16:creationId xmlns:a16="http://schemas.microsoft.com/office/drawing/2014/main" id="{48E9206D-179D-BCAA-F9C6-4BC3EED9786E}"/>
                </a:ext>
              </a:extLst>
            </p:cNvPr>
            <p:cNvSpPr/>
            <p:nvPr/>
          </p:nvSpPr>
          <p:spPr>
            <a:xfrm>
              <a:off x="713850" y="274025"/>
              <a:ext cx="45075" cy="45100"/>
            </a:xfrm>
            <a:custGeom>
              <a:avLst/>
              <a:gdLst/>
              <a:ahLst/>
              <a:cxnLst/>
              <a:rect l="l" t="t" r="r" b="b"/>
              <a:pathLst>
                <a:path w="1803" h="1804" fill="none" extrusionOk="0">
                  <a:moveTo>
                    <a:pt x="902" y="1"/>
                  </a:moveTo>
                  <a:lnTo>
                    <a:pt x="902" y="1"/>
                  </a:lnTo>
                  <a:lnTo>
                    <a:pt x="1072" y="25"/>
                  </a:lnTo>
                  <a:lnTo>
                    <a:pt x="1243" y="74"/>
                  </a:lnTo>
                  <a:lnTo>
                    <a:pt x="1413" y="147"/>
                  </a:lnTo>
                  <a:lnTo>
                    <a:pt x="1535" y="269"/>
                  </a:lnTo>
                  <a:lnTo>
                    <a:pt x="1657" y="391"/>
                  </a:lnTo>
                  <a:lnTo>
                    <a:pt x="1730" y="561"/>
                  </a:lnTo>
                  <a:lnTo>
                    <a:pt x="1779" y="732"/>
                  </a:lnTo>
                  <a:lnTo>
                    <a:pt x="1803" y="902"/>
                  </a:lnTo>
                  <a:lnTo>
                    <a:pt x="1803" y="902"/>
                  </a:lnTo>
                  <a:lnTo>
                    <a:pt x="1779" y="1073"/>
                  </a:lnTo>
                  <a:lnTo>
                    <a:pt x="1730" y="1243"/>
                  </a:lnTo>
                  <a:lnTo>
                    <a:pt x="1657" y="1414"/>
                  </a:lnTo>
                  <a:lnTo>
                    <a:pt x="1535" y="1535"/>
                  </a:lnTo>
                  <a:lnTo>
                    <a:pt x="1413" y="1657"/>
                  </a:lnTo>
                  <a:lnTo>
                    <a:pt x="1243" y="1730"/>
                  </a:lnTo>
                  <a:lnTo>
                    <a:pt x="1072" y="1779"/>
                  </a:lnTo>
                  <a:lnTo>
                    <a:pt x="902" y="1803"/>
                  </a:lnTo>
                  <a:lnTo>
                    <a:pt x="902" y="1803"/>
                  </a:lnTo>
                  <a:lnTo>
                    <a:pt x="731" y="1779"/>
                  </a:lnTo>
                  <a:lnTo>
                    <a:pt x="561" y="1730"/>
                  </a:lnTo>
                  <a:lnTo>
                    <a:pt x="390" y="1657"/>
                  </a:lnTo>
                  <a:lnTo>
                    <a:pt x="269" y="1535"/>
                  </a:lnTo>
                  <a:lnTo>
                    <a:pt x="147" y="1414"/>
                  </a:lnTo>
                  <a:lnTo>
                    <a:pt x="74" y="1243"/>
                  </a:lnTo>
                  <a:lnTo>
                    <a:pt x="25" y="1073"/>
                  </a:lnTo>
                  <a:lnTo>
                    <a:pt x="1" y="902"/>
                  </a:lnTo>
                  <a:lnTo>
                    <a:pt x="1" y="902"/>
                  </a:lnTo>
                  <a:lnTo>
                    <a:pt x="25" y="732"/>
                  </a:lnTo>
                  <a:lnTo>
                    <a:pt x="74" y="561"/>
                  </a:lnTo>
                  <a:lnTo>
                    <a:pt x="147" y="391"/>
                  </a:lnTo>
                  <a:lnTo>
                    <a:pt x="269" y="269"/>
                  </a:lnTo>
                  <a:lnTo>
                    <a:pt x="390" y="147"/>
                  </a:lnTo>
                  <a:lnTo>
                    <a:pt x="561" y="74"/>
                  </a:lnTo>
                  <a:lnTo>
                    <a:pt x="731" y="25"/>
                  </a:lnTo>
                  <a:lnTo>
                    <a:pt x="902" y="1"/>
                  </a:lnTo>
                  <a:lnTo>
                    <a:pt x="902" y="1"/>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 name="Google Shape;199;p12">
              <a:extLst>
                <a:ext uri="{FF2B5EF4-FFF2-40B4-BE49-F238E27FC236}">
                  <a16:creationId xmlns:a16="http://schemas.microsoft.com/office/drawing/2014/main" id="{AF73C80E-B550-6BEA-A6F4-DC77D2A7F163}"/>
                </a:ext>
              </a:extLst>
            </p:cNvPr>
            <p:cNvSpPr/>
            <p:nvPr/>
          </p:nvSpPr>
          <p:spPr>
            <a:xfrm>
              <a:off x="631050" y="274025"/>
              <a:ext cx="45075" cy="45100"/>
            </a:xfrm>
            <a:custGeom>
              <a:avLst/>
              <a:gdLst/>
              <a:ahLst/>
              <a:cxnLst/>
              <a:rect l="l" t="t" r="r" b="b"/>
              <a:pathLst>
                <a:path w="1803" h="1804" fill="none" extrusionOk="0">
                  <a:moveTo>
                    <a:pt x="0" y="902"/>
                  </a:moveTo>
                  <a:lnTo>
                    <a:pt x="0" y="902"/>
                  </a:lnTo>
                  <a:lnTo>
                    <a:pt x="25" y="732"/>
                  </a:lnTo>
                  <a:lnTo>
                    <a:pt x="73" y="561"/>
                  </a:lnTo>
                  <a:lnTo>
                    <a:pt x="147" y="391"/>
                  </a:lnTo>
                  <a:lnTo>
                    <a:pt x="268" y="269"/>
                  </a:lnTo>
                  <a:lnTo>
                    <a:pt x="390" y="147"/>
                  </a:lnTo>
                  <a:lnTo>
                    <a:pt x="561" y="74"/>
                  </a:lnTo>
                  <a:lnTo>
                    <a:pt x="731" y="25"/>
                  </a:lnTo>
                  <a:lnTo>
                    <a:pt x="902" y="1"/>
                  </a:lnTo>
                  <a:lnTo>
                    <a:pt x="902" y="1"/>
                  </a:lnTo>
                  <a:lnTo>
                    <a:pt x="1072" y="25"/>
                  </a:lnTo>
                  <a:lnTo>
                    <a:pt x="1243" y="74"/>
                  </a:lnTo>
                  <a:lnTo>
                    <a:pt x="1413" y="147"/>
                  </a:lnTo>
                  <a:lnTo>
                    <a:pt x="1535" y="269"/>
                  </a:lnTo>
                  <a:lnTo>
                    <a:pt x="1657" y="391"/>
                  </a:lnTo>
                  <a:lnTo>
                    <a:pt x="1730" y="561"/>
                  </a:lnTo>
                  <a:lnTo>
                    <a:pt x="1778" y="732"/>
                  </a:lnTo>
                  <a:lnTo>
                    <a:pt x="1803" y="902"/>
                  </a:lnTo>
                  <a:lnTo>
                    <a:pt x="1803" y="902"/>
                  </a:lnTo>
                  <a:lnTo>
                    <a:pt x="1778" y="1073"/>
                  </a:lnTo>
                  <a:lnTo>
                    <a:pt x="1730" y="1243"/>
                  </a:lnTo>
                  <a:lnTo>
                    <a:pt x="1657" y="1414"/>
                  </a:lnTo>
                  <a:lnTo>
                    <a:pt x="1535" y="1535"/>
                  </a:lnTo>
                  <a:lnTo>
                    <a:pt x="1413" y="1657"/>
                  </a:lnTo>
                  <a:lnTo>
                    <a:pt x="1243" y="1730"/>
                  </a:lnTo>
                  <a:lnTo>
                    <a:pt x="1072" y="1779"/>
                  </a:lnTo>
                  <a:lnTo>
                    <a:pt x="902" y="1803"/>
                  </a:lnTo>
                  <a:lnTo>
                    <a:pt x="902" y="1803"/>
                  </a:lnTo>
                  <a:lnTo>
                    <a:pt x="731" y="1779"/>
                  </a:lnTo>
                  <a:lnTo>
                    <a:pt x="561" y="1730"/>
                  </a:lnTo>
                  <a:lnTo>
                    <a:pt x="390" y="1657"/>
                  </a:lnTo>
                  <a:lnTo>
                    <a:pt x="268" y="1535"/>
                  </a:lnTo>
                  <a:lnTo>
                    <a:pt x="147" y="1414"/>
                  </a:lnTo>
                  <a:lnTo>
                    <a:pt x="73" y="1243"/>
                  </a:lnTo>
                  <a:lnTo>
                    <a:pt x="25" y="1073"/>
                  </a:lnTo>
                  <a:lnTo>
                    <a:pt x="0" y="902"/>
                  </a:lnTo>
                  <a:lnTo>
                    <a:pt x="0" y="902"/>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 name="Google Shape;200;p12">
              <a:extLst>
                <a:ext uri="{FF2B5EF4-FFF2-40B4-BE49-F238E27FC236}">
                  <a16:creationId xmlns:a16="http://schemas.microsoft.com/office/drawing/2014/main" id="{348A61A9-BC2E-D77A-C464-EF0DF6D5A686}"/>
                </a:ext>
              </a:extLst>
            </p:cNvPr>
            <p:cNvSpPr/>
            <p:nvPr/>
          </p:nvSpPr>
          <p:spPr>
            <a:xfrm>
              <a:off x="649925" y="590050"/>
              <a:ext cx="133975" cy="25"/>
            </a:xfrm>
            <a:custGeom>
              <a:avLst/>
              <a:gdLst/>
              <a:ahLst/>
              <a:cxnLst/>
              <a:rect l="l" t="t" r="r" b="b"/>
              <a:pathLst>
                <a:path w="5359" h="1" fill="none" extrusionOk="0">
                  <a:moveTo>
                    <a:pt x="5358" y="0"/>
                  </a:moveTo>
                  <a:lnTo>
                    <a:pt x="0" y="0"/>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 name="Google Shape;201;p12">
              <a:extLst>
                <a:ext uri="{FF2B5EF4-FFF2-40B4-BE49-F238E27FC236}">
                  <a16:creationId xmlns:a16="http://schemas.microsoft.com/office/drawing/2014/main" id="{ADF4E601-B8F1-70DA-7B09-BDCCA9EB3505}"/>
                </a:ext>
              </a:extLst>
            </p:cNvPr>
            <p:cNvSpPr/>
            <p:nvPr/>
          </p:nvSpPr>
          <p:spPr>
            <a:xfrm>
              <a:off x="649925" y="534625"/>
              <a:ext cx="255750" cy="25"/>
            </a:xfrm>
            <a:custGeom>
              <a:avLst/>
              <a:gdLst/>
              <a:ahLst/>
              <a:cxnLst/>
              <a:rect l="l" t="t" r="r" b="b"/>
              <a:pathLst>
                <a:path w="10230" h="1" fill="none" extrusionOk="0">
                  <a:moveTo>
                    <a:pt x="10229" y="1"/>
                  </a:moveTo>
                  <a:lnTo>
                    <a:pt x="0" y="1"/>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 name="Google Shape;202;p12">
              <a:extLst>
                <a:ext uri="{FF2B5EF4-FFF2-40B4-BE49-F238E27FC236}">
                  <a16:creationId xmlns:a16="http://schemas.microsoft.com/office/drawing/2014/main" id="{CE56710A-F0EB-10E2-7E53-8942B3D261C8}"/>
                </a:ext>
              </a:extLst>
            </p:cNvPr>
            <p:cNvSpPr/>
            <p:nvPr/>
          </p:nvSpPr>
          <p:spPr>
            <a:xfrm>
              <a:off x="649925" y="479825"/>
              <a:ext cx="255750" cy="25"/>
            </a:xfrm>
            <a:custGeom>
              <a:avLst/>
              <a:gdLst/>
              <a:ahLst/>
              <a:cxnLst/>
              <a:rect l="l" t="t" r="r" b="b"/>
              <a:pathLst>
                <a:path w="10230" h="1" fill="none" extrusionOk="0">
                  <a:moveTo>
                    <a:pt x="10229" y="1"/>
                  </a:moveTo>
                  <a:lnTo>
                    <a:pt x="0" y="1"/>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 name="Google Shape;203;p12">
              <a:extLst>
                <a:ext uri="{FF2B5EF4-FFF2-40B4-BE49-F238E27FC236}">
                  <a16:creationId xmlns:a16="http://schemas.microsoft.com/office/drawing/2014/main" id="{2E1BF652-8805-FA73-EC28-9F8DC310E0A2}"/>
                </a:ext>
              </a:extLst>
            </p:cNvPr>
            <p:cNvSpPr/>
            <p:nvPr/>
          </p:nvSpPr>
          <p:spPr>
            <a:xfrm>
              <a:off x="649925" y="424425"/>
              <a:ext cx="255750" cy="25"/>
            </a:xfrm>
            <a:custGeom>
              <a:avLst/>
              <a:gdLst/>
              <a:ahLst/>
              <a:cxnLst/>
              <a:rect l="l" t="t" r="r" b="b"/>
              <a:pathLst>
                <a:path w="10230" h="1" fill="none" extrusionOk="0">
                  <a:moveTo>
                    <a:pt x="10229" y="1"/>
                  </a:moveTo>
                  <a:lnTo>
                    <a:pt x="0" y="1"/>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 name="Google Shape;204;p12">
              <a:extLst>
                <a:ext uri="{FF2B5EF4-FFF2-40B4-BE49-F238E27FC236}">
                  <a16:creationId xmlns:a16="http://schemas.microsoft.com/office/drawing/2014/main" id="{89877A8E-04C1-0B09-2643-5D8F3AD2E68F}"/>
                </a:ext>
              </a:extLst>
            </p:cNvPr>
            <p:cNvSpPr/>
            <p:nvPr/>
          </p:nvSpPr>
          <p:spPr>
            <a:xfrm>
              <a:off x="879475" y="274025"/>
              <a:ext cx="45075" cy="45100"/>
            </a:xfrm>
            <a:custGeom>
              <a:avLst/>
              <a:gdLst/>
              <a:ahLst/>
              <a:cxnLst/>
              <a:rect l="l" t="t" r="r" b="b"/>
              <a:pathLst>
                <a:path w="1803" h="1804" fill="none" extrusionOk="0">
                  <a:moveTo>
                    <a:pt x="901" y="1803"/>
                  </a:moveTo>
                  <a:lnTo>
                    <a:pt x="901" y="1803"/>
                  </a:lnTo>
                  <a:lnTo>
                    <a:pt x="731" y="1779"/>
                  </a:lnTo>
                  <a:lnTo>
                    <a:pt x="560" y="1730"/>
                  </a:lnTo>
                  <a:lnTo>
                    <a:pt x="390" y="1657"/>
                  </a:lnTo>
                  <a:lnTo>
                    <a:pt x="268" y="1535"/>
                  </a:lnTo>
                  <a:lnTo>
                    <a:pt x="146" y="1414"/>
                  </a:lnTo>
                  <a:lnTo>
                    <a:pt x="73" y="1243"/>
                  </a:lnTo>
                  <a:lnTo>
                    <a:pt x="25" y="1073"/>
                  </a:lnTo>
                  <a:lnTo>
                    <a:pt x="0" y="902"/>
                  </a:lnTo>
                  <a:lnTo>
                    <a:pt x="0" y="902"/>
                  </a:lnTo>
                  <a:lnTo>
                    <a:pt x="25" y="732"/>
                  </a:lnTo>
                  <a:lnTo>
                    <a:pt x="73" y="561"/>
                  </a:lnTo>
                  <a:lnTo>
                    <a:pt x="146" y="391"/>
                  </a:lnTo>
                  <a:lnTo>
                    <a:pt x="268" y="269"/>
                  </a:lnTo>
                  <a:lnTo>
                    <a:pt x="390" y="147"/>
                  </a:lnTo>
                  <a:lnTo>
                    <a:pt x="560" y="74"/>
                  </a:lnTo>
                  <a:lnTo>
                    <a:pt x="731" y="25"/>
                  </a:lnTo>
                  <a:lnTo>
                    <a:pt x="901" y="1"/>
                  </a:lnTo>
                  <a:lnTo>
                    <a:pt x="901" y="1"/>
                  </a:lnTo>
                  <a:lnTo>
                    <a:pt x="1072" y="25"/>
                  </a:lnTo>
                  <a:lnTo>
                    <a:pt x="1242" y="74"/>
                  </a:lnTo>
                  <a:lnTo>
                    <a:pt x="1413" y="147"/>
                  </a:lnTo>
                  <a:lnTo>
                    <a:pt x="1535" y="269"/>
                  </a:lnTo>
                  <a:lnTo>
                    <a:pt x="1656" y="391"/>
                  </a:lnTo>
                  <a:lnTo>
                    <a:pt x="1729" y="561"/>
                  </a:lnTo>
                  <a:lnTo>
                    <a:pt x="1778" y="732"/>
                  </a:lnTo>
                  <a:lnTo>
                    <a:pt x="1802" y="902"/>
                  </a:lnTo>
                  <a:lnTo>
                    <a:pt x="1802" y="902"/>
                  </a:lnTo>
                  <a:lnTo>
                    <a:pt x="1778" y="1073"/>
                  </a:lnTo>
                  <a:lnTo>
                    <a:pt x="1729" y="1243"/>
                  </a:lnTo>
                  <a:lnTo>
                    <a:pt x="1656" y="1414"/>
                  </a:lnTo>
                  <a:lnTo>
                    <a:pt x="1535" y="1535"/>
                  </a:lnTo>
                  <a:lnTo>
                    <a:pt x="1413" y="1657"/>
                  </a:lnTo>
                  <a:lnTo>
                    <a:pt x="1242" y="1730"/>
                  </a:lnTo>
                  <a:lnTo>
                    <a:pt x="1072" y="1779"/>
                  </a:lnTo>
                  <a:lnTo>
                    <a:pt x="901" y="1803"/>
                  </a:lnTo>
                  <a:lnTo>
                    <a:pt x="901" y="1803"/>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 name="Google Shape;205;p12">
              <a:extLst>
                <a:ext uri="{FF2B5EF4-FFF2-40B4-BE49-F238E27FC236}">
                  <a16:creationId xmlns:a16="http://schemas.microsoft.com/office/drawing/2014/main" id="{31EC8856-FD79-BB31-A65C-DD0E7663F884}"/>
                </a:ext>
              </a:extLst>
            </p:cNvPr>
            <p:cNvSpPr/>
            <p:nvPr/>
          </p:nvSpPr>
          <p:spPr>
            <a:xfrm>
              <a:off x="654800" y="244200"/>
              <a:ext cx="25" cy="51175"/>
            </a:xfrm>
            <a:custGeom>
              <a:avLst/>
              <a:gdLst/>
              <a:ahLst/>
              <a:cxnLst/>
              <a:rect l="l" t="t" r="r" b="b"/>
              <a:pathLst>
                <a:path w="1" h="2047" fill="none" extrusionOk="0">
                  <a:moveTo>
                    <a:pt x="0" y="1"/>
                  </a:moveTo>
                  <a:lnTo>
                    <a:pt x="0" y="2046"/>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 name="Google Shape;206;p12">
              <a:extLst>
                <a:ext uri="{FF2B5EF4-FFF2-40B4-BE49-F238E27FC236}">
                  <a16:creationId xmlns:a16="http://schemas.microsoft.com/office/drawing/2014/main" id="{CC3CA7BD-A0CB-FA00-8535-2DCEDD1A623B}"/>
                </a:ext>
              </a:extLst>
            </p:cNvPr>
            <p:cNvSpPr/>
            <p:nvPr/>
          </p:nvSpPr>
          <p:spPr>
            <a:xfrm>
              <a:off x="737600" y="244200"/>
              <a:ext cx="25" cy="51175"/>
            </a:xfrm>
            <a:custGeom>
              <a:avLst/>
              <a:gdLst/>
              <a:ahLst/>
              <a:cxnLst/>
              <a:rect l="l" t="t" r="r" b="b"/>
              <a:pathLst>
                <a:path w="1" h="2047" fill="none" extrusionOk="0">
                  <a:moveTo>
                    <a:pt x="1" y="1"/>
                  </a:moveTo>
                  <a:lnTo>
                    <a:pt x="1" y="2046"/>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 name="Google Shape;207;p12">
              <a:extLst>
                <a:ext uri="{FF2B5EF4-FFF2-40B4-BE49-F238E27FC236}">
                  <a16:creationId xmlns:a16="http://schemas.microsoft.com/office/drawing/2014/main" id="{D219BA35-296F-3328-59C3-E29A8C5F94AA}"/>
                </a:ext>
              </a:extLst>
            </p:cNvPr>
            <p:cNvSpPr/>
            <p:nvPr/>
          </p:nvSpPr>
          <p:spPr>
            <a:xfrm>
              <a:off x="820400" y="244200"/>
              <a:ext cx="25" cy="51175"/>
            </a:xfrm>
            <a:custGeom>
              <a:avLst/>
              <a:gdLst/>
              <a:ahLst/>
              <a:cxnLst/>
              <a:rect l="l" t="t" r="r" b="b"/>
              <a:pathLst>
                <a:path w="1" h="2047" fill="none" extrusionOk="0">
                  <a:moveTo>
                    <a:pt x="1" y="1"/>
                  </a:moveTo>
                  <a:lnTo>
                    <a:pt x="1" y="2046"/>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 name="Google Shape;208;p12">
              <a:extLst>
                <a:ext uri="{FF2B5EF4-FFF2-40B4-BE49-F238E27FC236}">
                  <a16:creationId xmlns:a16="http://schemas.microsoft.com/office/drawing/2014/main" id="{659B2CD6-112C-4232-22EC-A0EEF3C1BEE7}"/>
                </a:ext>
              </a:extLst>
            </p:cNvPr>
            <p:cNvSpPr/>
            <p:nvPr/>
          </p:nvSpPr>
          <p:spPr>
            <a:xfrm>
              <a:off x="903225" y="244200"/>
              <a:ext cx="25" cy="51175"/>
            </a:xfrm>
            <a:custGeom>
              <a:avLst/>
              <a:gdLst/>
              <a:ahLst/>
              <a:cxnLst/>
              <a:rect l="l" t="t" r="r" b="b"/>
              <a:pathLst>
                <a:path w="1" h="2047" fill="none" extrusionOk="0">
                  <a:moveTo>
                    <a:pt x="0" y="1"/>
                  </a:moveTo>
                  <a:lnTo>
                    <a:pt x="0" y="2046"/>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5" name="Text Placeholder 4">
            <a:extLst>
              <a:ext uri="{FF2B5EF4-FFF2-40B4-BE49-F238E27FC236}">
                <a16:creationId xmlns:a16="http://schemas.microsoft.com/office/drawing/2014/main" id="{85CD7A72-24AC-DF3A-B571-89FDD9E0546C}"/>
              </a:ext>
            </a:extLst>
          </p:cNvPr>
          <p:cNvSpPr>
            <a:spLocks noGrp="1"/>
          </p:cNvSpPr>
          <p:nvPr>
            <p:ph type="body" idx="2"/>
          </p:nvPr>
        </p:nvSpPr>
        <p:spPr>
          <a:xfrm>
            <a:off x="58905" y="1238541"/>
            <a:ext cx="8866792" cy="2807776"/>
          </a:xfrm>
        </p:spPr>
        <p:txBody>
          <a:bodyPr/>
          <a:lstStyle/>
          <a:p>
            <a:pPr lvl="0"/>
            <a:r>
              <a:rPr lang="en-PH" sz="1800" b="1" dirty="0">
                <a:latin typeface="Roboto Condensed" panose="02000000000000000000" pitchFamily="2" charset="0"/>
                <a:ea typeface="Roboto Condensed" panose="02000000000000000000" pitchFamily="2" charset="0"/>
                <a:cs typeface="Roboto Condensed" panose="02000000000000000000" pitchFamily="2" charset="0"/>
              </a:rPr>
              <a:t>Inputs:</a:t>
            </a:r>
            <a:r>
              <a:rPr lang="en-PH" sz="1800" dirty="0">
                <a:latin typeface="Roboto Condensed" panose="02000000000000000000" pitchFamily="2" charset="0"/>
                <a:ea typeface="Roboto Condensed" panose="02000000000000000000" pitchFamily="2" charset="0"/>
                <a:cs typeface="Roboto Condensed" panose="02000000000000000000" pitchFamily="2" charset="0"/>
              </a:rPr>
              <a:t> What raw data or actions does the program need to receive?</a:t>
            </a:r>
          </a:p>
          <a:p>
            <a:pPr lvl="1"/>
            <a:r>
              <a:rPr lang="en-PH" sz="1800" i="1" dirty="0">
                <a:latin typeface="Roboto Condensed" panose="02000000000000000000" pitchFamily="2" charset="0"/>
                <a:ea typeface="Roboto Condensed" panose="02000000000000000000" pitchFamily="2" charset="0"/>
                <a:cs typeface="Roboto Condensed" panose="02000000000000000000" pitchFamily="2" charset="0"/>
              </a:rPr>
              <a:t>Our Queue System:</a:t>
            </a:r>
            <a:r>
              <a:rPr lang="en-PH" sz="1800" dirty="0">
                <a:latin typeface="Roboto Condensed" panose="02000000000000000000" pitchFamily="2" charset="0"/>
                <a:ea typeface="Roboto Condensed" panose="02000000000000000000" pitchFamily="2" charset="0"/>
                <a:cs typeface="Roboto Condensed" panose="02000000000000000000" pitchFamily="2" charset="0"/>
              </a:rPr>
              <a:t> The only input is the user clicking the "Get Ticket" button.</a:t>
            </a:r>
          </a:p>
          <a:p>
            <a:pPr lvl="0"/>
            <a:r>
              <a:rPr lang="en-PH" sz="1800" b="1" dirty="0">
                <a:latin typeface="Roboto Condensed" panose="02000000000000000000" pitchFamily="2" charset="0"/>
                <a:ea typeface="Roboto Condensed" panose="02000000000000000000" pitchFamily="2" charset="0"/>
                <a:cs typeface="Roboto Condensed" panose="02000000000000000000" pitchFamily="2" charset="0"/>
              </a:rPr>
              <a:t>Processes:</a:t>
            </a:r>
            <a:r>
              <a:rPr lang="en-PH" sz="1800" dirty="0">
                <a:latin typeface="Roboto Condensed" panose="02000000000000000000" pitchFamily="2" charset="0"/>
                <a:ea typeface="Roboto Condensed" panose="02000000000000000000" pitchFamily="2" charset="0"/>
                <a:cs typeface="Roboto Condensed" panose="02000000000000000000" pitchFamily="2" charset="0"/>
              </a:rPr>
              <a:t> What logic, calculations, or steps must the program perform to transform the input into the output?</a:t>
            </a:r>
          </a:p>
          <a:p>
            <a:pPr lvl="1"/>
            <a:r>
              <a:rPr lang="en-PH" sz="1800" i="1" dirty="0">
                <a:latin typeface="Roboto Condensed" panose="02000000000000000000" pitchFamily="2" charset="0"/>
                <a:ea typeface="Roboto Condensed" panose="02000000000000000000" pitchFamily="2" charset="0"/>
                <a:cs typeface="Roboto Condensed" panose="02000000000000000000" pitchFamily="2" charset="0"/>
              </a:rPr>
              <a:t>Our Queue System: - </a:t>
            </a:r>
            <a:r>
              <a:rPr lang="en-PH" sz="1800" dirty="0">
                <a:latin typeface="Roboto Condensed" panose="02000000000000000000" pitchFamily="2" charset="0"/>
                <a:ea typeface="Roboto Condensed" panose="02000000000000000000" pitchFamily="2" charset="0"/>
                <a:cs typeface="Roboto Condensed" panose="02000000000000000000" pitchFamily="2" charset="0"/>
              </a:rPr>
              <a:t>Look at the last number that was given out, Add 1 to that number to generate the new ticket number, Save this new number as the "last number given out" for the next person.</a:t>
            </a:r>
          </a:p>
          <a:p>
            <a:pPr lvl="0"/>
            <a:r>
              <a:rPr lang="en-PH" sz="1800" b="1" dirty="0">
                <a:latin typeface="Roboto Condensed" panose="02000000000000000000" pitchFamily="2" charset="0"/>
                <a:ea typeface="Roboto Condensed" panose="02000000000000000000" pitchFamily="2" charset="0"/>
                <a:cs typeface="Roboto Condensed" panose="02000000000000000000" pitchFamily="2" charset="0"/>
              </a:rPr>
              <a:t>Outputs:</a:t>
            </a:r>
            <a:r>
              <a:rPr lang="en-PH" sz="1800" dirty="0">
                <a:latin typeface="Roboto Condensed" panose="02000000000000000000" pitchFamily="2" charset="0"/>
                <a:ea typeface="Roboto Condensed" panose="02000000000000000000" pitchFamily="2" charset="0"/>
                <a:cs typeface="Roboto Condensed" panose="02000000000000000000" pitchFamily="2" charset="0"/>
              </a:rPr>
              <a:t> What is the final result the program delivers?</a:t>
            </a:r>
          </a:p>
          <a:p>
            <a:pPr lvl="1"/>
            <a:r>
              <a:rPr lang="en-PH" sz="1800" i="1" dirty="0">
                <a:latin typeface="Roboto Condensed" panose="02000000000000000000" pitchFamily="2" charset="0"/>
                <a:ea typeface="Roboto Condensed" panose="02000000000000000000" pitchFamily="2" charset="0"/>
                <a:cs typeface="Roboto Condensed" panose="02000000000000000000" pitchFamily="2" charset="0"/>
              </a:rPr>
              <a:t>Our Queue System:</a:t>
            </a:r>
            <a:r>
              <a:rPr lang="en-PH" sz="1800" dirty="0">
                <a:latin typeface="Roboto Condensed" panose="02000000000000000000" pitchFamily="2" charset="0"/>
                <a:ea typeface="Roboto Condensed" panose="02000000000000000000" pitchFamily="2" charset="0"/>
                <a:cs typeface="Roboto Condensed" panose="02000000000000000000" pitchFamily="2" charset="0"/>
              </a:rPr>
              <a:t> Displaying or printing the new ticket number for the user.</a:t>
            </a:r>
          </a:p>
          <a:p>
            <a:endParaRPr lang="en-PH" sz="1800" dirty="0">
              <a:latin typeface="Roboto Condensed" panose="02000000000000000000" pitchFamily="2" charset="0"/>
              <a:ea typeface="Roboto Condensed" panose="02000000000000000000" pitchFamily="2" charset="0"/>
              <a:cs typeface="Roboto Condensed" panose="02000000000000000000" pitchFamily="2" charset="0"/>
            </a:endParaRPr>
          </a:p>
        </p:txBody>
      </p:sp>
    </p:spTree>
    <p:extLst>
      <p:ext uri="{BB962C8B-B14F-4D97-AF65-F5344CB8AC3E}">
        <p14:creationId xmlns:p14="http://schemas.microsoft.com/office/powerpoint/2010/main" val="3094910438"/>
      </p:ext>
    </p:extLst>
  </p:cSld>
  <p:clrMapOvr>
    <a:masterClrMapping/>
  </p:clrMapOvr>
  <p:transition>
    <p:fade thruBlk="1"/>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88">
          <a:extLst>
            <a:ext uri="{FF2B5EF4-FFF2-40B4-BE49-F238E27FC236}">
              <a16:creationId xmlns:a16="http://schemas.microsoft.com/office/drawing/2014/main" id="{442A9C80-0F14-19B8-E561-8CE9D6CDE6CB}"/>
            </a:ext>
          </a:extLst>
        </p:cNvPr>
        <p:cNvGrpSpPr/>
        <p:nvPr/>
      </p:nvGrpSpPr>
      <p:grpSpPr>
        <a:xfrm>
          <a:off x="0" y="0"/>
          <a:ext cx="0" cy="0"/>
          <a:chOff x="0" y="0"/>
          <a:chExt cx="0" cy="0"/>
        </a:xfrm>
      </p:grpSpPr>
      <p:pic>
        <p:nvPicPr>
          <p:cNvPr id="9" name="Picture 8">
            <a:extLst>
              <a:ext uri="{FF2B5EF4-FFF2-40B4-BE49-F238E27FC236}">
                <a16:creationId xmlns:a16="http://schemas.microsoft.com/office/drawing/2014/main" id="{C57C1AC0-6C6B-886E-02ED-CDD94199F95D}"/>
              </a:ext>
            </a:extLst>
          </p:cNvPr>
          <p:cNvPicPr>
            <a:picLocks noChangeAspect="1"/>
          </p:cNvPicPr>
          <p:nvPr/>
        </p:nvPicPr>
        <p:blipFill>
          <a:blip r:embed="rId3"/>
          <a:stretch>
            <a:fillRect/>
          </a:stretch>
        </p:blipFill>
        <p:spPr>
          <a:xfrm>
            <a:off x="0" y="440"/>
            <a:ext cx="9144000" cy="5142619"/>
          </a:xfrm>
          <a:prstGeom prst="rect">
            <a:avLst/>
          </a:prstGeom>
        </p:spPr>
      </p:pic>
      <p:sp>
        <p:nvSpPr>
          <p:cNvPr id="189" name="Google Shape;189;p12">
            <a:extLst>
              <a:ext uri="{FF2B5EF4-FFF2-40B4-BE49-F238E27FC236}">
                <a16:creationId xmlns:a16="http://schemas.microsoft.com/office/drawing/2014/main" id="{97F4CA7B-3C64-B7A8-32BD-DD3BCF519041}"/>
              </a:ext>
            </a:extLst>
          </p:cNvPr>
          <p:cNvSpPr txBox="1">
            <a:spLocks noGrp="1"/>
          </p:cNvSpPr>
          <p:nvPr>
            <p:ph type="title"/>
          </p:nvPr>
        </p:nvSpPr>
        <p:spPr>
          <a:xfrm>
            <a:off x="814274" y="392575"/>
            <a:ext cx="4075911" cy="766200"/>
          </a:xfrm>
          <a:prstGeom prst="rect">
            <a:avLst/>
          </a:prstGeom>
        </p:spPr>
        <p:txBody>
          <a:bodyPr spcFirstLastPara="1" wrap="square" lIns="91425" tIns="91425" rIns="91425" bIns="91425" anchor="ctr" anchorCtr="0">
            <a:noAutofit/>
          </a:bodyPr>
          <a:lstStyle/>
          <a:p>
            <a:pPr lvl="0"/>
            <a:r>
              <a:rPr lang="en-PH" dirty="0">
                <a:solidFill>
                  <a:srgbClr val="002060"/>
                </a:solidFill>
              </a:rPr>
              <a:t>Algorithm Design &amp; Representation (Flowcharting)</a:t>
            </a:r>
            <a:endParaRPr dirty="0">
              <a:solidFill>
                <a:srgbClr val="002060"/>
              </a:solidFill>
            </a:endParaRPr>
          </a:p>
        </p:txBody>
      </p:sp>
      <p:sp>
        <p:nvSpPr>
          <p:cNvPr id="192" name="Google Shape;192;p12">
            <a:extLst>
              <a:ext uri="{FF2B5EF4-FFF2-40B4-BE49-F238E27FC236}">
                <a16:creationId xmlns:a16="http://schemas.microsoft.com/office/drawing/2014/main" id="{63A03BC3-D22A-A3A7-D035-634A9F397EDC}"/>
              </a:ext>
            </a:extLst>
          </p:cNvPr>
          <p:cNvSpPr txBox="1">
            <a:spLocks noGrp="1"/>
          </p:cNvSpPr>
          <p:nvPr>
            <p:ph type="sldNum" idx="12"/>
          </p:nvPr>
        </p:nvSpPr>
        <p:spPr>
          <a:xfrm>
            <a:off x="7618000" y="4636500"/>
            <a:ext cx="1487400" cy="315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GB"/>
              <a:t>21</a:t>
            </a:fld>
            <a:endParaRPr lang="en-GB"/>
          </a:p>
        </p:txBody>
      </p:sp>
      <p:grpSp>
        <p:nvGrpSpPr>
          <p:cNvPr id="194" name="Google Shape;194;p12">
            <a:extLst>
              <a:ext uri="{FF2B5EF4-FFF2-40B4-BE49-F238E27FC236}">
                <a16:creationId xmlns:a16="http://schemas.microsoft.com/office/drawing/2014/main" id="{BF2F4FE1-4C58-D21A-CE80-5EF3BE55DF46}"/>
              </a:ext>
            </a:extLst>
          </p:cNvPr>
          <p:cNvGrpSpPr/>
          <p:nvPr/>
        </p:nvGrpSpPr>
        <p:grpSpPr>
          <a:xfrm>
            <a:off x="293683" y="574116"/>
            <a:ext cx="309041" cy="403123"/>
            <a:chOff x="590250" y="244200"/>
            <a:chExt cx="407975" cy="532175"/>
          </a:xfrm>
        </p:grpSpPr>
        <p:sp>
          <p:nvSpPr>
            <p:cNvPr id="195" name="Google Shape;195;p12">
              <a:extLst>
                <a:ext uri="{FF2B5EF4-FFF2-40B4-BE49-F238E27FC236}">
                  <a16:creationId xmlns:a16="http://schemas.microsoft.com/office/drawing/2014/main" id="{F1538899-32D4-7ABF-C15A-23641899F729}"/>
                </a:ext>
              </a:extLst>
            </p:cNvPr>
            <p:cNvSpPr/>
            <p:nvPr/>
          </p:nvSpPr>
          <p:spPr>
            <a:xfrm>
              <a:off x="623125" y="313625"/>
              <a:ext cx="375100" cy="462750"/>
            </a:xfrm>
            <a:custGeom>
              <a:avLst/>
              <a:gdLst/>
              <a:ahLst/>
              <a:cxnLst/>
              <a:rect l="l" t="t" r="r" b="b"/>
              <a:pathLst>
                <a:path w="15004" h="18510" fill="none" extrusionOk="0">
                  <a:moveTo>
                    <a:pt x="1" y="17536"/>
                  </a:moveTo>
                  <a:lnTo>
                    <a:pt x="1" y="17536"/>
                  </a:lnTo>
                  <a:lnTo>
                    <a:pt x="1" y="17536"/>
                  </a:lnTo>
                  <a:lnTo>
                    <a:pt x="25" y="17682"/>
                  </a:lnTo>
                  <a:lnTo>
                    <a:pt x="49" y="17852"/>
                  </a:lnTo>
                  <a:lnTo>
                    <a:pt x="123" y="18023"/>
                  </a:lnTo>
                  <a:lnTo>
                    <a:pt x="220" y="18193"/>
                  </a:lnTo>
                  <a:lnTo>
                    <a:pt x="293" y="18291"/>
                  </a:lnTo>
                  <a:lnTo>
                    <a:pt x="390" y="18364"/>
                  </a:lnTo>
                  <a:lnTo>
                    <a:pt x="488" y="18412"/>
                  </a:lnTo>
                  <a:lnTo>
                    <a:pt x="610" y="18461"/>
                  </a:lnTo>
                  <a:lnTo>
                    <a:pt x="756" y="18510"/>
                  </a:lnTo>
                  <a:lnTo>
                    <a:pt x="926" y="18510"/>
                  </a:lnTo>
                  <a:lnTo>
                    <a:pt x="14468" y="18510"/>
                  </a:lnTo>
                  <a:lnTo>
                    <a:pt x="14468" y="18510"/>
                  </a:lnTo>
                  <a:lnTo>
                    <a:pt x="14541" y="18510"/>
                  </a:lnTo>
                  <a:lnTo>
                    <a:pt x="14614" y="18485"/>
                  </a:lnTo>
                  <a:lnTo>
                    <a:pt x="14736" y="18412"/>
                  </a:lnTo>
                  <a:lnTo>
                    <a:pt x="14833" y="18291"/>
                  </a:lnTo>
                  <a:lnTo>
                    <a:pt x="14906" y="18144"/>
                  </a:lnTo>
                  <a:lnTo>
                    <a:pt x="14955" y="17974"/>
                  </a:lnTo>
                  <a:lnTo>
                    <a:pt x="14979" y="17779"/>
                  </a:lnTo>
                  <a:lnTo>
                    <a:pt x="15003" y="17438"/>
                  </a:lnTo>
                  <a:lnTo>
                    <a:pt x="15003" y="487"/>
                  </a:lnTo>
                  <a:lnTo>
                    <a:pt x="15003" y="487"/>
                  </a:lnTo>
                  <a:lnTo>
                    <a:pt x="15003" y="341"/>
                  </a:lnTo>
                  <a:lnTo>
                    <a:pt x="14979" y="219"/>
                  </a:lnTo>
                  <a:lnTo>
                    <a:pt x="14955" y="146"/>
                  </a:lnTo>
                  <a:lnTo>
                    <a:pt x="14906" y="73"/>
                  </a:lnTo>
                  <a:lnTo>
                    <a:pt x="14833" y="49"/>
                  </a:lnTo>
                  <a:lnTo>
                    <a:pt x="14736" y="24"/>
                  </a:lnTo>
                  <a:lnTo>
                    <a:pt x="14468" y="0"/>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 name="Google Shape;196;p12">
              <a:extLst>
                <a:ext uri="{FF2B5EF4-FFF2-40B4-BE49-F238E27FC236}">
                  <a16:creationId xmlns:a16="http://schemas.microsoft.com/office/drawing/2014/main" id="{A54E78E2-CEA5-2EA0-1CDF-66FB040711AF}"/>
                </a:ext>
              </a:extLst>
            </p:cNvPr>
            <p:cNvSpPr/>
            <p:nvPr/>
          </p:nvSpPr>
          <p:spPr>
            <a:xfrm>
              <a:off x="590250" y="269775"/>
              <a:ext cx="377525" cy="462775"/>
            </a:xfrm>
            <a:custGeom>
              <a:avLst/>
              <a:gdLst/>
              <a:ahLst/>
              <a:cxnLst/>
              <a:rect l="l" t="t" r="r" b="b"/>
              <a:pathLst>
                <a:path w="15101" h="18511" fill="none" extrusionOk="0">
                  <a:moveTo>
                    <a:pt x="14321" y="0"/>
                  </a:moveTo>
                  <a:lnTo>
                    <a:pt x="780" y="0"/>
                  </a:lnTo>
                  <a:lnTo>
                    <a:pt x="780" y="0"/>
                  </a:lnTo>
                  <a:lnTo>
                    <a:pt x="634" y="25"/>
                  </a:lnTo>
                  <a:lnTo>
                    <a:pt x="488" y="74"/>
                  </a:lnTo>
                  <a:lnTo>
                    <a:pt x="342" y="122"/>
                  </a:lnTo>
                  <a:lnTo>
                    <a:pt x="220" y="220"/>
                  </a:lnTo>
                  <a:lnTo>
                    <a:pt x="122" y="341"/>
                  </a:lnTo>
                  <a:lnTo>
                    <a:pt x="74" y="488"/>
                  </a:lnTo>
                  <a:lnTo>
                    <a:pt x="25" y="634"/>
                  </a:lnTo>
                  <a:lnTo>
                    <a:pt x="1" y="780"/>
                  </a:lnTo>
                  <a:lnTo>
                    <a:pt x="1" y="17731"/>
                  </a:lnTo>
                  <a:lnTo>
                    <a:pt x="1" y="17731"/>
                  </a:lnTo>
                  <a:lnTo>
                    <a:pt x="25" y="17877"/>
                  </a:lnTo>
                  <a:lnTo>
                    <a:pt x="74" y="18023"/>
                  </a:lnTo>
                  <a:lnTo>
                    <a:pt x="122" y="18169"/>
                  </a:lnTo>
                  <a:lnTo>
                    <a:pt x="220" y="18291"/>
                  </a:lnTo>
                  <a:lnTo>
                    <a:pt x="342" y="18388"/>
                  </a:lnTo>
                  <a:lnTo>
                    <a:pt x="488" y="18437"/>
                  </a:lnTo>
                  <a:lnTo>
                    <a:pt x="634" y="18486"/>
                  </a:lnTo>
                  <a:lnTo>
                    <a:pt x="780" y="18510"/>
                  </a:lnTo>
                  <a:lnTo>
                    <a:pt x="14321" y="18510"/>
                  </a:lnTo>
                  <a:lnTo>
                    <a:pt x="14321" y="18510"/>
                  </a:lnTo>
                  <a:lnTo>
                    <a:pt x="14467" y="18486"/>
                  </a:lnTo>
                  <a:lnTo>
                    <a:pt x="14614" y="18437"/>
                  </a:lnTo>
                  <a:lnTo>
                    <a:pt x="14760" y="18388"/>
                  </a:lnTo>
                  <a:lnTo>
                    <a:pt x="14881" y="18291"/>
                  </a:lnTo>
                  <a:lnTo>
                    <a:pt x="14979" y="18169"/>
                  </a:lnTo>
                  <a:lnTo>
                    <a:pt x="15028" y="18023"/>
                  </a:lnTo>
                  <a:lnTo>
                    <a:pt x="15076" y="17877"/>
                  </a:lnTo>
                  <a:lnTo>
                    <a:pt x="15101" y="17731"/>
                  </a:lnTo>
                  <a:lnTo>
                    <a:pt x="15101" y="780"/>
                  </a:lnTo>
                  <a:lnTo>
                    <a:pt x="15101" y="780"/>
                  </a:lnTo>
                  <a:lnTo>
                    <a:pt x="15076" y="634"/>
                  </a:lnTo>
                  <a:lnTo>
                    <a:pt x="15028" y="488"/>
                  </a:lnTo>
                  <a:lnTo>
                    <a:pt x="14979" y="341"/>
                  </a:lnTo>
                  <a:lnTo>
                    <a:pt x="14881" y="220"/>
                  </a:lnTo>
                  <a:lnTo>
                    <a:pt x="14760" y="122"/>
                  </a:lnTo>
                  <a:lnTo>
                    <a:pt x="14614" y="74"/>
                  </a:lnTo>
                  <a:lnTo>
                    <a:pt x="14467" y="25"/>
                  </a:lnTo>
                  <a:lnTo>
                    <a:pt x="14321" y="0"/>
                  </a:lnTo>
                  <a:lnTo>
                    <a:pt x="14321" y="0"/>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 name="Google Shape;197;p12">
              <a:extLst>
                <a:ext uri="{FF2B5EF4-FFF2-40B4-BE49-F238E27FC236}">
                  <a16:creationId xmlns:a16="http://schemas.microsoft.com/office/drawing/2014/main" id="{0A338E3D-C0F0-4A20-161F-BF6E63918483}"/>
                </a:ext>
              </a:extLst>
            </p:cNvPr>
            <p:cNvSpPr/>
            <p:nvPr/>
          </p:nvSpPr>
          <p:spPr>
            <a:xfrm>
              <a:off x="796650" y="274025"/>
              <a:ext cx="45100" cy="45100"/>
            </a:xfrm>
            <a:custGeom>
              <a:avLst/>
              <a:gdLst/>
              <a:ahLst/>
              <a:cxnLst/>
              <a:rect l="l" t="t" r="r" b="b"/>
              <a:pathLst>
                <a:path w="1804" h="1804" fill="none" extrusionOk="0">
                  <a:moveTo>
                    <a:pt x="902" y="1"/>
                  </a:moveTo>
                  <a:lnTo>
                    <a:pt x="902" y="1"/>
                  </a:lnTo>
                  <a:lnTo>
                    <a:pt x="1073" y="25"/>
                  </a:lnTo>
                  <a:lnTo>
                    <a:pt x="1243" y="74"/>
                  </a:lnTo>
                  <a:lnTo>
                    <a:pt x="1414" y="147"/>
                  </a:lnTo>
                  <a:lnTo>
                    <a:pt x="1535" y="269"/>
                  </a:lnTo>
                  <a:lnTo>
                    <a:pt x="1657" y="391"/>
                  </a:lnTo>
                  <a:lnTo>
                    <a:pt x="1730" y="561"/>
                  </a:lnTo>
                  <a:lnTo>
                    <a:pt x="1779" y="732"/>
                  </a:lnTo>
                  <a:lnTo>
                    <a:pt x="1803" y="902"/>
                  </a:lnTo>
                  <a:lnTo>
                    <a:pt x="1803" y="902"/>
                  </a:lnTo>
                  <a:lnTo>
                    <a:pt x="1779" y="1073"/>
                  </a:lnTo>
                  <a:lnTo>
                    <a:pt x="1730" y="1243"/>
                  </a:lnTo>
                  <a:lnTo>
                    <a:pt x="1657" y="1414"/>
                  </a:lnTo>
                  <a:lnTo>
                    <a:pt x="1535" y="1535"/>
                  </a:lnTo>
                  <a:lnTo>
                    <a:pt x="1414" y="1657"/>
                  </a:lnTo>
                  <a:lnTo>
                    <a:pt x="1243" y="1730"/>
                  </a:lnTo>
                  <a:lnTo>
                    <a:pt x="1073" y="1779"/>
                  </a:lnTo>
                  <a:lnTo>
                    <a:pt x="902" y="1803"/>
                  </a:lnTo>
                  <a:lnTo>
                    <a:pt x="902" y="1803"/>
                  </a:lnTo>
                  <a:lnTo>
                    <a:pt x="732" y="1779"/>
                  </a:lnTo>
                  <a:lnTo>
                    <a:pt x="561" y="1730"/>
                  </a:lnTo>
                  <a:lnTo>
                    <a:pt x="391" y="1657"/>
                  </a:lnTo>
                  <a:lnTo>
                    <a:pt x="269" y="1535"/>
                  </a:lnTo>
                  <a:lnTo>
                    <a:pt x="147" y="1414"/>
                  </a:lnTo>
                  <a:lnTo>
                    <a:pt x="74" y="1243"/>
                  </a:lnTo>
                  <a:lnTo>
                    <a:pt x="25" y="1073"/>
                  </a:lnTo>
                  <a:lnTo>
                    <a:pt x="1" y="902"/>
                  </a:lnTo>
                  <a:lnTo>
                    <a:pt x="1" y="902"/>
                  </a:lnTo>
                  <a:lnTo>
                    <a:pt x="25" y="732"/>
                  </a:lnTo>
                  <a:lnTo>
                    <a:pt x="74" y="561"/>
                  </a:lnTo>
                  <a:lnTo>
                    <a:pt x="147" y="391"/>
                  </a:lnTo>
                  <a:lnTo>
                    <a:pt x="269" y="269"/>
                  </a:lnTo>
                  <a:lnTo>
                    <a:pt x="391" y="147"/>
                  </a:lnTo>
                  <a:lnTo>
                    <a:pt x="561" y="74"/>
                  </a:lnTo>
                  <a:lnTo>
                    <a:pt x="732" y="25"/>
                  </a:lnTo>
                  <a:lnTo>
                    <a:pt x="902" y="1"/>
                  </a:lnTo>
                  <a:lnTo>
                    <a:pt x="902" y="1"/>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 name="Google Shape;198;p12">
              <a:extLst>
                <a:ext uri="{FF2B5EF4-FFF2-40B4-BE49-F238E27FC236}">
                  <a16:creationId xmlns:a16="http://schemas.microsoft.com/office/drawing/2014/main" id="{5BAD167E-BF1B-AD29-82A6-C95F8E3A08F1}"/>
                </a:ext>
              </a:extLst>
            </p:cNvPr>
            <p:cNvSpPr/>
            <p:nvPr/>
          </p:nvSpPr>
          <p:spPr>
            <a:xfrm>
              <a:off x="713850" y="274025"/>
              <a:ext cx="45075" cy="45100"/>
            </a:xfrm>
            <a:custGeom>
              <a:avLst/>
              <a:gdLst/>
              <a:ahLst/>
              <a:cxnLst/>
              <a:rect l="l" t="t" r="r" b="b"/>
              <a:pathLst>
                <a:path w="1803" h="1804" fill="none" extrusionOk="0">
                  <a:moveTo>
                    <a:pt x="902" y="1"/>
                  </a:moveTo>
                  <a:lnTo>
                    <a:pt x="902" y="1"/>
                  </a:lnTo>
                  <a:lnTo>
                    <a:pt x="1072" y="25"/>
                  </a:lnTo>
                  <a:lnTo>
                    <a:pt x="1243" y="74"/>
                  </a:lnTo>
                  <a:lnTo>
                    <a:pt x="1413" y="147"/>
                  </a:lnTo>
                  <a:lnTo>
                    <a:pt x="1535" y="269"/>
                  </a:lnTo>
                  <a:lnTo>
                    <a:pt x="1657" y="391"/>
                  </a:lnTo>
                  <a:lnTo>
                    <a:pt x="1730" y="561"/>
                  </a:lnTo>
                  <a:lnTo>
                    <a:pt x="1779" y="732"/>
                  </a:lnTo>
                  <a:lnTo>
                    <a:pt x="1803" y="902"/>
                  </a:lnTo>
                  <a:lnTo>
                    <a:pt x="1803" y="902"/>
                  </a:lnTo>
                  <a:lnTo>
                    <a:pt x="1779" y="1073"/>
                  </a:lnTo>
                  <a:lnTo>
                    <a:pt x="1730" y="1243"/>
                  </a:lnTo>
                  <a:lnTo>
                    <a:pt x="1657" y="1414"/>
                  </a:lnTo>
                  <a:lnTo>
                    <a:pt x="1535" y="1535"/>
                  </a:lnTo>
                  <a:lnTo>
                    <a:pt x="1413" y="1657"/>
                  </a:lnTo>
                  <a:lnTo>
                    <a:pt x="1243" y="1730"/>
                  </a:lnTo>
                  <a:lnTo>
                    <a:pt x="1072" y="1779"/>
                  </a:lnTo>
                  <a:lnTo>
                    <a:pt x="902" y="1803"/>
                  </a:lnTo>
                  <a:lnTo>
                    <a:pt x="902" y="1803"/>
                  </a:lnTo>
                  <a:lnTo>
                    <a:pt x="731" y="1779"/>
                  </a:lnTo>
                  <a:lnTo>
                    <a:pt x="561" y="1730"/>
                  </a:lnTo>
                  <a:lnTo>
                    <a:pt x="390" y="1657"/>
                  </a:lnTo>
                  <a:lnTo>
                    <a:pt x="269" y="1535"/>
                  </a:lnTo>
                  <a:lnTo>
                    <a:pt x="147" y="1414"/>
                  </a:lnTo>
                  <a:lnTo>
                    <a:pt x="74" y="1243"/>
                  </a:lnTo>
                  <a:lnTo>
                    <a:pt x="25" y="1073"/>
                  </a:lnTo>
                  <a:lnTo>
                    <a:pt x="1" y="902"/>
                  </a:lnTo>
                  <a:lnTo>
                    <a:pt x="1" y="902"/>
                  </a:lnTo>
                  <a:lnTo>
                    <a:pt x="25" y="732"/>
                  </a:lnTo>
                  <a:lnTo>
                    <a:pt x="74" y="561"/>
                  </a:lnTo>
                  <a:lnTo>
                    <a:pt x="147" y="391"/>
                  </a:lnTo>
                  <a:lnTo>
                    <a:pt x="269" y="269"/>
                  </a:lnTo>
                  <a:lnTo>
                    <a:pt x="390" y="147"/>
                  </a:lnTo>
                  <a:lnTo>
                    <a:pt x="561" y="74"/>
                  </a:lnTo>
                  <a:lnTo>
                    <a:pt x="731" y="25"/>
                  </a:lnTo>
                  <a:lnTo>
                    <a:pt x="902" y="1"/>
                  </a:lnTo>
                  <a:lnTo>
                    <a:pt x="902" y="1"/>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 name="Google Shape;199;p12">
              <a:extLst>
                <a:ext uri="{FF2B5EF4-FFF2-40B4-BE49-F238E27FC236}">
                  <a16:creationId xmlns:a16="http://schemas.microsoft.com/office/drawing/2014/main" id="{9CD4CC5B-9578-81C1-18B8-7AF06961F291}"/>
                </a:ext>
              </a:extLst>
            </p:cNvPr>
            <p:cNvSpPr/>
            <p:nvPr/>
          </p:nvSpPr>
          <p:spPr>
            <a:xfrm>
              <a:off x="631050" y="274025"/>
              <a:ext cx="45075" cy="45100"/>
            </a:xfrm>
            <a:custGeom>
              <a:avLst/>
              <a:gdLst/>
              <a:ahLst/>
              <a:cxnLst/>
              <a:rect l="l" t="t" r="r" b="b"/>
              <a:pathLst>
                <a:path w="1803" h="1804" fill="none" extrusionOk="0">
                  <a:moveTo>
                    <a:pt x="0" y="902"/>
                  </a:moveTo>
                  <a:lnTo>
                    <a:pt x="0" y="902"/>
                  </a:lnTo>
                  <a:lnTo>
                    <a:pt x="25" y="732"/>
                  </a:lnTo>
                  <a:lnTo>
                    <a:pt x="73" y="561"/>
                  </a:lnTo>
                  <a:lnTo>
                    <a:pt x="147" y="391"/>
                  </a:lnTo>
                  <a:lnTo>
                    <a:pt x="268" y="269"/>
                  </a:lnTo>
                  <a:lnTo>
                    <a:pt x="390" y="147"/>
                  </a:lnTo>
                  <a:lnTo>
                    <a:pt x="561" y="74"/>
                  </a:lnTo>
                  <a:lnTo>
                    <a:pt x="731" y="25"/>
                  </a:lnTo>
                  <a:lnTo>
                    <a:pt x="902" y="1"/>
                  </a:lnTo>
                  <a:lnTo>
                    <a:pt x="902" y="1"/>
                  </a:lnTo>
                  <a:lnTo>
                    <a:pt x="1072" y="25"/>
                  </a:lnTo>
                  <a:lnTo>
                    <a:pt x="1243" y="74"/>
                  </a:lnTo>
                  <a:lnTo>
                    <a:pt x="1413" y="147"/>
                  </a:lnTo>
                  <a:lnTo>
                    <a:pt x="1535" y="269"/>
                  </a:lnTo>
                  <a:lnTo>
                    <a:pt x="1657" y="391"/>
                  </a:lnTo>
                  <a:lnTo>
                    <a:pt x="1730" y="561"/>
                  </a:lnTo>
                  <a:lnTo>
                    <a:pt x="1778" y="732"/>
                  </a:lnTo>
                  <a:lnTo>
                    <a:pt x="1803" y="902"/>
                  </a:lnTo>
                  <a:lnTo>
                    <a:pt x="1803" y="902"/>
                  </a:lnTo>
                  <a:lnTo>
                    <a:pt x="1778" y="1073"/>
                  </a:lnTo>
                  <a:lnTo>
                    <a:pt x="1730" y="1243"/>
                  </a:lnTo>
                  <a:lnTo>
                    <a:pt x="1657" y="1414"/>
                  </a:lnTo>
                  <a:lnTo>
                    <a:pt x="1535" y="1535"/>
                  </a:lnTo>
                  <a:lnTo>
                    <a:pt x="1413" y="1657"/>
                  </a:lnTo>
                  <a:lnTo>
                    <a:pt x="1243" y="1730"/>
                  </a:lnTo>
                  <a:lnTo>
                    <a:pt x="1072" y="1779"/>
                  </a:lnTo>
                  <a:lnTo>
                    <a:pt x="902" y="1803"/>
                  </a:lnTo>
                  <a:lnTo>
                    <a:pt x="902" y="1803"/>
                  </a:lnTo>
                  <a:lnTo>
                    <a:pt x="731" y="1779"/>
                  </a:lnTo>
                  <a:lnTo>
                    <a:pt x="561" y="1730"/>
                  </a:lnTo>
                  <a:lnTo>
                    <a:pt x="390" y="1657"/>
                  </a:lnTo>
                  <a:lnTo>
                    <a:pt x="268" y="1535"/>
                  </a:lnTo>
                  <a:lnTo>
                    <a:pt x="147" y="1414"/>
                  </a:lnTo>
                  <a:lnTo>
                    <a:pt x="73" y="1243"/>
                  </a:lnTo>
                  <a:lnTo>
                    <a:pt x="25" y="1073"/>
                  </a:lnTo>
                  <a:lnTo>
                    <a:pt x="0" y="902"/>
                  </a:lnTo>
                  <a:lnTo>
                    <a:pt x="0" y="902"/>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 name="Google Shape;200;p12">
              <a:extLst>
                <a:ext uri="{FF2B5EF4-FFF2-40B4-BE49-F238E27FC236}">
                  <a16:creationId xmlns:a16="http://schemas.microsoft.com/office/drawing/2014/main" id="{F00FF6FD-3D35-F8E4-77A0-C47E68F5DA1A}"/>
                </a:ext>
              </a:extLst>
            </p:cNvPr>
            <p:cNvSpPr/>
            <p:nvPr/>
          </p:nvSpPr>
          <p:spPr>
            <a:xfrm>
              <a:off x="649925" y="590050"/>
              <a:ext cx="133975" cy="25"/>
            </a:xfrm>
            <a:custGeom>
              <a:avLst/>
              <a:gdLst/>
              <a:ahLst/>
              <a:cxnLst/>
              <a:rect l="l" t="t" r="r" b="b"/>
              <a:pathLst>
                <a:path w="5359" h="1" fill="none" extrusionOk="0">
                  <a:moveTo>
                    <a:pt x="5358" y="0"/>
                  </a:moveTo>
                  <a:lnTo>
                    <a:pt x="0" y="0"/>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 name="Google Shape;201;p12">
              <a:extLst>
                <a:ext uri="{FF2B5EF4-FFF2-40B4-BE49-F238E27FC236}">
                  <a16:creationId xmlns:a16="http://schemas.microsoft.com/office/drawing/2014/main" id="{BFA94361-5532-D25D-47BB-4E04B36BA805}"/>
                </a:ext>
              </a:extLst>
            </p:cNvPr>
            <p:cNvSpPr/>
            <p:nvPr/>
          </p:nvSpPr>
          <p:spPr>
            <a:xfrm>
              <a:off x="649925" y="534625"/>
              <a:ext cx="255750" cy="25"/>
            </a:xfrm>
            <a:custGeom>
              <a:avLst/>
              <a:gdLst/>
              <a:ahLst/>
              <a:cxnLst/>
              <a:rect l="l" t="t" r="r" b="b"/>
              <a:pathLst>
                <a:path w="10230" h="1" fill="none" extrusionOk="0">
                  <a:moveTo>
                    <a:pt x="10229" y="1"/>
                  </a:moveTo>
                  <a:lnTo>
                    <a:pt x="0" y="1"/>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 name="Google Shape;202;p12">
              <a:extLst>
                <a:ext uri="{FF2B5EF4-FFF2-40B4-BE49-F238E27FC236}">
                  <a16:creationId xmlns:a16="http://schemas.microsoft.com/office/drawing/2014/main" id="{A183C31B-CFA8-4752-F0BF-7F90AAAC26E1}"/>
                </a:ext>
              </a:extLst>
            </p:cNvPr>
            <p:cNvSpPr/>
            <p:nvPr/>
          </p:nvSpPr>
          <p:spPr>
            <a:xfrm>
              <a:off x="649925" y="479825"/>
              <a:ext cx="255750" cy="25"/>
            </a:xfrm>
            <a:custGeom>
              <a:avLst/>
              <a:gdLst/>
              <a:ahLst/>
              <a:cxnLst/>
              <a:rect l="l" t="t" r="r" b="b"/>
              <a:pathLst>
                <a:path w="10230" h="1" fill="none" extrusionOk="0">
                  <a:moveTo>
                    <a:pt x="10229" y="1"/>
                  </a:moveTo>
                  <a:lnTo>
                    <a:pt x="0" y="1"/>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 name="Google Shape;203;p12">
              <a:extLst>
                <a:ext uri="{FF2B5EF4-FFF2-40B4-BE49-F238E27FC236}">
                  <a16:creationId xmlns:a16="http://schemas.microsoft.com/office/drawing/2014/main" id="{D9CC96B1-DCAF-66A2-B10F-07DD4911D2D7}"/>
                </a:ext>
              </a:extLst>
            </p:cNvPr>
            <p:cNvSpPr/>
            <p:nvPr/>
          </p:nvSpPr>
          <p:spPr>
            <a:xfrm>
              <a:off x="649925" y="424425"/>
              <a:ext cx="255750" cy="25"/>
            </a:xfrm>
            <a:custGeom>
              <a:avLst/>
              <a:gdLst/>
              <a:ahLst/>
              <a:cxnLst/>
              <a:rect l="l" t="t" r="r" b="b"/>
              <a:pathLst>
                <a:path w="10230" h="1" fill="none" extrusionOk="0">
                  <a:moveTo>
                    <a:pt x="10229" y="1"/>
                  </a:moveTo>
                  <a:lnTo>
                    <a:pt x="0" y="1"/>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 name="Google Shape;204;p12">
              <a:extLst>
                <a:ext uri="{FF2B5EF4-FFF2-40B4-BE49-F238E27FC236}">
                  <a16:creationId xmlns:a16="http://schemas.microsoft.com/office/drawing/2014/main" id="{80217325-F809-E3A6-ECAD-A8F8BFA05A6E}"/>
                </a:ext>
              </a:extLst>
            </p:cNvPr>
            <p:cNvSpPr/>
            <p:nvPr/>
          </p:nvSpPr>
          <p:spPr>
            <a:xfrm>
              <a:off x="879475" y="274025"/>
              <a:ext cx="45075" cy="45100"/>
            </a:xfrm>
            <a:custGeom>
              <a:avLst/>
              <a:gdLst/>
              <a:ahLst/>
              <a:cxnLst/>
              <a:rect l="l" t="t" r="r" b="b"/>
              <a:pathLst>
                <a:path w="1803" h="1804" fill="none" extrusionOk="0">
                  <a:moveTo>
                    <a:pt x="901" y="1803"/>
                  </a:moveTo>
                  <a:lnTo>
                    <a:pt x="901" y="1803"/>
                  </a:lnTo>
                  <a:lnTo>
                    <a:pt x="731" y="1779"/>
                  </a:lnTo>
                  <a:lnTo>
                    <a:pt x="560" y="1730"/>
                  </a:lnTo>
                  <a:lnTo>
                    <a:pt x="390" y="1657"/>
                  </a:lnTo>
                  <a:lnTo>
                    <a:pt x="268" y="1535"/>
                  </a:lnTo>
                  <a:lnTo>
                    <a:pt x="146" y="1414"/>
                  </a:lnTo>
                  <a:lnTo>
                    <a:pt x="73" y="1243"/>
                  </a:lnTo>
                  <a:lnTo>
                    <a:pt x="25" y="1073"/>
                  </a:lnTo>
                  <a:lnTo>
                    <a:pt x="0" y="902"/>
                  </a:lnTo>
                  <a:lnTo>
                    <a:pt x="0" y="902"/>
                  </a:lnTo>
                  <a:lnTo>
                    <a:pt x="25" y="732"/>
                  </a:lnTo>
                  <a:lnTo>
                    <a:pt x="73" y="561"/>
                  </a:lnTo>
                  <a:lnTo>
                    <a:pt x="146" y="391"/>
                  </a:lnTo>
                  <a:lnTo>
                    <a:pt x="268" y="269"/>
                  </a:lnTo>
                  <a:lnTo>
                    <a:pt x="390" y="147"/>
                  </a:lnTo>
                  <a:lnTo>
                    <a:pt x="560" y="74"/>
                  </a:lnTo>
                  <a:lnTo>
                    <a:pt x="731" y="25"/>
                  </a:lnTo>
                  <a:lnTo>
                    <a:pt x="901" y="1"/>
                  </a:lnTo>
                  <a:lnTo>
                    <a:pt x="901" y="1"/>
                  </a:lnTo>
                  <a:lnTo>
                    <a:pt x="1072" y="25"/>
                  </a:lnTo>
                  <a:lnTo>
                    <a:pt x="1242" y="74"/>
                  </a:lnTo>
                  <a:lnTo>
                    <a:pt x="1413" y="147"/>
                  </a:lnTo>
                  <a:lnTo>
                    <a:pt x="1535" y="269"/>
                  </a:lnTo>
                  <a:lnTo>
                    <a:pt x="1656" y="391"/>
                  </a:lnTo>
                  <a:lnTo>
                    <a:pt x="1729" y="561"/>
                  </a:lnTo>
                  <a:lnTo>
                    <a:pt x="1778" y="732"/>
                  </a:lnTo>
                  <a:lnTo>
                    <a:pt x="1802" y="902"/>
                  </a:lnTo>
                  <a:lnTo>
                    <a:pt x="1802" y="902"/>
                  </a:lnTo>
                  <a:lnTo>
                    <a:pt x="1778" y="1073"/>
                  </a:lnTo>
                  <a:lnTo>
                    <a:pt x="1729" y="1243"/>
                  </a:lnTo>
                  <a:lnTo>
                    <a:pt x="1656" y="1414"/>
                  </a:lnTo>
                  <a:lnTo>
                    <a:pt x="1535" y="1535"/>
                  </a:lnTo>
                  <a:lnTo>
                    <a:pt x="1413" y="1657"/>
                  </a:lnTo>
                  <a:lnTo>
                    <a:pt x="1242" y="1730"/>
                  </a:lnTo>
                  <a:lnTo>
                    <a:pt x="1072" y="1779"/>
                  </a:lnTo>
                  <a:lnTo>
                    <a:pt x="901" y="1803"/>
                  </a:lnTo>
                  <a:lnTo>
                    <a:pt x="901" y="1803"/>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 name="Google Shape;205;p12">
              <a:extLst>
                <a:ext uri="{FF2B5EF4-FFF2-40B4-BE49-F238E27FC236}">
                  <a16:creationId xmlns:a16="http://schemas.microsoft.com/office/drawing/2014/main" id="{4FB7090A-F382-D3AA-4D2D-334DFAC37B08}"/>
                </a:ext>
              </a:extLst>
            </p:cNvPr>
            <p:cNvSpPr/>
            <p:nvPr/>
          </p:nvSpPr>
          <p:spPr>
            <a:xfrm>
              <a:off x="654800" y="244200"/>
              <a:ext cx="25" cy="51175"/>
            </a:xfrm>
            <a:custGeom>
              <a:avLst/>
              <a:gdLst/>
              <a:ahLst/>
              <a:cxnLst/>
              <a:rect l="l" t="t" r="r" b="b"/>
              <a:pathLst>
                <a:path w="1" h="2047" fill="none" extrusionOk="0">
                  <a:moveTo>
                    <a:pt x="0" y="1"/>
                  </a:moveTo>
                  <a:lnTo>
                    <a:pt x="0" y="2046"/>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 name="Google Shape;206;p12">
              <a:extLst>
                <a:ext uri="{FF2B5EF4-FFF2-40B4-BE49-F238E27FC236}">
                  <a16:creationId xmlns:a16="http://schemas.microsoft.com/office/drawing/2014/main" id="{0D789214-0D12-6996-0D5C-A18F260E7A4B}"/>
                </a:ext>
              </a:extLst>
            </p:cNvPr>
            <p:cNvSpPr/>
            <p:nvPr/>
          </p:nvSpPr>
          <p:spPr>
            <a:xfrm>
              <a:off x="737600" y="244200"/>
              <a:ext cx="25" cy="51175"/>
            </a:xfrm>
            <a:custGeom>
              <a:avLst/>
              <a:gdLst/>
              <a:ahLst/>
              <a:cxnLst/>
              <a:rect l="l" t="t" r="r" b="b"/>
              <a:pathLst>
                <a:path w="1" h="2047" fill="none" extrusionOk="0">
                  <a:moveTo>
                    <a:pt x="1" y="1"/>
                  </a:moveTo>
                  <a:lnTo>
                    <a:pt x="1" y="2046"/>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 name="Google Shape;207;p12">
              <a:extLst>
                <a:ext uri="{FF2B5EF4-FFF2-40B4-BE49-F238E27FC236}">
                  <a16:creationId xmlns:a16="http://schemas.microsoft.com/office/drawing/2014/main" id="{B3230505-B409-6DE3-2748-C27551E860C0}"/>
                </a:ext>
              </a:extLst>
            </p:cNvPr>
            <p:cNvSpPr/>
            <p:nvPr/>
          </p:nvSpPr>
          <p:spPr>
            <a:xfrm>
              <a:off x="820400" y="244200"/>
              <a:ext cx="25" cy="51175"/>
            </a:xfrm>
            <a:custGeom>
              <a:avLst/>
              <a:gdLst/>
              <a:ahLst/>
              <a:cxnLst/>
              <a:rect l="l" t="t" r="r" b="b"/>
              <a:pathLst>
                <a:path w="1" h="2047" fill="none" extrusionOk="0">
                  <a:moveTo>
                    <a:pt x="1" y="1"/>
                  </a:moveTo>
                  <a:lnTo>
                    <a:pt x="1" y="2046"/>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 name="Google Shape;208;p12">
              <a:extLst>
                <a:ext uri="{FF2B5EF4-FFF2-40B4-BE49-F238E27FC236}">
                  <a16:creationId xmlns:a16="http://schemas.microsoft.com/office/drawing/2014/main" id="{D4A51453-FBC3-77B0-41EE-0825FF201099}"/>
                </a:ext>
              </a:extLst>
            </p:cNvPr>
            <p:cNvSpPr/>
            <p:nvPr/>
          </p:nvSpPr>
          <p:spPr>
            <a:xfrm>
              <a:off x="903225" y="244200"/>
              <a:ext cx="25" cy="51175"/>
            </a:xfrm>
            <a:custGeom>
              <a:avLst/>
              <a:gdLst/>
              <a:ahLst/>
              <a:cxnLst/>
              <a:rect l="l" t="t" r="r" b="b"/>
              <a:pathLst>
                <a:path w="1" h="2047" fill="none" extrusionOk="0">
                  <a:moveTo>
                    <a:pt x="0" y="1"/>
                  </a:moveTo>
                  <a:lnTo>
                    <a:pt x="0" y="2046"/>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5" name="Text Placeholder 4">
            <a:extLst>
              <a:ext uri="{FF2B5EF4-FFF2-40B4-BE49-F238E27FC236}">
                <a16:creationId xmlns:a16="http://schemas.microsoft.com/office/drawing/2014/main" id="{D5017E55-88B0-C879-FBEB-4C6858A54100}"/>
              </a:ext>
            </a:extLst>
          </p:cNvPr>
          <p:cNvSpPr>
            <a:spLocks noGrp="1"/>
          </p:cNvSpPr>
          <p:nvPr>
            <p:ph type="body" idx="2"/>
          </p:nvPr>
        </p:nvSpPr>
        <p:spPr>
          <a:xfrm>
            <a:off x="171387" y="1639662"/>
            <a:ext cx="4686090" cy="2807776"/>
          </a:xfrm>
        </p:spPr>
        <p:txBody>
          <a:bodyPr/>
          <a:lstStyle/>
          <a:p>
            <a:pPr lvl="0"/>
            <a:r>
              <a:rPr lang="en-PH" sz="1800" dirty="0">
                <a:latin typeface="Roboto Condensed" panose="02000000000000000000" pitchFamily="2" charset="0"/>
                <a:ea typeface="Roboto Condensed" panose="02000000000000000000" pitchFamily="2" charset="0"/>
                <a:cs typeface="Roboto Condensed" panose="02000000000000000000" pitchFamily="2" charset="0"/>
              </a:rPr>
              <a:t>An </a:t>
            </a:r>
            <a:r>
              <a:rPr lang="en-PH" sz="1800" b="1" dirty="0">
                <a:latin typeface="Roboto Condensed" panose="02000000000000000000" pitchFamily="2" charset="0"/>
                <a:ea typeface="Roboto Condensed" panose="02000000000000000000" pitchFamily="2" charset="0"/>
                <a:cs typeface="Roboto Condensed" panose="02000000000000000000" pitchFamily="2" charset="0"/>
              </a:rPr>
              <a:t>algorithm</a:t>
            </a:r>
            <a:r>
              <a:rPr lang="en-PH" sz="1800" dirty="0">
                <a:latin typeface="Roboto Condensed" panose="02000000000000000000" pitchFamily="2" charset="0"/>
                <a:ea typeface="Roboto Condensed" panose="02000000000000000000" pitchFamily="2" charset="0"/>
                <a:cs typeface="Roboto Condensed" panose="02000000000000000000" pitchFamily="2" charset="0"/>
              </a:rPr>
              <a:t> is simply a step-by-step set of instructions designed to perform a specific task. A recipe for baking a cake is an algorithm. The process we just outlined above is an algorithm.</a:t>
            </a:r>
          </a:p>
          <a:p>
            <a:pPr lvl="0"/>
            <a:r>
              <a:rPr lang="en-PH" sz="1800" dirty="0">
                <a:latin typeface="Roboto Condensed" panose="02000000000000000000" pitchFamily="2" charset="0"/>
                <a:ea typeface="Roboto Condensed" panose="02000000000000000000" pitchFamily="2" charset="0"/>
                <a:cs typeface="Roboto Condensed" panose="02000000000000000000" pitchFamily="2" charset="0"/>
              </a:rPr>
              <a:t>A set of instructions for solving problem or accomplishing tasks</a:t>
            </a:r>
          </a:p>
          <a:p>
            <a:pPr lvl="0"/>
            <a:endParaRPr lang="en-PH" sz="1800" dirty="0">
              <a:latin typeface="Roboto Condensed" panose="02000000000000000000" pitchFamily="2" charset="0"/>
              <a:ea typeface="Roboto Condensed" panose="02000000000000000000" pitchFamily="2" charset="0"/>
              <a:cs typeface="Roboto Condensed" panose="02000000000000000000" pitchFamily="2" charset="0"/>
            </a:endParaRPr>
          </a:p>
        </p:txBody>
      </p:sp>
    </p:spTree>
    <p:extLst>
      <p:ext uri="{BB962C8B-B14F-4D97-AF65-F5344CB8AC3E}">
        <p14:creationId xmlns:p14="http://schemas.microsoft.com/office/powerpoint/2010/main" val="2158076779"/>
      </p:ext>
    </p:extLst>
  </p:cSld>
  <p:clrMapOvr>
    <a:masterClrMapping/>
  </p:clrMapOvr>
  <p:transition>
    <p:fade thruBlk="1"/>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88">
          <a:extLst>
            <a:ext uri="{FF2B5EF4-FFF2-40B4-BE49-F238E27FC236}">
              <a16:creationId xmlns:a16="http://schemas.microsoft.com/office/drawing/2014/main" id="{1F6BA0FA-27C7-5A88-F488-BC5AC809BBBE}"/>
            </a:ext>
          </a:extLst>
        </p:cNvPr>
        <p:cNvGrpSpPr/>
        <p:nvPr/>
      </p:nvGrpSpPr>
      <p:grpSpPr>
        <a:xfrm>
          <a:off x="0" y="0"/>
          <a:ext cx="0" cy="0"/>
          <a:chOff x="0" y="0"/>
          <a:chExt cx="0" cy="0"/>
        </a:xfrm>
      </p:grpSpPr>
      <p:sp>
        <p:nvSpPr>
          <p:cNvPr id="189" name="Google Shape;189;p12">
            <a:extLst>
              <a:ext uri="{FF2B5EF4-FFF2-40B4-BE49-F238E27FC236}">
                <a16:creationId xmlns:a16="http://schemas.microsoft.com/office/drawing/2014/main" id="{0E9DC1AA-6C4A-D6E6-F91C-DB565FBD61AD}"/>
              </a:ext>
            </a:extLst>
          </p:cNvPr>
          <p:cNvSpPr txBox="1">
            <a:spLocks noGrp="1"/>
          </p:cNvSpPr>
          <p:nvPr>
            <p:ph type="title"/>
          </p:nvPr>
        </p:nvSpPr>
        <p:spPr>
          <a:xfrm>
            <a:off x="814275" y="392575"/>
            <a:ext cx="5258400" cy="766200"/>
          </a:xfrm>
          <a:prstGeom prst="rect">
            <a:avLst/>
          </a:prstGeom>
        </p:spPr>
        <p:txBody>
          <a:bodyPr spcFirstLastPara="1" wrap="square" lIns="91425" tIns="91425" rIns="91425" bIns="91425" anchor="ctr" anchorCtr="0">
            <a:noAutofit/>
          </a:bodyPr>
          <a:lstStyle/>
          <a:p>
            <a:pPr lvl="0"/>
            <a:r>
              <a:rPr lang="en-PH" dirty="0"/>
              <a:t>Flowchart Symbols</a:t>
            </a:r>
            <a:endParaRPr dirty="0">
              <a:solidFill>
                <a:schemeClr val="bg1">
                  <a:lumMod val="95000"/>
                </a:schemeClr>
              </a:solidFill>
            </a:endParaRPr>
          </a:p>
        </p:txBody>
      </p:sp>
      <p:sp>
        <p:nvSpPr>
          <p:cNvPr id="192" name="Google Shape;192;p12">
            <a:extLst>
              <a:ext uri="{FF2B5EF4-FFF2-40B4-BE49-F238E27FC236}">
                <a16:creationId xmlns:a16="http://schemas.microsoft.com/office/drawing/2014/main" id="{2D10B162-8FB0-1478-CCE4-679E963112D5}"/>
              </a:ext>
            </a:extLst>
          </p:cNvPr>
          <p:cNvSpPr txBox="1">
            <a:spLocks noGrp="1"/>
          </p:cNvSpPr>
          <p:nvPr>
            <p:ph type="sldNum" idx="12"/>
          </p:nvPr>
        </p:nvSpPr>
        <p:spPr>
          <a:xfrm>
            <a:off x="7618000" y="4636500"/>
            <a:ext cx="1487400" cy="315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GB"/>
              <a:t>22</a:t>
            </a:fld>
            <a:endParaRPr lang="en-GB"/>
          </a:p>
        </p:txBody>
      </p:sp>
      <p:grpSp>
        <p:nvGrpSpPr>
          <p:cNvPr id="194" name="Google Shape;194;p12">
            <a:extLst>
              <a:ext uri="{FF2B5EF4-FFF2-40B4-BE49-F238E27FC236}">
                <a16:creationId xmlns:a16="http://schemas.microsoft.com/office/drawing/2014/main" id="{C854874E-F2EB-B81B-0008-3D552CAFF6EC}"/>
              </a:ext>
            </a:extLst>
          </p:cNvPr>
          <p:cNvGrpSpPr/>
          <p:nvPr/>
        </p:nvGrpSpPr>
        <p:grpSpPr>
          <a:xfrm>
            <a:off x="293683" y="574116"/>
            <a:ext cx="309041" cy="403123"/>
            <a:chOff x="590250" y="244200"/>
            <a:chExt cx="407975" cy="532175"/>
          </a:xfrm>
        </p:grpSpPr>
        <p:sp>
          <p:nvSpPr>
            <p:cNvPr id="195" name="Google Shape;195;p12">
              <a:extLst>
                <a:ext uri="{FF2B5EF4-FFF2-40B4-BE49-F238E27FC236}">
                  <a16:creationId xmlns:a16="http://schemas.microsoft.com/office/drawing/2014/main" id="{FFCF2599-89E5-B6CB-2803-0225FC1F2444}"/>
                </a:ext>
              </a:extLst>
            </p:cNvPr>
            <p:cNvSpPr/>
            <p:nvPr/>
          </p:nvSpPr>
          <p:spPr>
            <a:xfrm>
              <a:off x="623125" y="313625"/>
              <a:ext cx="375100" cy="462750"/>
            </a:xfrm>
            <a:custGeom>
              <a:avLst/>
              <a:gdLst/>
              <a:ahLst/>
              <a:cxnLst/>
              <a:rect l="l" t="t" r="r" b="b"/>
              <a:pathLst>
                <a:path w="15004" h="18510" fill="none" extrusionOk="0">
                  <a:moveTo>
                    <a:pt x="1" y="17536"/>
                  </a:moveTo>
                  <a:lnTo>
                    <a:pt x="1" y="17536"/>
                  </a:lnTo>
                  <a:lnTo>
                    <a:pt x="1" y="17536"/>
                  </a:lnTo>
                  <a:lnTo>
                    <a:pt x="25" y="17682"/>
                  </a:lnTo>
                  <a:lnTo>
                    <a:pt x="49" y="17852"/>
                  </a:lnTo>
                  <a:lnTo>
                    <a:pt x="123" y="18023"/>
                  </a:lnTo>
                  <a:lnTo>
                    <a:pt x="220" y="18193"/>
                  </a:lnTo>
                  <a:lnTo>
                    <a:pt x="293" y="18291"/>
                  </a:lnTo>
                  <a:lnTo>
                    <a:pt x="390" y="18364"/>
                  </a:lnTo>
                  <a:lnTo>
                    <a:pt x="488" y="18412"/>
                  </a:lnTo>
                  <a:lnTo>
                    <a:pt x="610" y="18461"/>
                  </a:lnTo>
                  <a:lnTo>
                    <a:pt x="756" y="18510"/>
                  </a:lnTo>
                  <a:lnTo>
                    <a:pt x="926" y="18510"/>
                  </a:lnTo>
                  <a:lnTo>
                    <a:pt x="14468" y="18510"/>
                  </a:lnTo>
                  <a:lnTo>
                    <a:pt x="14468" y="18510"/>
                  </a:lnTo>
                  <a:lnTo>
                    <a:pt x="14541" y="18510"/>
                  </a:lnTo>
                  <a:lnTo>
                    <a:pt x="14614" y="18485"/>
                  </a:lnTo>
                  <a:lnTo>
                    <a:pt x="14736" y="18412"/>
                  </a:lnTo>
                  <a:lnTo>
                    <a:pt x="14833" y="18291"/>
                  </a:lnTo>
                  <a:lnTo>
                    <a:pt x="14906" y="18144"/>
                  </a:lnTo>
                  <a:lnTo>
                    <a:pt x="14955" y="17974"/>
                  </a:lnTo>
                  <a:lnTo>
                    <a:pt x="14979" y="17779"/>
                  </a:lnTo>
                  <a:lnTo>
                    <a:pt x="15003" y="17438"/>
                  </a:lnTo>
                  <a:lnTo>
                    <a:pt x="15003" y="487"/>
                  </a:lnTo>
                  <a:lnTo>
                    <a:pt x="15003" y="487"/>
                  </a:lnTo>
                  <a:lnTo>
                    <a:pt x="15003" y="341"/>
                  </a:lnTo>
                  <a:lnTo>
                    <a:pt x="14979" y="219"/>
                  </a:lnTo>
                  <a:lnTo>
                    <a:pt x="14955" y="146"/>
                  </a:lnTo>
                  <a:lnTo>
                    <a:pt x="14906" y="73"/>
                  </a:lnTo>
                  <a:lnTo>
                    <a:pt x="14833" y="49"/>
                  </a:lnTo>
                  <a:lnTo>
                    <a:pt x="14736" y="24"/>
                  </a:lnTo>
                  <a:lnTo>
                    <a:pt x="14468" y="0"/>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 name="Google Shape;196;p12">
              <a:extLst>
                <a:ext uri="{FF2B5EF4-FFF2-40B4-BE49-F238E27FC236}">
                  <a16:creationId xmlns:a16="http://schemas.microsoft.com/office/drawing/2014/main" id="{51647B8B-661E-97D4-6125-881E495E108B}"/>
                </a:ext>
              </a:extLst>
            </p:cNvPr>
            <p:cNvSpPr/>
            <p:nvPr/>
          </p:nvSpPr>
          <p:spPr>
            <a:xfrm>
              <a:off x="590250" y="269775"/>
              <a:ext cx="377525" cy="462775"/>
            </a:xfrm>
            <a:custGeom>
              <a:avLst/>
              <a:gdLst/>
              <a:ahLst/>
              <a:cxnLst/>
              <a:rect l="l" t="t" r="r" b="b"/>
              <a:pathLst>
                <a:path w="15101" h="18511" fill="none" extrusionOk="0">
                  <a:moveTo>
                    <a:pt x="14321" y="0"/>
                  </a:moveTo>
                  <a:lnTo>
                    <a:pt x="780" y="0"/>
                  </a:lnTo>
                  <a:lnTo>
                    <a:pt x="780" y="0"/>
                  </a:lnTo>
                  <a:lnTo>
                    <a:pt x="634" y="25"/>
                  </a:lnTo>
                  <a:lnTo>
                    <a:pt x="488" y="74"/>
                  </a:lnTo>
                  <a:lnTo>
                    <a:pt x="342" y="122"/>
                  </a:lnTo>
                  <a:lnTo>
                    <a:pt x="220" y="220"/>
                  </a:lnTo>
                  <a:lnTo>
                    <a:pt x="122" y="341"/>
                  </a:lnTo>
                  <a:lnTo>
                    <a:pt x="74" y="488"/>
                  </a:lnTo>
                  <a:lnTo>
                    <a:pt x="25" y="634"/>
                  </a:lnTo>
                  <a:lnTo>
                    <a:pt x="1" y="780"/>
                  </a:lnTo>
                  <a:lnTo>
                    <a:pt x="1" y="17731"/>
                  </a:lnTo>
                  <a:lnTo>
                    <a:pt x="1" y="17731"/>
                  </a:lnTo>
                  <a:lnTo>
                    <a:pt x="25" y="17877"/>
                  </a:lnTo>
                  <a:lnTo>
                    <a:pt x="74" y="18023"/>
                  </a:lnTo>
                  <a:lnTo>
                    <a:pt x="122" y="18169"/>
                  </a:lnTo>
                  <a:lnTo>
                    <a:pt x="220" y="18291"/>
                  </a:lnTo>
                  <a:lnTo>
                    <a:pt x="342" y="18388"/>
                  </a:lnTo>
                  <a:lnTo>
                    <a:pt x="488" y="18437"/>
                  </a:lnTo>
                  <a:lnTo>
                    <a:pt x="634" y="18486"/>
                  </a:lnTo>
                  <a:lnTo>
                    <a:pt x="780" y="18510"/>
                  </a:lnTo>
                  <a:lnTo>
                    <a:pt x="14321" y="18510"/>
                  </a:lnTo>
                  <a:lnTo>
                    <a:pt x="14321" y="18510"/>
                  </a:lnTo>
                  <a:lnTo>
                    <a:pt x="14467" y="18486"/>
                  </a:lnTo>
                  <a:lnTo>
                    <a:pt x="14614" y="18437"/>
                  </a:lnTo>
                  <a:lnTo>
                    <a:pt x="14760" y="18388"/>
                  </a:lnTo>
                  <a:lnTo>
                    <a:pt x="14881" y="18291"/>
                  </a:lnTo>
                  <a:lnTo>
                    <a:pt x="14979" y="18169"/>
                  </a:lnTo>
                  <a:lnTo>
                    <a:pt x="15028" y="18023"/>
                  </a:lnTo>
                  <a:lnTo>
                    <a:pt x="15076" y="17877"/>
                  </a:lnTo>
                  <a:lnTo>
                    <a:pt x="15101" y="17731"/>
                  </a:lnTo>
                  <a:lnTo>
                    <a:pt x="15101" y="780"/>
                  </a:lnTo>
                  <a:lnTo>
                    <a:pt x="15101" y="780"/>
                  </a:lnTo>
                  <a:lnTo>
                    <a:pt x="15076" y="634"/>
                  </a:lnTo>
                  <a:lnTo>
                    <a:pt x="15028" y="488"/>
                  </a:lnTo>
                  <a:lnTo>
                    <a:pt x="14979" y="341"/>
                  </a:lnTo>
                  <a:lnTo>
                    <a:pt x="14881" y="220"/>
                  </a:lnTo>
                  <a:lnTo>
                    <a:pt x="14760" y="122"/>
                  </a:lnTo>
                  <a:lnTo>
                    <a:pt x="14614" y="74"/>
                  </a:lnTo>
                  <a:lnTo>
                    <a:pt x="14467" y="25"/>
                  </a:lnTo>
                  <a:lnTo>
                    <a:pt x="14321" y="0"/>
                  </a:lnTo>
                  <a:lnTo>
                    <a:pt x="14321" y="0"/>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 name="Google Shape;197;p12">
              <a:extLst>
                <a:ext uri="{FF2B5EF4-FFF2-40B4-BE49-F238E27FC236}">
                  <a16:creationId xmlns:a16="http://schemas.microsoft.com/office/drawing/2014/main" id="{CDA557B8-E550-C892-F846-24E4E72B2A0F}"/>
                </a:ext>
              </a:extLst>
            </p:cNvPr>
            <p:cNvSpPr/>
            <p:nvPr/>
          </p:nvSpPr>
          <p:spPr>
            <a:xfrm>
              <a:off x="796650" y="274025"/>
              <a:ext cx="45100" cy="45100"/>
            </a:xfrm>
            <a:custGeom>
              <a:avLst/>
              <a:gdLst/>
              <a:ahLst/>
              <a:cxnLst/>
              <a:rect l="l" t="t" r="r" b="b"/>
              <a:pathLst>
                <a:path w="1804" h="1804" fill="none" extrusionOk="0">
                  <a:moveTo>
                    <a:pt x="902" y="1"/>
                  </a:moveTo>
                  <a:lnTo>
                    <a:pt x="902" y="1"/>
                  </a:lnTo>
                  <a:lnTo>
                    <a:pt x="1073" y="25"/>
                  </a:lnTo>
                  <a:lnTo>
                    <a:pt x="1243" y="74"/>
                  </a:lnTo>
                  <a:lnTo>
                    <a:pt x="1414" y="147"/>
                  </a:lnTo>
                  <a:lnTo>
                    <a:pt x="1535" y="269"/>
                  </a:lnTo>
                  <a:lnTo>
                    <a:pt x="1657" y="391"/>
                  </a:lnTo>
                  <a:lnTo>
                    <a:pt x="1730" y="561"/>
                  </a:lnTo>
                  <a:lnTo>
                    <a:pt x="1779" y="732"/>
                  </a:lnTo>
                  <a:lnTo>
                    <a:pt x="1803" y="902"/>
                  </a:lnTo>
                  <a:lnTo>
                    <a:pt x="1803" y="902"/>
                  </a:lnTo>
                  <a:lnTo>
                    <a:pt x="1779" y="1073"/>
                  </a:lnTo>
                  <a:lnTo>
                    <a:pt x="1730" y="1243"/>
                  </a:lnTo>
                  <a:lnTo>
                    <a:pt x="1657" y="1414"/>
                  </a:lnTo>
                  <a:lnTo>
                    <a:pt x="1535" y="1535"/>
                  </a:lnTo>
                  <a:lnTo>
                    <a:pt x="1414" y="1657"/>
                  </a:lnTo>
                  <a:lnTo>
                    <a:pt x="1243" y="1730"/>
                  </a:lnTo>
                  <a:lnTo>
                    <a:pt x="1073" y="1779"/>
                  </a:lnTo>
                  <a:lnTo>
                    <a:pt x="902" y="1803"/>
                  </a:lnTo>
                  <a:lnTo>
                    <a:pt x="902" y="1803"/>
                  </a:lnTo>
                  <a:lnTo>
                    <a:pt x="732" y="1779"/>
                  </a:lnTo>
                  <a:lnTo>
                    <a:pt x="561" y="1730"/>
                  </a:lnTo>
                  <a:lnTo>
                    <a:pt x="391" y="1657"/>
                  </a:lnTo>
                  <a:lnTo>
                    <a:pt x="269" y="1535"/>
                  </a:lnTo>
                  <a:lnTo>
                    <a:pt x="147" y="1414"/>
                  </a:lnTo>
                  <a:lnTo>
                    <a:pt x="74" y="1243"/>
                  </a:lnTo>
                  <a:lnTo>
                    <a:pt x="25" y="1073"/>
                  </a:lnTo>
                  <a:lnTo>
                    <a:pt x="1" y="902"/>
                  </a:lnTo>
                  <a:lnTo>
                    <a:pt x="1" y="902"/>
                  </a:lnTo>
                  <a:lnTo>
                    <a:pt x="25" y="732"/>
                  </a:lnTo>
                  <a:lnTo>
                    <a:pt x="74" y="561"/>
                  </a:lnTo>
                  <a:lnTo>
                    <a:pt x="147" y="391"/>
                  </a:lnTo>
                  <a:lnTo>
                    <a:pt x="269" y="269"/>
                  </a:lnTo>
                  <a:lnTo>
                    <a:pt x="391" y="147"/>
                  </a:lnTo>
                  <a:lnTo>
                    <a:pt x="561" y="74"/>
                  </a:lnTo>
                  <a:lnTo>
                    <a:pt x="732" y="25"/>
                  </a:lnTo>
                  <a:lnTo>
                    <a:pt x="902" y="1"/>
                  </a:lnTo>
                  <a:lnTo>
                    <a:pt x="902" y="1"/>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 name="Google Shape;198;p12">
              <a:extLst>
                <a:ext uri="{FF2B5EF4-FFF2-40B4-BE49-F238E27FC236}">
                  <a16:creationId xmlns:a16="http://schemas.microsoft.com/office/drawing/2014/main" id="{E07644B8-12B2-EA9D-59D5-11E9567C56F7}"/>
                </a:ext>
              </a:extLst>
            </p:cNvPr>
            <p:cNvSpPr/>
            <p:nvPr/>
          </p:nvSpPr>
          <p:spPr>
            <a:xfrm>
              <a:off x="713850" y="274025"/>
              <a:ext cx="45075" cy="45100"/>
            </a:xfrm>
            <a:custGeom>
              <a:avLst/>
              <a:gdLst/>
              <a:ahLst/>
              <a:cxnLst/>
              <a:rect l="l" t="t" r="r" b="b"/>
              <a:pathLst>
                <a:path w="1803" h="1804" fill="none" extrusionOk="0">
                  <a:moveTo>
                    <a:pt x="902" y="1"/>
                  </a:moveTo>
                  <a:lnTo>
                    <a:pt x="902" y="1"/>
                  </a:lnTo>
                  <a:lnTo>
                    <a:pt x="1072" y="25"/>
                  </a:lnTo>
                  <a:lnTo>
                    <a:pt x="1243" y="74"/>
                  </a:lnTo>
                  <a:lnTo>
                    <a:pt x="1413" y="147"/>
                  </a:lnTo>
                  <a:lnTo>
                    <a:pt x="1535" y="269"/>
                  </a:lnTo>
                  <a:lnTo>
                    <a:pt x="1657" y="391"/>
                  </a:lnTo>
                  <a:lnTo>
                    <a:pt x="1730" y="561"/>
                  </a:lnTo>
                  <a:lnTo>
                    <a:pt x="1779" y="732"/>
                  </a:lnTo>
                  <a:lnTo>
                    <a:pt x="1803" y="902"/>
                  </a:lnTo>
                  <a:lnTo>
                    <a:pt x="1803" y="902"/>
                  </a:lnTo>
                  <a:lnTo>
                    <a:pt x="1779" y="1073"/>
                  </a:lnTo>
                  <a:lnTo>
                    <a:pt x="1730" y="1243"/>
                  </a:lnTo>
                  <a:lnTo>
                    <a:pt x="1657" y="1414"/>
                  </a:lnTo>
                  <a:lnTo>
                    <a:pt x="1535" y="1535"/>
                  </a:lnTo>
                  <a:lnTo>
                    <a:pt x="1413" y="1657"/>
                  </a:lnTo>
                  <a:lnTo>
                    <a:pt x="1243" y="1730"/>
                  </a:lnTo>
                  <a:lnTo>
                    <a:pt x="1072" y="1779"/>
                  </a:lnTo>
                  <a:lnTo>
                    <a:pt x="902" y="1803"/>
                  </a:lnTo>
                  <a:lnTo>
                    <a:pt x="902" y="1803"/>
                  </a:lnTo>
                  <a:lnTo>
                    <a:pt x="731" y="1779"/>
                  </a:lnTo>
                  <a:lnTo>
                    <a:pt x="561" y="1730"/>
                  </a:lnTo>
                  <a:lnTo>
                    <a:pt x="390" y="1657"/>
                  </a:lnTo>
                  <a:lnTo>
                    <a:pt x="269" y="1535"/>
                  </a:lnTo>
                  <a:lnTo>
                    <a:pt x="147" y="1414"/>
                  </a:lnTo>
                  <a:lnTo>
                    <a:pt x="74" y="1243"/>
                  </a:lnTo>
                  <a:lnTo>
                    <a:pt x="25" y="1073"/>
                  </a:lnTo>
                  <a:lnTo>
                    <a:pt x="1" y="902"/>
                  </a:lnTo>
                  <a:lnTo>
                    <a:pt x="1" y="902"/>
                  </a:lnTo>
                  <a:lnTo>
                    <a:pt x="25" y="732"/>
                  </a:lnTo>
                  <a:lnTo>
                    <a:pt x="74" y="561"/>
                  </a:lnTo>
                  <a:lnTo>
                    <a:pt x="147" y="391"/>
                  </a:lnTo>
                  <a:lnTo>
                    <a:pt x="269" y="269"/>
                  </a:lnTo>
                  <a:lnTo>
                    <a:pt x="390" y="147"/>
                  </a:lnTo>
                  <a:lnTo>
                    <a:pt x="561" y="74"/>
                  </a:lnTo>
                  <a:lnTo>
                    <a:pt x="731" y="25"/>
                  </a:lnTo>
                  <a:lnTo>
                    <a:pt x="902" y="1"/>
                  </a:lnTo>
                  <a:lnTo>
                    <a:pt x="902" y="1"/>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 name="Google Shape;199;p12">
              <a:extLst>
                <a:ext uri="{FF2B5EF4-FFF2-40B4-BE49-F238E27FC236}">
                  <a16:creationId xmlns:a16="http://schemas.microsoft.com/office/drawing/2014/main" id="{D5FB7FD0-A0A2-66DB-4889-0BF385D56DC9}"/>
                </a:ext>
              </a:extLst>
            </p:cNvPr>
            <p:cNvSpPr/>
            <p:nvPr/>
          </p:nvSpPr>
          <p:spPr>
            <a:xfrm>
              <a:off x="631050" y="274025"/>
              <a:ext cx="45075" cy="45100"/>
            </a:xfrm>
            <a:custGeom>
              <a:avLst/>
              <a:gdLst/>
              <a:ahLst/>
              <a:cxnLst/>
              <a:rect l="l" t="t" r="r" b="b"/>
              <a:pathLst>
                <a:path w="1803" h="1804" fill="none" extrusionOk="0">
                  <a:moveTo>
                    <a:pt x="0" y="902"/>
                  </a:moveTo>
                  <a:lnTo>
                    <a:pt x="0" y="902"/>
                  </a:lnTo>
                  <a:lnTo>
                    <a:pt x="25" y="732"/>
                  </a:lnTo>
                  <a:lnTo>
                    <a:pt x="73" y="561"/>
                  </a:lnTo>
                  <a:lnTo>
                    <a:pt x="147" y="391"/>
                  </a:lnTo>
                  <a:lnTo>
                    <a:pt x="268" y="269"/>
                  </a:lnTo>
                  <a:lnTo>
                    <a:pt x="390" y="147"/>
                  </a:lnTo>
                  <a:lnTo>
                    <a:pt x="561" y="74"/>
                  </a:lnTo>
                  <a:lnTo>
                    <a:pt x="731" y="25"/>
                  </a:lnTo>
                  <a:lnTo>
                    <a:pt x="902" y="1"/>
                  </a:lnTo>
                  <a:lnTo>
                    <a:pt x="902" y="1"/>
                  </a:lnTo>
                  <a:lnTo>
                    <a:pt x="1072" y="25"/>
                  </a:lnTo>
                  <a:lnTo>
                    <a:pt x="1243" y="74"/>
                  </a:lnTo>
                  <a:lnTo>
                    <a:pt x="1413" y="147"/>
                  </a:lnTo>
                  <a:lnTo>
                    <a:pt x="1535" y="269"/>
                  </a:lnTo>
                  <a:lnTo>
                    <a:pt x="1657" y="391"/>
                  </a:lnTo>
                  <a:lnTo>
                    <a:pt x="1730" y="561"/>
                  </a:lnTo>
                  <a:lnTo>
                    <a:pt x="1778" y="732"/>
                  </a:lnTo>
                  <a:lnTo>
                    <a:pt x="1803" y="902"/>
                  </a:lnTo>
                  <a:lnTo>
                    <a:pt x="1803" y="902"/>
                  </a:lnTo>
                  <a:lnTo>
                    <a:pt x="1778" y="1073"/>
                  </a:lnTo>
                  <a:lnTo>
                    <a:pt x="1730" y="1243"/>
                  </a:lnTo>
                  <a:lnTo>
                    <a:pt x="1657" y="1414"/>
                  </a:lnTo>
                  <a:lnTo>
                    <a:pt x="1535" y="1535"/>
                  </a:lnTo>
                  <a:lnTo>
                    <a:pt x="1413" y="1657"/>
                  </a:lnTo>
                  <a:lnTo>
                    <a:pt x="1243" y="1730"/>
                  </a:lnTo>
                  <a:lnTo>
                    <a:pt x="1072" y="1779"/>
                  </a:lnTo>
                  <a:lnTo>
                    <a:pt x="902" y="1803"/>
                  </a:lnTo>
                  <a:lnTo>
                    <a:pt x="902" y="1803"/>
                  </a:lnTo>
                  <a:lnTo>
                    <a:pt x="731" y="1779"/>
                  </a:lnTo>
                  <a:lnTo>
                    <a:pt x="561" y="1730"/>
                  </a:lnTo>
                  <a:lnTo>
                    <a:pt x="390" y="1657"/>
                  </a:lnTo>
                  <a:lnTo>
                    <a:pt x="268" y="1535"/>
                  </a:lnTo>
                  <a:lnTo>
                    <a:pt x="147" y="1414"/>
                  </a:lnTo>
                  <a:lnTo>
                    <a:pt x="73" y="1243"/>
                  </a:lnTo>
                  <a:lnTo>
                    <a:pt x="25" y="1073"/>
                  </a:lnTo>
                  <a:lnTo>
                    <a:pt x="0" y="902"/>
                  </a:lnTo>
                  <a:lnTo>
                    <a:pt x="0" y="902"/>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 name="Google Shape;200;p12">
              <a:extLst>
                <a:ext uri="{FF2B5EF4-FFF2-40B4-BE49-F238E27FC236}">
                  <a16:creationId xmlns:a16="http://schemas.microsoft.com/office/drawing/2014/main" id="{06C20939-2393-144F-3042-399FA9CDAB5C}"/>
                </a:ext>
              </a:extLst>
            </p:cNvPr>
            <p:cNvSpPr/>
            <p:nvPr/>
          </p:nvSpPr>
          <p:spPr>
            <a:xfrm>
              <a:off x="649925" y="590050"/>
              <a:ext cx="133975" cy="25"/>
            </a:xfrm>
            <a:custGeom>
              <a:avLst/>
              <a:gdLst/>
              <a:ahLst/>
              <a:cxnLst/>
              <a:rect l="l" t="t" r="r" b="b"/>
              <a:pathLst>
                <a:path w="5359" h="1" fill="none" extrusionOk="0">
                  <a:moveTo>
                    <a:pt x="5358" y="0"/>
                  </a:moveTo>
                  <a:lnTo>
                    <a:pt x="0" y="0"/>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 name="Google Shape;201;p12">
              <a:extLst>
                <a:ext uri="{FF2B5EF4-FFF2-40B4-BE49-F238E27FC236}">
                  <a16:creationId xmlns:a16="http://schemas.microsoft.com/office/drawing/2014/main" id="{1BAE59AF-D006-3C4F-BBAE-A2977D101467}"/>
                </a:ext>
              </a:extLst>
            </p:cNvPr>
            <p:cNvSpPr/>
            <p:nvPr/>
          </p:nvSpPr>
          <p:spPr>
            <a:xfrm>
              <a:off x="649925" y="534625"/>
              <a:ext cx="255750" cy="25"/>
            </a:xfrm>
            <a:custGeom>
              <a:avLst/>
              <a:gdLst/>
              <a:ahLst/>
              <a:cxnLst/>
              <a:rect l="l" t="t" r="r" b="b"/>
              <a:pathLst>
                <a:path w="10230" h="1" fill="none" extrusionOk="0">
                  <a:moveTo>
                    <a:pt x="10229" y="1"/>
                  </a:moveTo>
                  <a:lnTo>
                    <a:pt x="0" y="1"/>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 name="Google Shape;202;p12">
              <a:extLst>
                <a:ext uri="{FF2B5EF4-FFF2-40B4-BE49-F238E27FC236}">
                  <a16:creationId xmlns:a16="http://schemas.microsoft.com/office/drawing/2014/main" id="{091AEEBF-D21F-C2AE-B064-B64EA74C9544}"/>
                </a:ext>
              </a:extLst>
            </p:cNvPr>
            <p:cNvSpPr/>
            <p:nvPr/>
          </p:nvSpPr>
          <p:spPr>
            <a:xfrm>
              <a:off x="649925" y="479825"/>
              <a:ext cx="255750" cy="25"/>
            </a:xfrm>
            <a:custGeom>
              <a:avLst/>
              <a:gdLst/>
              <a:ahLst/>
              <a:cxnLst/>
              <a:rect l="l" t="t" r="r" b="b"/>
              <a:pathLst>
                <a:path w="10230" h="1" fill="none" extrusionOk="0">
                  <a:moveTo>
                    <a:pt x="10229" y="1"/>
                  </a:moveTo>
                  <a:lnTo>
                    <a:pt x="0" y="1"/>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 name="Google Shape;203;p12">
              <a:extLst>
                <a:ext uri="{FF2B5EF4-FFF2-40B4-BE49-F238E27FC236}">
                  <a16:creationId xmlns:a16="http://schemas.microsoft.com/office/drawing/2014/main" id="{DF3C6936-D8F2-050F-1DDB-4937C2641C51}"/>
                </a:ext>
              </a:extLst>
            </p:cNvPr>
            <p:cNvSpPr/>
            <p:nvPr/>
          </p:nvSpPr>
          <p:spPr>
            <a:xfrm>
              <a:off x="649925" y="424425"/>
              <a:ext cx="255750" cy="25"/>
            </a:xfrm>
            <a:custGeom>
              <a:avLst/>
              <a:gdLst/>
              <a:ahLst/>
              <a:cxnLst/>
              <a:rect l="l" t="t" r="r" b="b"/>
              <a:pathLst>
                <a:path w="10230" h="1" fill="none" extrusionOk="0">
                  <a:moveTo>
                    <a:pt x="10229" y="1"/>
                  </a:moveTo>
                  <a:lnTo>
                    <a:pt x="0" y="1"/>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 name="Google Shape;204;p12">
              <a:extLst>
                <a:ext uri="{FF2B5EF4-FFF2-40B4-BE49-F238E27FC236}">
                  <a16:creationId xmlns:a16="http://schemas.microsoft.com/office/drawing/2014/main" id="{E93F54AD-BBBE-F58C-6C1F-750C11C85FB4}"/>
                </a:ext>
              </a:extLst>
            </p:cNvPr>
            <p:cNvSpPr/>
            <p:nvPr/>
          </p:nvSpPr>
          <p:spPr>
            <a:xfrm>
              <a:off x="879475" y="274025"/>
              <a:ext cx="45075" cy="45100"/>
            </a:xfrm>
            <a:custGeom>
              <a:avLst/>
              <a:gdLst/>
              <a:ahLst/>
              <a:cxnLst/>
              <a:rect l="l" t="t" r="r" b="b"/>
              <a:pathLst>
                <a:path w="1803" h="1804" fill="none" extrusionOk="0">
                  <a:moveTo>
                    <a:pt x="901" y="1803"/>
                  </a:moveTo>
                  <a:lnTo>
                    <a:pt x="901" y="1803"/>
                  </a:lnTo>
                  <a:lnTo>
                    <a:pt x="731" y="1779"/>
                  </a:lnTo>
                  <a:lnTo>
                    <a:pt x="560" y="1730"/>
                  </a:lnTo>
                  <a:lnTo>
                    <a:pt x="390" y="1657"/>
                  </a:lnTo>
                  <a:lnTo>
                    <a:pt x="268" y="1535"/>
                  </a:lnTo>
                  <a:lnTo>
                    <a:pt x="146" y="1414"/>
                  </a:lnTo>
                  <a:lnTo>
                    <a:pt x="73" y="1243"/>
                  </a:lnTo>
                  <a:lnTo>
                    <a:pt x="25" y="1073"/>
                  </a:lnTo>
                  <a:lnTo>
                    <a:pt x="0" y="902"/>
                  </a:lnTo>
                  <a:lnTo>
                    <a:pt x="0" y="902"/>
                  </a:lnTo>
                  <a:lnTo>
                    <a:pt x="25" y="732"/>
                  </a:lnTo>
                  <a:lnTo>
                    <a:pt x="73" y="561"/>
                  </a:lnTo>
                  <a:lnTo>
                    <a:pt x="146" y="391"/>
                  </a:lnTo>
                  <a:lnTo>
                    <a:pt x="268" y="269"/>
                  </a:lnTo>
                  <a:lnTo>
                    <a:pt x="390" y="147"/>
                  </a:lnTo>
                  <a:lnTo>
                    <a:pt x="560" y="74"/>
                  </a:lnTo>
                  <a:lnTo>
                    <a:pt x="731" y="25"/>
                  </a:lnTo>
                  <a:lnTo>
                    <a:pt x="901" y="1"/>
                  </a:lnTo>
                  <a:lnTo>
                    <a:pt x="901" y="1"/>
                  </a:lnTo>
                  <a:lnTo>
                    <a:pt x="1072" y="25"/>
                  </a:lnTo>
                  <a:lnTo>
                    <a:pt x="1242" y="74"/>
                  </a:lnTo>
                  <a:lnTo>
                    <a:pt x="1413" y="147"/>
                  </a:lnTo>
                  <a:lnTo>
                    <a:pt x="1535" y="269"/>
                  </a:lnTo>
                  <a:lnTo>
                    <a:pt x="1656" y="391"/>
                  </a:lnTo>
                  <a:lnTo>
                    <a:pt x="1729" y="561"/>
                  </a:lnTo>
                  <a:lnTo>
                    <a:pt x="1778" y="732"/>
                  </a:lnTo>
                  <a:lnTo>
                    <a:pt x="1802" y="902"/>
                  </a:lnTo>
                  <a:lnTo>
                    <a:pt x="1802" y="902"/>
                  </a:lnTo>
                  <a:lnTo>
                    <a:pt x="1778" y="1073"/>
                  </a:lnTo>
                  <a:lnTo>
                    <a:pt x="1729" y="1243"/>
                  </a:lnTo>
                  <a:lnTo>
                    <a:pt x="1656" y="1414"/>
                  </a:lnTo>
                  <a:lnTo>
                    <a:pt x="1535" y="1535"/>
                  </a:lnTo>
                  <a:lnTo>
                    <a:pt x="1413" y="1657"/>
                  </a:lnTo>
                  <a:lnTo>
                    <a:pt x="1242" y="1730"/>
                  </a:lnTo>
                  <a:lnTo>
                    <a:pt x="1072" y="1779"/>
                  </a:lnTo>
                  <a:lnTo>
                    <a:pt x="901" y="1803"/>
                  </a:lnTo>
                  <a:lnTo>
                    <a:pt x="901" y="1803"/>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 name="Google Shape;205;p12">
              <a:extLst>
                <a:ext uri="{FF2B5EF4-FFF2-40B4-BE49-F238E27FC236}">
                  <a16:creationId xmlns:a16="http://schemas.microsoft.com/office/drawing/2014/main" id="{26CE1DCD-0DC3-401F-A06F-15CB5E0E6A98}"/>
                </a:ext>
              </a:extLst>
            </p:cNvPr>
            <p:cNvSpPr/>
            <p:nvPr/>
          </p:nvSpPr>
          <p:spPr>
            <a:xfrm>
              <a:off x="654800" y="244200"/>
              <a:ext cx="25" cy="51175"/>
            </a:xfrm>
            <a:custGeom>
              <a:avLst/>
              <a:gdLst/>
              <a:ahLst/>
              <a:cxnLst/>
              <a:rect l="l" t="t" r="r" b="b"/>
              <a:pathLst>
                <a:path w="1" h="2047" fill="none" extrusionOk="0">
                  <a:moveTo>
                    <a:pt x="0" y="1"/>
                  </a:moveTo>
                  <a:lnTo>
                    <a:pt x="0" y="2046"/>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 name="Google Shape;206;p12">
              <a:extLst>
                <a:ext uri="{FF2B5EF4-FFF2-40B4-BE49-F238E27FC236}">
                  <a16:creationId xmlns:a16="http://schemas.microsoft.com/office/drawing/2014/main" id="{CF09F43A-CE6B-9B40-A587-2E1B61F4EB48}"/>
                </a:ext>
              </a:extLst>
            </p:cNvPr>
            <p:cNvSpPr/>
            <p:nvPr/>
          </p:nvSpPr>
          <p:spPr>
            <a:xfrm>
              <a:off x="737600" y="244200"/>
              <a:ext cx="25" cy="51175"/>
            </a:xfrm>
            <a:custGeom>
              <a:avLst/>
              <a:gdLst/>
              <a:ahLst/>
              <a:cxnLst/>
              <a:rect l="l" t="t" r="r" b="b"/>
              <a:pathLst>
                <a:path w="1" h="2047" fill="none" extrusionOk="0">
                  <a:moveTo>
                    <a:pt x="1" y="1"/>
                  </a:moveTo>
                  <a:lnTo>
                    <a:pt x="1" y="2046"/>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 name="Google Shape;207;p12">
              <a:extLst>
                <a:ext uri="{FF2B5EF4-FFF2-40B4-BE49-F238E27FC236}">
                  <a16:creationId xmlns:a16="http://schemas.microsoft.com/office/drawing/2014/main" id="{6A4BEAC6-F861-21FA-3331-0674190EA3D9}"/>
                </a:ext>
              </a:extLst>
            </p:cNvPr>
            <p:cNvSpPr/>
            <p:nvPr/>
          </p:nvSpPr>
          <p:spPr>
            <a:xfrm>
              <a:off x="820400" y="244200"/>
              <a:ext cx="25" cy="51175"/>
            </a:xfrm>
            <a:custGeom>
              <a:avLst/>
              <a:gdLst/>
              <a:ahLst/>
              <a:cxnLst/>
              <a:rect l="l" t="t" r="r" b="b"/>
              <a:pathLst>
                <a:path w="1" h="2047" fill="none" extrusionOk="0">
                  <a:moveTo>
                    <a:pt x="1" y="1"/>
                  </a:moveTo>
                  <a:lnTo>
                    <a:pt x="1" y="2046"/>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 name="Google Shape;208;p12">
              <a:extLst>
                <a:ext uri="{FF2B5EF4-FFF2-40B4-BE49-F238E27FC236}">
                  <a16:creationId xmlns:a16="http://schemas.microsoft.com/office/drawing/2014/main" id="{616D7A7A-27AA-462F-3E7F-F40224F9C2EF}"/>
                </a:ext>
              </a:extLst>
            </p:cNvPr>
            <p:cNvSpPr/>
            <p:nvPr/>
          </p:nvSpPr>
          <p:spPr>
            <a:xfrm>
              <a:off x="903225" y="244200"/>
              <a:ext cx="25" cy="51175"/>
            </a:xfrm>
            <a:custGeom>
              <a:avLst/>
              <a:gdLst/>
              <a:ahLst/>
              <a:cxnLst/>
              <a:rect l="l" t="t" r="r" b="b"/>
              <a:pathLst>
                <a:path w="1" h="2047" fill="none" extrusionOk="0">
                  <a:moveTo>
                    <a:pt x="0" y="1"/>
                  </a:moveTo>
                  <a:lnTo>
                    <a:pt x="0" y="2046"/>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5" name="Text Placeholder 4">
            <a:extLst>
              <a:ext uri="{FF2B5EF4-FFF2-40B4-BE49-F238E27FC236}">
                <a16:creationId xmlns:a16="http://schemas.microsoft.com/office/drawing/2014/main" id="{3D717F5E-7879-2400-C948-9AE091A30CBA}"/>
              </a:ext>
            </a:extLst>
          </p:cNvPr>
          <p:cNvSpPr>
            <a:spLocks noGrp="1"/>
          </p:cNvSpPr>
          <p:nvPr>
            <p:ph type="body" idx="2"/>
          </p:nvPr>
        </p:nvSpPr>
        <p:spPr>
          <a:xfrm>
            <a:off x="58905" y="1238541"/>
            <a:ext cx="5287452" cy="2807776"/>
          </a:xfrm>
        </p:spPr>
        <p:txBody>
          <a:bodyPr/>
          <a:lstStyle/>
          <a:p>
            <a:pPr lvl="0"/>
            <a:r>
              <a:rPr lang="en-PH" sz="1800" dirty="0">
                <a:latin typeface="Roboto Condensed" panose="02000000000000000000" pitchFamily="2" charset="0"/>
                <a:ea typeface="Roboto Condensed" panose="02000000000000000000" pitchFamily="2" charset="0"/>
                <a:cs typeface="Roboto Condensed" panose="02000000000000000000" pitchFamily="2" charset="0"/>
              </a:rPr>
              <a:t>Flowcharts use standard geometric shapes to represent different types of actions in your algorithm.</a:t>
            </a:r>
          </a:p>
        </p:txBody>
      </p:sp>
      <p:pic>
        <p:nvPicPr>
          <p:cNvPr id="3" name="Picture 2">
            <a:extLst>
              <a:ext uri="{FF2B5EF4-FFF2-40B4-BE49-F238E27FC236}">
                <a16:creationId xmlns:a16="http://schemas.microsoft.com/office/drawing/2014/main" id="{6C27726D-680B-0045-0526-74C6B1974578}"/>
              </a:ext>
            </a:extLst>
          </p:cNvPr>
          <p:cNvPicPr>
            <a:picLocks noChangeAspect="1"/>
          </p:cNvPicPr>
          <p:nvPr/>
        </p:nvPicPr>
        <p:blipFill>
          <a:blip r:embed="rId3"/>
          <a:stretch>
            <a:fillRect/>
          </a:stretch>
        </p:blipFill>
        <p:spPr>
          <a:xfrm>
            <a:off x="5131375" y="1158774"/>
            <a:ext cx="3984725" cy="3984725"/>
          </a:xfrm>
          <a:prstGeom prst="rect">
            <a:avLst/>
          </a:prstGeom>
        </p:spPr>
      </p:pic>
      <p:sp>
        <p:nvSpPr>
          <p:cNvPr id="5" name="TextBox 4">
            <a:extLst>
              <a:ext uri="{FF2B5EF4-FFF2-40B4-BE49-F238E27FC236}">
                <a16:creationId xmlns:a16="http://schemas.microsoft.com/office/drawing/2014/main" id="{BC9831AC-37D9-FA1C-1DC7-CC8B647DEC50}"/>
              </a:ext>
            </a:extLst>
          </p:cNvPr>
          <p:cNvSpPr txBox="1"/>
          <p:nvPr/>
        </p:nvSpPr>
        <p:spPr>
          <a:xfrm>
            <a:off x="124598" y="4901125"/>
            <a:ext cx="4574058" cy="242374"/>
          </a:xfrm>
          <a:prstGeom prst="rect">
            <a:avLst/>
          </a:prstGeom>
          <a:noFill/>
        </p:spPr>
        <p:txBody>
          <a:bodyPr wrap="square">
            <a:spAutoFit/>
          </a:bodyPr>
          <a:lstStyle/>
          <a:p>
            <a:r>
              <a:rPr lang="en-PH" sz="975" b="0" i="1" dirty="0">
                <a:solidFill>
                  <a:srgbClr val="E0E0E0"/>
                </a:solidFill>
                <a:effectLst/>
                <a:latin typeface="Google Sans Code"/>
              </a:rPr>
              <a:t>Standard algorithmic flowchart structure. Source: NATALIA NOSOVA / Getty Images</a:t>
            </a:r>
            <a:endParaRPr lang="en-PH" dirty="0"/>
          </a:p>
        </p:txBody>
      </p:sp>
    </p:spTree>
    <p:extLst>
      <p:ext uri="{BB962C8B-B14F-4D97-AF65-F5344CB8AC3E}">
        <p14:creationId xmlns:p14="http://schemas.microsoft.com/office/powerpoint/2010/main" val="3418287593"/>
      </p:ext>
    </p:extLst>
  </p:cSld>
  <p:clrMapOvr>
    <a:masterClrMapping/>
  </p:clrMapOvr>
  <p:transition>
    <p:fade thruBlk="1"/>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88">
          <a:extLst>
            <a:ext uri="{FF2B5EF4-FFF2-40B4-BE49-F238E27FC236}">
              <a16:creationId xmlns:a16="http://schemas.microsoft.com/office/drawing/2014/main" id="{3ADCEDC3-A5CB-606D-097C-B78A1EC2ABD7}"/>
            </a:ext>
          </a:extLst>
        </p:cNvPr>
        <p:cNvGrpSpPr/>
        <p:nvPr/>
      </p:nvGrpSpPr>
      <p:grpSpPr>
        <a:xfrm>
          <a:off x="0" y="0"/>
          <a:ext cx="0" cy="0"/>
          <a:chOff x="0" y="0"/>
          <a:chExt cx="0" cy="0"/>
        </a:xfrm>
      </p:grpSpPr>
      <p:sp>
        <p:nvSpPr>
          <p:cNvPr id="189" name="Google Shape;189;p12">
            <a:extLst>
              <a:ext uri="{FF2B5EF4-FFF2-40B4-BE49-F238E27FC236}">
                <a16:creationId xmlns:a16="http://schemas.microsoft.com/office/drawing/2014/main" id="{6E6C1595-D105-4BDC-CFBC-23D12C901FF5}"/>
              </a:ext>
            </a:extLst>
          </p:cNvPr>
          <p:cNvSpPr txBox="1">
            <a:spLocks noGrp="1"/>
          </p:cNvSpPr>
          <p:nvPr>
            <p:ph type="title"/>
          </p:nvPr>
        </p:nvSpPr>
        <p:spPr>
          <a:xfrm>
            <a:off x="814275" y="392575"/>
            <a:ext cx="5258400" cy="766200"/>
          </a:xfrm>
          <a:prstGeom prst="rect">
            <a:avLst/>
          </a:prstGeom>
        </p:spPr>
        <p:txBody>
          <a:bodyPr spcFirstLastPara="1" wrap="square" lIns="91425" tIns="91425" rIns="91425" bIns="91425" anchor="ctr" anchorCtr="0">
            <a:noAutofit/>
          </a:bodyPr>
          <a:lstStyle/>
          <a:p>
            <a:pPr lvl="0"/>
            <a:r>
              <a:rPr lang="en-PH" dirty="0"/>
              <a:t>Flowchart Symbols</a:t>
            </a:r>
            <a:endParaRPr dirty="0">
              <a:solidFill>
                <a:schemeClr val="bg1">
                  <a:lumMod val="95000"/>
                </a:schemeClr>
              </a:solidFill>
            </a:endParaRPr>
          </a:p>
        </p:txBody>
      </p:sp>
      <p:sp>
        <p:nvSpPr>
          <p:cNvPr id="192" name="Google Shape;192;p12">
            <a:extLst>
              <a:ext uri="{FF2B5EF4-FFF2-40B4-BE49-F238E27FC236}">
                <a16:creationId xmlns:a16="http://schemas.microsoft.com/office/drawing/2014/main" id="{B76F9DA9-62F2-5193-F4CE-F7B3DF08AC75}"/>
              </a:ext>
            </a:extLst>
          </p:cNvPr>
          <p:cNvSpPr txBox="1">
            <a:spLocks noGrp="1"/>
          </p:cNvSpPr>
          <p:nvPr>
            <p:ph type="sldNum" idx="12"/>
          </p:nvPr>
        </p:nvSpPr>
        <p:spPr>
          <a:xfrm>
            <a:off x="7618000" y="4636500"/>
            <a:ext cx="1487400" cy="315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GB"/>
              <a:t>23</a:t>
            </a:fld>
            <a:endParaRPr lang="en-GB"/>
          </a:p>
        </p:txBody>
      </p:sp>
      <p:grpSp>
        <p:nvGrpSpPr>
          <p:cNvPr id="194" name="Google Shape;194;p12">
            <a:extLst>
              <a:ext uri="{FF2B5EF4-FFF2-40B4-BE49-F238E27FC236}">
                <a16:creationId xmlns:a16="http://schemas.microsoft.com/office/drawing/2014/main" id="{61EC5E71-8BFE-D2A1-2B30-2CFF3323AA15}"/>
              </a:ext>
            </a:extLst>
          </p:cNvPr>
          <p:cNvGrpSpPr/>
          <p:nvPr/>
        </p:nvGrpSpPr>
        <p:grpSpPr>
          <a:xfrm>
            <a:off x="293683" y="574116"/>
            <a:ext cx="309041" cy="403123"/>
            <a:chOff x="590250" y="244200"/>
            <a:chExt cx="407975" cy="532175"/>
          </a:xfrm>
        </p:grpSpPr>
        <p:sp>
          <p:nvSpPr>
            <p:cNvPr id="195" name="Google Shape;195;p12">
              <a:extLst>
                <a:ext uri="{FF2B5EF4-FFF2-40B4-BE49-F238E27FC236}">
                  <a16:creationId xmlns:a16="http://schemas.microsoft.com/office/drawing/2014/main" id="{A3287908-48B1-7581-59E3-F2A66E38AA23}"/>
                </a:ext>
              </a:extLst>
            </p:cNvPr>
            <p:cNvSpPr/>
            <p:nvPr/>
          </p:nvSpPr>
          <p:spPr>
            <a:xfrm>
              <a:off x="623125" y="313625"/>
              <a:ext cx="375100" cy="462750"/>
            </a:xfrm>
            <a:custGeom>
              <a:avLst/>
              <a:gdLst/>
              <a:ahLst/>
              <a:cxnLst/>
              <a:rect l="l" t="t" r="r" b="b"/>
              <a:pathLst>
                <a:path w="15004" h="18510" fill="none" extrusionOk="0">
                  <a:moveTo>
                    <a:pt x="1" y="17536"/>
                  </a:moveTo>
                  <a:lnTo>
                    <a:pt x="1" y="17536"/>
                  </a:lnTo>
                  <a:lnTo>
                    <a:pt x="1" y="17536"/>
                  </a:lnTo>
                  <a:lnTo>
                    <a:pt x="25" y="17682"/>
                  </a:lnTo>
                  <a:lnTo>
                    <a:pt x="49" y="17852"/>
                  </a:lnTo>
                  <a:lnTo>
                    <a:pt x="123" y="18023"/>
                  </a:lnTo>
                  <a:lnTo>
                    <a:pt x="220" y="18193"/>
                  </a:lnTo>
                  <a:lnTo>
                    <a:pt x="293" y="18291"/>
                  </a:lnTo>
                  <a:lnTo>
                    <a:pt x="390" y="18364"/>
                  </a:lnTo>
                  <a:lnTo>
                    <a:pt x="488" y="18412"/>
                  </a:lnTo>
                  <a:lnTo>
                    <a:pt x="610" y="18461"/>
                  </a:lnTo>
                  <a:lnTo>
                    <a:pt x="756" y="18510"/>
                  </a:lnTo>
                  <a:lnTo>
                    <a:pt x="926" y="18510"/>
                  </a:lnTo>
                  <a:lnTo>
                    <a:pt x="14468" y="18510"/>
                  </a:lnTo>
                  <a:lnTo>
                    <a:pt x="14468" y="18510"/>
                  </a:lnTo>
                  <a:lnTo>
                    <a:pt x="14541" y="18510"/>
                  </a:lnTo>
                  <a:lnTo>
                    <a:pt x="14614" y="18485"/>
                  </a:lnTo>
                  <a:lnTo>
                    <a:pt x="14736" y="18412"/>
                  </a:lnTo>
                  <a:lnTo>
                    <a:pt x="14833" y="18291"/>
                  </a:lnTo>
                  <a:lnTo>
                    <a:pt x="14906" y="18144"/>
                  </a:lnTo>
                  <a:lnTo>
                    <a:pt x="14955" y="17974"/>
                  </a:lnTo>
                  <a:lnTo>
                    <a:pt x="14979" y="17779"/>
                  </a:lnTo>
                  <a:lnTo>
                    <a:pt x="15003" y="17438"/>
                  </a:lnTo>
                  <a:lnTo>
                    <a:pt x="15003" y="487"/>
                  </a:lnTo>
                  <a:lnTo>
                    <a:pt x="15003" y="487"/>
                  </a:lnTo>
                  <a:lnTo>
                    <a:pt x="15003" y="341"/>
                  </a:lnTo>
                  <a:lnTo>
                    <a:pt x="14979" y="219"/>
                  </a:lnTo>
                  <a:lnTo>
                    <a:pt x="14955" y="146"/>
                  </a:lnTo>
                  <a:lnTo>
                    <a:pt x="14906" y="73"/>
                  </a:lnTo>
                  <a:lnTo>
                    <a:pt x="14833" y="49"/>
                  </a:lnTo>
                  <a:lnTo>
                    <a:pt x="14736" y="24"/>
                  </a:lnTo>
                  <a:lnTo>
                    <a:pt x="14468" y="0"/>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 name="Google Shape;196;p12">
              <a:extLst>
                <a:ext uri="{FF2B5EF4-FFF2-40B4-BE49-F238E27FC236}">
                  <a16:creationId xmlns:a16="http://schemas.microsoft.com/office/drawing/2014/main" id="{AFED8E59-D892-E3C5-901E-B8BED8C1D023}"/>
                </a:ext>
              </a:extLst>
            </p:cNvPr>
            <p:cNvSpPr/>
            <p:nvPr/>
          </p:nvSpPr>
          <p:spPr>
            <a:xfrm>
              <a:off x="590250" y="269775"/>
              <a:ext cx="377525" cy="462775"/>
            </a:xfrm>
            <a:custGeom>
              <a:avLst/>
              <a:gdLst/>
              <a:ahLst/>
              <a:cxnLst/>
              <a:rect l="l" t="t" r="r" b="b"/>
              <a:pathLst>
                <a:path w="15101" h="18511" fill="none" extrusionOk="0">
                  <a:moveTo>
                    <a:pt x="14321" y="0"/>
                  </a:moveTo>
                  <a:lnTo>
                    <a:pt x="780" y="0"/>
                  </a:lnTo>
                  <a:lnTo>
                    <a:pt x="780" y="0"/>
                  </a:lnTo>
                  <a:lnTo>
                    <a:pt x="634" y="25"/>
                  </a:lnTo>
                  <a:lnTo>
                    <a:pt x="488" y="74"/>
                  </a:lnTo>
                  <a:lnTo>
                    <a:pt x="342" y="122"/>
                  </a:lnTo>
                  <a:lnTo>
                    <a:pt x="220" y="220"/>
                  </a:lnTo>
                  <a:lnTo>
                    <a:pt x="122" y="341"/>
                  </a:lnTo>
                  <a:lnTo>
                    <a:pt x="74" y="488"/>
                  </a:lnTo>
                  <a:lnTo>
                    <a:pt x="25" y="634"/>
                  </a:lnTo>
                  <a:lnTo>
                    <a:pt x="1" y="780"/>
                  </a:lnTo>
                  <a:lnTo>
                    <a:pt x="1" y="17731"/>
                  </a:lnTo>
                  <a:lnTo>
                    <a:pt x="1" y="17731"/>
                  </a:lnTo>
                  <a:lnTo>
                    <a:pt x="25" y="17877"/>
                  </a:lnTo>
                  <a:lnTo>
                    <a:pt x="74" y="18023"/>
                  </a:lnTo>
                  <a:lnTo>
                    <a:pt x="122" y="18169"/>
                  </a:lnTo>
                  <a:lnTo>
                    <a:pt x="220" y="18291"/>
                  </a:lnTo>
                  <a:lnTo>
                    <a:pt x="342" y="18388"/>
                  </a:lnTo>
                  <a:lnTo>
                    <a:pt x="488" y="18437"/>
                  </a:lnTo>
                  <a:lnTo>
                    <a:pt x="634" y="18486"/>
                  </a:lnTo>
                  <a:lnTo>
                    <a:pt x="780" y="18510"/>
                  </a:lnTo>
                  <a:lnTo>
                    <a:pt x="14321" y="18510"/>
                  </a:lnTo>
                  <a:lnTo>
                    <a:pt x="14321" y="18510"/>
                  </a:lnTo>
                  <a:lnTo>
                    <a:pt x="14467" y="18486"/>
                  </a:lnTo>
                  <a:lnTo>
                    <a:pt x="14614" y="18437"/>
                  </a:lnTo>
                  <a:lnTo>
                    <a:pt x="14760" y="18388"/>
                  </a:lnTo>
                  <a:lnTo>
                    <a:pt x="14881" y="18291"/>
                  </a:lnTo>
                  <a:lnTo>
                    <a:pt x="14979" y="18169"/>
                  </a:lnTo>
                  <a:lnTo>
                    <a:pt x="15028" y="18023"/>
                  </a:lnTo>
                  <a:lnTo>
                    <a:pt x="15076" y="17877"/>
                  </a:lnTo>
                  <a:lnTo>
                    <a:pt x="15101" y="17731"/>
                  </a:lnTo>
                  <a:lnTo>
                    <a:pt x="15101" y="780"/>
                  </a:lnTo>
                  <a:lnTo>
                    <a:pt x="15101" y="780"/>
                  </a:lnTo>
                  <a:lnTo>
                    <a:pt x="15076" y="634"/>
                  </a:lnTo>
                  <a:lnTo>
                    <a:pt x="15028" y="488"/>
                  </a:lnTo>
                  <a:lnTo>
                    <a:pt x="14979" y="341"/>
                  </a:lnTo>
                  <a:lnTo>
                    <a:pt x="14881" y="220"/>
                  </a:lnTo>
                  <a:lnTo>
                    <a:pt x="14760" y="122"/>
                  </a:lnTo>
                  <a:lnTo>
                    <a:pt x="14614" y="74"/>
                  </a:lnTo>
                  <a:lnTo>
                    <a:pt x="14467" y="25"/>
                  </a:lnTo>
                  <a:lnTo>
                    <a:pt x="14321" y="0"/>
                  </a:lnTo>
                  <a:lnTo>
                    <a:pt x="14321" y="0"/>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 name="Google Shape;197;p12">
              <a:extLst>
                <a:ext uri="{FF2B5EF4-FFF2-40B4-BE49-F238E27FC236}">
                  <a16:creationId xmlns:a16="http://schemas.microsoft.com/office/drawing/2014/main" id="{D853BBC7-18D0-86BC-EC43-CA226D6ECEB6}"/>
                </a:ext>
              </a:extLst>
            </p:cNvPr>
            <p:cNvSpPr/>
            <p:nvPr/>
          </p:nvSpPr>
          <p:spPr>
            <a:xfrm>
              <a:off x="796650" y="274025"/>
              <a:ext cx="45100" cy="45100"/>
            </a:xfrm>
            <a:custGeom>
              <a:avLst/>
              <a:gdLst/>
              <a:ahLst/>
              <a:cxnLst/>
              <a:rect l="l" t="t" r="r" b="b"/>
              <a:pathLst>
                <a:path w="1804" h="1804" fill="none" extrusionOk="0">
                  <a:moveTo>
                    <a:pt x="902" y="1"/>
                  </a:moveTo>
                  <a:lnTo>
                    <a:pt x="902" y="1"/>
                  </a:lnTo>
                  <a:lnTo>
                    <a:pt x="1073" y="25"/>
                  </a:lnTo>
                  <a:lnTo>
                    <a:pt x="1243" y="74"/>
                  </a:lnTo>
                  <a:lnTo>
                    <a:pt x="1414" y="147"/>
                  </a:lnTo>
                  <a:lnTo>
                    <a:pt x="1535" y="269"/>
                  </a:lnTo>
                  <a:lnTo>
                    <a:pt x="1657" y="391"/>
                  </a:lnTo>
                  <a:lnTo>
                    <a:pt x="1730" y="561"/>
                  </a:lnTo>
                  <a:lnTo>
                    <a:pt x="1779" y="732"/>
                  </a:lnTo>
                  <a:lnTo>
                    <a:pt x="1803" y="902"/>
                  </a:lnTo>
                  <a:lnTo>
                    <a:pt x="1803" y="902"/>
                  </a:lnTo>
                  <a:lnTo>
                    <a:pt x="1779" y="1073"/>
                  </a:lnTo>
                  <a:lnTo>
                    <a:pt x="1730" y="1243"/>
                  </a:lnTo>
                  <a:lnTo>
                    <a:pt x="1657" y="1414"/>
                  </a:lnTo>
                  <a:lnTo>
                    <a:pt x="1535" y="1535"/>
                  </a:lnTo>
                  <a:lnTo>
                    <a:pt x="1414" y="1657"/>
                  </a:lnTo>
                  <a:lnTo>
                    <a:pt x="1243" y="1730"/>
                  </a:lnTo>
                  <a:lnTo>
                    <a:pt x="1073" y="1779"/>
                  </a:lnTo>
                  <a:lnTo>
                    <a:pt x="902" y="1803"/>
                  </a:lnTo>
                  <a:lnTo>
                    <a:pt x="902" y="1803"/>
                  </a:lnTo>
                  <a:lnTo>
                    <a:pt x="732" y="1779"/>
                  </a:lnTo>
                  <a:lnTo>
                    <a:pt x="561" y="1730"/>
                  </a:lnTo>
                  <a:lnTo>
                    <a:pt x="391" y="1657"/>
                  </a:lnTo>
                  <a:lnTo>
                    <a:pt x="269" y="1535"/>
                  </a:lnTo>
                  <a:lnTo>
                    <a:pt x="147" y="1414"/>
                  </a:lnTo>
                  <a:lnTo>
                    <a:pt x="74" y="1243"/>
                  </a:lnTo>
                  <a:lnTo>
                    <a:pt x="25" y="1073"/>
                  </a:lnTo>
                  <a:lnTo>
                    <a:pt x="1" y="902"/>
                  </a:lnTo>
                  <a:lnTo>
                    <a:pt x="1" y="902"/>
                  </a:lnTo>
                  <a:lnTo>
                    <a:pt x="25" y="732"/>
                  </a:lnTo>
                  <a:lnTo>
                    <a:pt x="74" y="561"/>
                  </a:lnTo>
                  <a:lnTo>
                    <a:pt x="147" y="391"/>
                  </a:lnTo>
                  <a:lnTo>
                    <a:pt x="269" y="269"/>
                  </a:lnTo>
                  <a:lnTo>
                    <a:pt x="391" y="147"/>
                  </a:lnTo>
                  <a:lnTo>
                    <a:pt x="561" y="74"/>
                  </a:lnTo>
                  <a:lnTo>
                    <a:pt x="732" y="25"/>
                  </a:lnTo>
                  <a:lnTo>
                    <a:pt x="902" y="1"/>
                  </a:lnTo>
                  <a:lnTo>
                    <a:pt x="902" y="1"/>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 name="Google Shape;198;p12">
              <a:extLst>
                <a:ext uri="{FF2B5EF4-FFF2-40B4-BE49-F238E27FC236}">
                  <a16:creationId xmlns:a16="http://schemas.microsoft.com/office/drawing/2014/main" id="{AF1B88ED-76BE-7851-1871-AC5DA61000E4}"/>
                </a:ext>
              </a:extLst>
            </p:cNvPr>
            <p:cNvSpPr/>
            <p:nvPr/>
          </p:nvSpPr>
          <p:spPr>
            <a:xfrm>
              <a:off x="713850" y="274025"/>
              <a:ext cx="45075" cy="45100"/>
            </a:xfrm>
            <a:custGeom>
              <a:avLst/>
              <a:gdLst/>
              <a:ahLst/>
              <a:cxnLst/>
              <a:rect l="l" t="t" r="r" b="b"/>
              <a:pathLst>
                <a:path w="1803" h="1804" fill="none" extrusionOk="0">
                  <a:moveTo>
                    <a:pt x="902" y="1"/>
                  </a:moveTo>
                  <a:lnTo>
                    <a:pt x="902" y="1"/>
                  </a:lnTo>
                  <a:lnTo>
                    <a:pt x="1072" y="25"/>
                  </a:lnTo>
                  <a:lnTo>
                    <a:pt x="1243" y="74"/>
                  </a:lnTo>
                  <a:lnTo>
                    <a:pt x="1413" y="147"/>
                  </a:lnTo>
                  <a:lnTo>
                    <a:pt x="1535" y="269"/>
                  </a:lnTo>
                  <a:lnTo>
                    <a:pt x="1657" y="391"/>
                  </a:lnTo>
                  <a:lnTo>
                    <a:pt x="1730" y="561"/>
                  </a:lnTo>
                  <a:lnTo>
                    <a:pt x="1779" y="732"/>
                  </a:lnTo>
                  <a:lnTo>
                    <a:pt x="1803" y="902"/>
                  </a:lnTo>
                  <a:lnTo>
                    <a:pt x="1803" y="902"/>
                  </a:lnTo>
                  <a:lnTo>
                    <a:pt x="1779" y="1073"/>
                  </a:lnTo>
                  <a:lnTo>
                    <a:pt x="1730" y="1243"/>
                  </a:lnTo>
                  <a:lnTo>
                    <a:pt x="1657" y="1414"/>
                  </a:lnTo>
                  <a:lnTo>
                    <a:pt x="1535" y="1535"/>
                  </a:lnTo>
                  <a:lnTo>
                    <a:pt x="1413" y="1657"/>
                  </a:lnTo>
                  <a:lnTo>
                    <a:pt x="1243" y="1730"/>
                  </a:lnTo>
                  <a:lnTo>
                    <a:pt x="1072" y="1779"/>
                  </a:lnTo>
                  <a:lnTo>
                    <a:pt x="902" y="1803"/>
                  </a:lnTo>
                  <a:lnTo>
                    <a:pt x="902" y="1803"/>
                  </a:lnTo>
                  <a:lnTo>
                    <a:pt x="731" y="1779"/>
                  </a:lnTo>
                  <a:lnTo>
                    <a:pt x="561" y="1730"/>
                  </a:lnTo>
                  <a:lnTo>
                    <a:pt x="390" y="1657"/>
                  </a:lnTo>
                  <a:lnTo>
                    <a:pt x="269" y="1535"/>
                  </a:lnTo>
                  <a:lnTo>
                    <a:pt x="147" y="1414"/>
                  </a:lnTo>
                  <a:lnTo>
                    <a:pt x="74" y="1243"/>
                  </a:lnTo>
                  <a:lnTo>
                    <a:pt x="25" y="1073"/>
                  </a:lnTo>
                  <a:lnTo>
                    <a:pt x="1" y="902"/>
                  </a:lnTo>
                  <a:lnTo>
                    <a:pt x="1" y="902"/>
                  </a:lnTo>
                  <a:lnTo>
                    <a:pt x="25" y="732"/>
                  </a:lnTo>
                  <a:lnTo>
                    <a:pt x="74" y="561"/>
                  </a:lnTo>
                  <a:lnTo>
                    <a:pt x="147" y="391"/>
                  </a:lnTo>
                  <a:lnTo>
                    <a:pt x="269" y="269"/>
                  </a:lnTo>
                  <a:lnTo>
                    <a:pt x="390" y="147"/>
                  </a:lnTo>
                  <a:lnTo>
                    <a:pt x="561" y="74"/>
                  </a:lnTo>
                  <a:lnTo>
                    <a:pt x="731" y="25"/>
                  </a:lnTo>
                  <a:lnTo>
                    <a:pt x="902" y="1"/>
                  </a:lnTo>
                  <a:lnTo>
                    <a:pt x="902" y="1"/>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 name="Google Shape;199;p12">
              <a:extLst>
                <a:ext uri="{FF2B5EF4-FFF2-40B4-BE49-F238E27FC236}">
                  <a16:creationId xmlns:a16="http://schemas.microsoft.com/office/drawing/2014/main" id="{2EE52A6A-BB51-6709-44B1-39718BD1CFEC}"/>
                </a:ext>
              </a:extLst>
            </p:cNvPr>
            <p:cNvSpPr/>
            <p:nvPr/>
          </p:nvSpPr>
          <p:spPr>
            <a:xfrm>
              <a:off x="631050" y="274025"/>
              <a:ext cx="45075" cy="45100"/>
            </a:xfrm>
            <a:custGeom>
              <a:avLst/>
              <a:gdLst/>
              <a:ahLst/>
              <a:cxnLst/>
              <a:rect l="l" t="t" r="r" b="b"/>
              <a:pathLst>
                <a:path w="1803" h="1804" fill="none" extrusionOk="0">
                  <a:moveTo>
                    <a:pt x="0" y="902"/>
                  </a:moveTo>
                  <a:lnTo>
                    <a:pt x="0" y="902"/>
                  </a:lnTo>
                  <a:lnTo>
                    <a:pt x="25" y="732"/>
                  </a:lnTo>
                  <a:lnTo>
                    <a:pt x="73" y="561"/>
                  </a:lnTo>
                  <a:lnTo>
                    <a:pt x="147" y="391"/>
                  </a:lnTo>
                  <a:lnTo>
                    <a:pt x="268" y="269"/>
                  </a:lnTo>
                  <a:lnTo>
                    <a:pt x="390" y="147"/>
                  </a:lnTo>
                  <a:lnTo>
                    <a:pt x="561" y="74"/>
                  </a:lnTo>
                  <a:lnTo>
                    <a:pt x="731" y="25"/>
                  </a:lnTo>
                  <a:lnTo>
                    <a:pt x="902" y="1"/>
                  </a:lnTo>
                  <a:lnTo>
                    <a:pt x="902" y="1"/>
                  </a:lnTo>
                  <a:lnTo>
                    <a:pt x="1072" y="25"/>
                  </a:lnTo>
                  <a:lnTo>
                    <a:pt x="1243" y="74"/>
                  </a:lnTo>
                  <a:lnTo>
                    <a:pt x="1413" y="147"/>
                  </a:lnTo>
                  <a:lnTo>
                    <a:pt x="1535" y="269"/>
                  </a:lnTo>
                  <a:lnTo>
                    <a:pt x="1657" y="391"/>
                  </a:lnTo>
                  <a:lnTo>
                    <a:pt x="1730" y="561"/>
                  </a:lnTo>
                  <a:lnTo>
                    <a:pt x="1778" y="732"/>
                  </a:lnTo>
                  <a:lnTo>
                    <a:pt x="1803" y="902"/>
                  </a:lnTo>
                  <a:lnTo>
                    <a:pt x="1803" y="902"/>
                  </a:lnTo>
                  <a:lnTo>
                    <a:pt x="1778" y="1073"/>
                  </a:lnTo>
                  <a:lnTo>
                    <a:pt x="1730" y="1243"/>
                  </a:lnTo>
                  <a:lnTo>
                    <a:pt x="1657" y="1414"/>
                  </a:lnTo>
                  <a:lnTo>
                    <a:pt x="1535" y="1535"/>
                  </a:lnTo>
                  <a:lnTo>
                    <a:pt x="1413" y="1657"/>
                  </a:lnTo>
                  <a:lnTo>
                    <a:pt x="1243" y="1730"/>
                  </a:lnTo>
                  <a:lnTo>
                    <a:pt x="1072" y="1779"/>
                  </a:lnTo>
                  <a:lnTo>
                    <a:pt x="902" y="1803"/>
                  </a:lnTo>
                  <a:lnTo>
                    <a:pt x="902" y="1803"/>
                  </a:lnTo>
                  <a:lnTo>
                    <a:pt x="731" y="1779"/>
                  </a:lnTo>
                  <a:lnTo>
                    <a:pt x="561" y="1730"/>
                  </a:lnTo>
                  <a:lnTo>
                    <a:pt x="390" y="1657"/>
                  </a:lnTo>
                  <a:lnTo>
                    <a:pt x="268" y="1535"/>
                  </a:lnTo>
                  <a:lnTo>
                    <a:pt x="147" y="1414"/>
                  </a:lnTo>
                  <a:lnTo>
                    <a:pt x="73" y="1243"/>
                  </a:lnTo>
                  <a:lnTo>
                    <a:pt x="25" y="1073"/>
                  </a:lnTo>
                  <a:lnTo>
                    <a:pt x="0" y="902"/>
                  </a:lnTo>
                  <a:lnTo>
                    <a:pt x="0" y="902"/>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 name="Google Shape;200;p12">
              <a:extLst>
                <a:ext uri="{FF2B5EF4-FFF2-40B4-BE49-F238E27FC236}">
                  <a16:creationId xmlns:a16="http://schemas.microsoft.com/office/drawing/2014/main" id="{1CA80F3D-C44E-8B8F-8F77-F2F640B79126}"/>
                </a:ext>
              </a:extLst>
            </p:cNvPr>
            <p:cNvSpPr/>
            <p:nvPr/>
          </p:nvSpPr>
          <p:spPr>
            <a:xfrm>
              <a:off x="649925" y="590050"/>
              <a:ext cx="133975" cy="25"/>
            </a:xfrm>
            <a:custGeom>
              <a:avLst/>
              <a:gdLst/>
              <a:ahLst/>
              <a:cxnLst/>
              <a:rect l="l" t="t" r="r" b="b"/>
              <a:pathLst>
                <a:path w="5359" h="1" fill="none" extrusionOk="0">
                  <a:moveTo>
                    <a:pt x="5358" y="0"/>
                  </a:moveTo>
                  <a:lnTo>
                    <a:pt x="0" y="0"/>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 name="Google Shape;201;p12">
              <a:extLst>
                <a:ext uri="{FF2B5EF4-FFF2-40B4-BE49-F238E27FC236}">
                  <a16:creationId xmlns:a16="http://schemas.microsoft.com/office/drawing/2014/main" id="{A979CA5A-5B9D-3DCA-AF64-47BB465BEB80}"/>
                </a:ext>
              </a:extLst>
            </p:cNvPr>
            <p:cNvSpPr/>
            <p:nvPr/>
          </p:nvSpPr>
          <p:spPr>
            <a:xfrm>
              <a:off x="649925" y="534625"/>
              <a:ext cx="255750" cy="25"/>
            </a:xfrm>
            <a:custGeom>
              <a:avLst/>
              <a:gdLst/>
              <a:ahLst/>
              <a:cxnLst/>
              <a:rect l="l" t="t" r="r" b="b"/>
              <a:pathLst>
                <a:path w="10230" h="1" fill="none" extrusionOk="0">
                  <a:moveTo>
                    <a:pt x="10229" y="1"/>
                  </a:moveTo>
                  <a:lnTo>
                    <a:pt x="0" y="1"/>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 name="Google Shape;202;p12">
              <a:extLst>
                <a:ext uri="{FF2B5EF4-FFF2-40B4-BE49-F238E27FC236}">
                  <a16:creationId xmlns:a16="http://schemas.microsoft.com/office/drawing/2014/main" id="{C6EE2148-E083-B3A8-948C-09E616449A5C}"/>
                </a:ext>
              </a:extLst>
            </p:cNvPr>
            <p:cNvSpPr/>
            <p:nvPr/>
          </p:nvSpPr>
          <p:spPr>
            <a:xfrm>
              <a:off x="649925" y="479825"/>
              <a:ext cx="255750" cy="25"/>
            </a:xfrm>
            <a:custGeom>
              <a:avLst/>
              <a:gdLst/>
              <a:ahLst/>
              <a:cxnLst/>
              <a:rect l="l" t="t" r="r" b="b"/>
              <a:pathLst>
                <a:path w="10230" h="1" fill="none" extrusionOk="0">
                  <a:moveTo>
                    <a:pt x="10229" y="1"/>
                  </a:moveTo>
                  <a:lnTo>
                    <a:pt x="0" y="1"/>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 name="Google Shape;203;p12">
              <a:extLst>
                <a:ext uri="{FF2B5EF4-FFF2-40B4-BE49-F238E27FC236}">
                  <a16:creationId xmlns:a16="http://schemas.microsoft.com/office/drawing/2014/main" id="{6CD39841-E247-8801-95DE-BA809C8369FB}"/>
                </a:ext>
              </a:extLst>
            </p:cNvPr>
            <p:cNvSpPr/>
            <p:nvPr/>
          </p:nvSpPr>
          <p:spPr>
            <a:xfrm>
              <a:off x="649925" y="424425"/>
              <a:ext cx="255750" cy="25"/>
            </a:xfrm>
            <a:custGeom>
              <a:avLst/>
              <a:gdLst/>
              <a:ahLst/>
              <a:cxnLst/>
              <a:rect l="l" t="t" r="r" b="b"/>
              <a:pathLst>
                <a:path w="10230" h="1" fill="none" extrusionOk="0">
                  <a:moveTo>
                    <a:pt x="10229" y="1"/>
                  </a:moveTo>
                  <a:lnTo>
                    <a:pt x="0" y="1"/>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 name="Google Shape;204;p12">
              <a:extLst>
                <a:ext uri="{FF2B5EF4-FFF2-40B4-BE49-F238E27FC236}">
                  <a16:creationId xmlns:a16="http://schemas.microsoft.com/office/drawing/2014/main" id="{0DD6AA20-7F75-AB40-A227-4B76DA2C0BB9}"/>
                </a:ext>
              </a:extLst>
            </p:cNvPr>
            <p:cNvSpPr/>
            <p:nvPr/>
          </p:nvSpPr>
          <p:spPr>
            <a:xfrm>
              <a:off x="879475" y="274025"/>
              <a:ext cx="45075" cy="45100"/>
            </a:xfrm>
            <a:custGeom>
              <a:avLst/>
              <a:gdLst/>
              <a:ahLst/>
              <a:cxnLst/>
              <a:rect l="l" t="t" r="r" b="b"/>
              <a:pathLst>
                <a:path w="1803" h="1804" fill="none" extrusionOk="0">
                  <a:moveTo>
                    <a:pt x="901" y="1803"/>
                  </a:moveTo>
                  <a:lnTo>
                    <a:pt x="901" y="1803"/>
                  </a:lnTo>
                  <a:lnTo>
                    <a:pt x="731" y="1779"/>
                  </a:lnTo>
                  <a:lnTo>
                    <a:pt x="560" y="1730"/>
                  </a:lnTo>
                  <a:lnTo>
                    <a:pt x="390" y="1657"/>
                  </a:lnTo>
                  <a:lnTo>
                    <a:pt x="268" y="1535"/>
                  </a:lnTo>
                  <a:lnTo>
                    <a:pt x="146" y="1414"/>
                  </a:lnTo>
                  <a:lnTo>
                    <a:pt x="73" y="1243"/>
                  </a:lnTo>
                  <a:lnTo>
                    <a:pt x="25" y="1073"/>
                  </a:lnTo>
                  <a:lnTo>
                    <a:pt x="0" y="902"/>
                  </a:lnTo>
                  <a:lnTo>
                    <a:pt x="0" y="902"/>
                  </a:lnTo>
                  <a:lnTo>
                    <a:pt x="25" y="732"/>
                  </a:lnTo>
                  <a:lnTo>
                    <a:pt x="73" y="561"/>
                  </a:lnTo>
                  <a:lnTo>
                    <a:pt x="146" y="391"/>
                  </a:lnTo>
                  <a:lnTo>
                    <a:pt x="268" y="269"/>
                  </a:lnTo>
                  <a:lnTo>
                    <a:pt x="390" y="147"/>
                  </a:lnTo>
                  <a:lnTo>
                    <a:pt x="560" y="74"/>
                  </a:lnTo>
                  <a:lnTo>
                    <a:pt x="731" y="25"/>
                  </a:lnTo>
                  <a:lnTo>
                    <a:pt x="901" y="1"/>
                  </a:lnTo>
                  <a:lnTo>
                    <a:pt x="901" y="1"/>
                  </a:lnTo>
                  <a:lnTo>
                    <a:pt x="1072" y="25"/>
                  </a:lnTo>
                  <a:lnTo>
                    <a:pt x="1242" y="74"/>
                  </a:lnTo>
                  <a:lnTo>
                    <a:pt x="1413" y="147"/>
                  </a:lnTo>
                  <a:lnTo>
                    <a:pt x="1535" y="269"/>
                  </a:lnTo>
                  <a:lnTo>
                    <a:pt x="1656" y="391"/>
                  </a:lnTo>
                  <a:lnTo>
                    <a:pt x="1729" y="561"/>
                  </a:lnTo>
                  <a:lnTo>
                    <a:pt x="1778" y="732"/>
                  </a:lnTo>
                  <a:lnTo>
                    <a:pt x="1802" y="902"/>
                  </a:lnTo>
                  <a:lnTo>
                    <a:pt x="1802" y="902"/>
                  </a:lnTo>
                  <a:lnTo>
                    <a:pt x="1778" y="1073"/>
                  </a:lnTo>
                  <a:lnTo>
                    <a:pt x="1729" y="1243"/>
                  </a:lnTo>
                  <a:lnTo>
                    <a:pt x="1656" y="1414"/>
                  </a:lnTo>
                  <a:lnTo>
                    <a:pt x="1535" y="1535"/>
                  </a:lnTo>
                  <a:lnTo>
                    <a:pt x="1413" y="1657"/>
                  </a:lnTo>
                  <a:lnTo>
                    <a:pt x="1242" y="1730"/>
                  </a:lnTo>
                  <a:lnTo>
                    <a:pt x="1072" y="1779"/>
                  </a:lnTo>
                  <a:lnTo>
                    <a:pt x="901" y="1803"/>
                  </a:lnTo>
                  <a:lnTo>
                    <a:pt x="901" y="1803"/>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 name="Google Shape;205;p12">
              <a:extLst>
                <a:ext uri="{FF2B5EF4-FFF2-40B4-BE49-F238E27FC236}">
                  <a16:creationId xmlns:a16="http://schemas.microsoft.com/office/drawing/2014/main" id="{4A9ECE48-DD68-1B83-43E5-16467F126768}"/>
                </a:ext>
              </a:extLst>
            </p:cNvPr>
            <p:cNvSpPr/>
            <p:nvPr/>
          </p:nvSpPr>
          <p:spPr>
            <a:xfrm>
              <a:off x="654800" y="244200"/>
              <a:ext cx="25" cy="51175"/>
            </a:xfrm>
            <a:custGeom>
              <a:avLst/>
              <a:gdLst/>
              <a:ahLst/>
              <a:cxnLst/>
              <a:rect l="l" t="t" r="r" b="b"/>
              <a:pathLst>
                <a:path w="1" h="2047" fill="none" extrusionOk="0">
                  <a:moveTo>
                    <a:pt x="0" y="1"/>
                  </a:moveTo>
                  <a:lnTo>
                    <a:pt x="0" y="2046"/>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 name="Google Shape;206;p12">
              <a:extLst>
                <a:ext uri="{FF2B5EF4-FFF2-40B4-BE49-F238E27FC236}">
                  <a16:creationId xmlns:a16="http://schemas.microsoft.com/office/drawing/2014/main" id="{29FCAA1B-B37A-116E-3FCA-CDEF101FB9F3}"/>
                </a:ext>
              </a:extLst>
            </p:cNvPr>
            <p:cNvSpPr/>
            <p:nvPr/>
          </p:nvSpPr>
          <p:spPr>
            <a:xfrm>
              <a:off x="737600" y="244200"/>
              <a:ext cx="25" cy="51175"/>
            </a:xfrm>
            <a:custGeom>
              <a:avLst/>
              <a:gdLst/>
              <a:ahLst/>
              <a:cxnLst/>
              <a:rect l="l" t="t" r="r" b="b"/>
              <a:pathLst>
                <a:path w="1" h="2047" fill="none" extrusionOk="0">
                  <a:moveTo>
                    <a:pt x="1" y="1"/>
                  </a:moveTo>
                  <a:lnTo>
                    <a:pt x="1" y="2046"/>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 name="Google Shape;207;p12">
              <a:extLst>
                <a:ext uri="{FF2B5EF4-FFF2-40B4-BE49-F238E27FC236}">
                  <a16:creationId xmlns:a16="http://schemas.microsoft.com/office/drawing/2014/main" id="{E0E031A1-FA88-AF0F-B13B-858CBB1A8F5A}"/>
                </a:ext>
              </a:extLst>
            </p:cNvPr>
            <p:cNvSpPr/>
            <p:nvPr/>
          </p:nvSpPr>
          <p:spPr>
            <a:xfrm>
              <a:off x="820400" y="244200"/>
              <a:ext cx="25" cy="51175"/>
            </a:xfrm>
            <a:custGeom>
              <a:avLst/>
              <a:gdLst/>
              <a:ahLst/>
              <a:cxnLst/>
              <a:rect l="l" t="t" r="r" b="b"/>
              <a:pathLst>
                <a:path w="1" h="2047" fill="none" extrusionOk="0">
                  <a:moveTo>
                    <a:pt x="1" y="1"/>
                  </a:moveTo>
                  <a:lnTo>
                    <a:pt x="1" y="2046"/>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 name="Google Shape;208;p12">
              <a:extLst>
                <a:ext uri="{FF2B5EF4-FFF2-40B4-BE49-F238E27FC236}">
                  <a16:creationId xmlns:a16="http://schemas.microsoft.com/office/drawing/2014/main" id="{50CFE7B1-9BE4-6882-E7B9-508CD7DA53F0}"/>
                </a:ext>
              </a:extLst>
            </p:cNvPr>
            <p:cNvSpPr/>
            <p:nvPr/>
          </p:nvSpPr>
          <p:spPr>
            <a:xfrm>
              <a:off x="903225" y="244200"/>
              <a:ext cx="25" cy="51175"/>
            </a:xfrm>
            <a:custGeom>
              <a:avLst/>
              <a:gdLst/>
              <a:ahLst/>
              <a:cxnLst/>
              <a:rect l="l" t="t" r="r" b="b"/>
              <a:pathLst>
                <a:path w="1" h="2047" fill="none" extrusionOk="0">
                  <a:moveTo>
                    <a:pt x="0" y="1"/>
                  </a:moveTo>
                  <a:lnTo>
                    <a:pt x="0" y="2046"/>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5" name="Text Placeholder 4">
            <a:extLst>
              <a:ext uri="{FF2B5EF4-FFF2-40B4-BE49-F238E27FC236}">
                <a16:creationId xmlns:a16="http://schemas.microsoft.com/office/drawing/2014/main" id="{51748F48-61FF-8D7E-1204-D6FF38E6B8DC}"/>
              </a:ext>
            </a:extLst>
          </p:cNvPr>
          <p:cNvSpPr>
            <a:spLocks noGrp="1"/>
          </p:cNvSpPr>
          <p:nvPr>
            <p:ph type="body" idx="2"/>
          </p:nvPr>
        </p:nvSpPr>
        <p:spPr>
          <a:xfrm>
            <a:off x="58905" y="1238541"/>
            <a:ext cx="5287452" cy="2807776"/>
          </a:xfrm>
        </p:spPr>
        <p:txBody>
          <a:bodyPr/>
          <a:lstStyle/>
          <a:p>
            <a:pPr lvl="0"/>
            <a:r>
              <a:rPr lang="en-PH" sz="1800" dirty="0"/>
              <a:t>Here are the four primary symbols </a:t>
            </a:r>
            <a:endParaRPr lang="en-PH" sz="1800" dirty="0">
              <a:latin typeface="Roboto Condensed" panose="02000000000000000000" pitchFamily="2" charset="0"/>
              <a:ea typeface="Roboto Condensed" panose="02000000000000000000" pitchFamily="2" charset="0"/>
              <a:cs typeface="Roboto Condensed" panose="02000000000000000000" pitchFamily="2" charset="0"/>
            </a:endParaRPr>
          </a:p>
        </p:txBody>
      </p:sp>
      <p:sp>
        <p:nvSpPr>
          <p:cNvPr id="5" name="TextBox 4">
            <a:extLst>
              <a:ext uri="{FF2B5EF4-FFF2-40B4-BE49-F238E27FC236}">
                <a16:creationId xmlns:a16="http://schemas.microsoft.com/office/drawing/2014/main" id="{7CF06434-A6EB-3195-5D44-B642526FEBB8}"/>
              </a:ext>
            </a:extLst>
          </p:cNvPr>
          <p:cNvSpPr txBox="1"/>
          <p:nvPr/>
        </p:nvSpPr>
        <p:spPr>
          <a:xfrm>
            <a:off x="124598" y="4901125"/>
            <a:ext cx="4574058" cy="242374"/>
          </a:xfrm>
          <a:prstGeom prst="rect">
            <a:avLst/>
          </a:prstGeom>
          <a:noFill/>
        </p:spPr>
        <p:txBody>
          <a:bodyPr wrap="square">
            <a:spAutoFit/>
          </a:bodyPr>
          <a:lstStyle/>
          <a:p>
            <a:r>
              <a:rPr lang="en-PH" sz="975" b="0" i="1" dirty="0">
                <a:solidFill>
                  <a:srgbClr val="E0E0E0"/>
                </a:solidFill>
                <a:effectLst/>
                <a:latin typeface="Google Sans Code"/>
              </a:rPr>
              <a:t>Standard algorithmic flowchart structure. Source: NATALIA NOSOVA / Getty Images</a:t>
            </a:r>
            <a:endParaRPr lang="en-PH" dirty="0"/>
          </a:p>
        </p:txBody>
      </p:sp>
      <p:graphicFrame>
        <p:nvGraphicFramePr>
          <p:cNvPr id="2" name="Table 1">
            <a:extLst>
              <a:ext uri="{FF2B5EF4-FFF2-40B4-BE49-F238E27FC236}">
                <a16:creationId xmlns:a16="http://schemas.microsoft.com/office/drawing/2014/main" id="{F4DC3133-6550-DC13-07AE-C55E1DCAFE0A}"/>
              </a:ext>
            </a:extLst>
          </p:cNvPr>
          <p:cNvGraphicFramePr>
            <a:graphicFrameLocks noGrp="1"/>
          </p:cNvGraphicFramePr>
          <p:nvPr>
            <p:extLst>
              <p:ext uri="{D42A27DB-BD31-4B8C-83A1-F6EECF244321}">
                <p14:modId xmlns:p14="http://schemas.microsoft.com/office/powerpoint/2010/main" val="225228738"/>
              </p:ext>
            </p:extLst>
          </p:nvPr>
        </p:nvGraphicFramePr>
        <p:xfrm>
          <a:off x="404382" y="1690925"/>
          <a:ext cx="5047516" cy="3258416"/>
        </p:xfrm>
        <a:graphic>
          <a:graphicData uri="http://schemas.openxmlformats.org/drawingml/2006/table">
            <a:tbl>
              <a:tblPr/>
              <a:tblGrid>
                <a:gridCol w="1261879">
                  <a:extLst>
                    <a:ext uri="{9D8B030D-6E8A-4147-A177-3AD203B41FA5}">
                      <a16:colId xmlns:a16="http://schemas.microsoft.com/office/drawing/2014/main" val="650110710"/>
                    </a:ext>
                  </a:extLst>
                </a:gridCol>
                <a:gridCol w="1261879">
                  <a:extLst>
                    <a:ext uri="{9D8B030D-6E8A-4147-A177-3AD203B41FA5}">
                      <a16:colId xmlns:a16="http://schemas.microsoft.com/office/drawing/2014/main" val="1127835305"/>
                    </a:ext>
                  </a:extLst>
                </a:gridCol>
                <a:gridCol w="1261879">
                  <a:extLst>
                    <a:ext uri="{9D8B030D-6E8A-4147-A177-3AD203B41FA5}">
                      <a16:colId xmlns:a16="http://schemas.microsoft.com/office/drawing/2014/main" val="2638919372"/>
                    </a:ext>
                  </a:extLst>
                </a:gridCol>
                <a:gridCol w="1261879">
                  <a:extLst>
                    <a:ext uri="{9D8B030D-6E8A-4147-A177-3AD203B41FA5}">
                      <a16:colId xmlns:a16="http://schemas.microsoft.com/office/drawing/2014/main" val="2465520161"/>
                    </a:ext>
                  </a:extLst>
                </a:gridCol>
              </a:tblGrid>
              <a:tr h="374845">
                <a:tc>
                  <a:txBody>
                    <a:bodyPr/>
                    <a:lstStyle/>
                    <a:p>
                      <a:pPr marL="0" marR="0" rtl="0">
                        <a:spcAft>
                          <a:spcPts val="2400"/>
                        </a:spcAft>
                        <a:buNone/>
                      </a:pPr>
                      <a:r>
                        <a:rPr lang="en-PH" sz="1100" b="1">
                          <a:solidFill>
                            <a:srgbClr val="1F1F1F"/>
                          </a:solidFill>
                          <a:effectLst/>
                          <a:latin typeface="Google Sans Text"/>
                        </a:rPr>
                        <a:t>Symbol Shape</a:t>
                      </a:r>
                      <a:endParaRPr lang="en-PH" sz="1100">
                        <a:solidFill>
                          <a:srgbClr val="1F1F1F"/>
                        </a:solidFill>
                        <a:effectLst/>
                        <a:latin typeface="Google Sans Text"/>
                      </a:endParaRPr>
                    </a:p>
                  </a:txBody>
                  <a:tcPr marL="42596" marR="42596" marT="28397" marB="28397" anchor="ctr">
                    <a:lnL w="4763" cap="flat" cmpd="sng" algn="ctr">
                      <a:solidFill>
                        <a:srgbClr val="C4C7C5"/>
                      </a:solidFill>
                      <a:prstDash val="solid"/>
                      <a:round/>
                      <a:headEnd type="none" w="med" len="med"/>
                      <a:tailEnd type="none" w="med" len="med"/>
                    </a:lnL>
                    <a:lnR w="4763" cap="flat" cmpd="sng" algn="ctr">
                      <a:solidFill>
                        <a:srgbClr val="C4C7C5"/>
                      </a:solidFill>
                      <a:prstDash val="solid"/>
                      <a:round/>
                      <a:headEnd type="none" w="med" len="med"/>
                      <a:tailEnd type="none" w="med" len="med"/>
                    </a:lnR>
                    <a:lnT w="4763" cap="flat" cmpd="sng" algn="ctr">
                      <a:solidFill>
                        <a:srgbClr val="C4C7C5"/>
                      </a:solidFill>
                      <a:prstDash val="solid"/>
                      <a:round/>
                      <a:headEnd type="none" w="med" len="med"/>
                      <a:tailEnd type="none" w="med" len="med"/>
                    </a:lnT>
                    <a:lnB w="4763" cap="flat" cmpd="sng" algn="ctr">
                      <a:solidFill>
                        <a:srgbClr val="C4C7C5"/>
                      </a:solidFill>
                      <a:prstDash val="solid"/>
                      <a:round/>
                      <a:headEnd type="none" w="med" len="med"/>
                      <a:tailEnd type="none" w="med" len="med"/>
                    </a:lnB>
                    <a:noFill/>
                  </a:tcPr>
                </a:tc>
                <a:tc>
                  <a:txBody>
                    <a:bodyPr/>
                    <a:lstStyle/>
                    <a:p>
                      <a:pPr marL="0" marR="0" rtl="0">
                        <a:spcAft>
                          <a:spcPts val="2400"/>
                        </a:spcAft>
                        <a:buNone/>
                      </a:pPr>
                      <a:r>
                        <a:rPr lang="en-PH" sz="1100" b="1">
                          <a:solidFill>
                            <a:srgbClr val="1F1F1F"/>
                          </a:solidFill>
                          <a:effectLst/>
                          <a:latin typeface="Google Sans Text"/>
                        </a:rPr>
                        <a:t>Name</a:t>
                      </a:r>
                      <a:endParaRPr lang="en-PH" sz="1100">
                        <a:solidFill>
                          <a:srgbClr val="1F1F1F"/>
                        </a:solidFill>
                        <a:effectLst/>
                        <a:latin typeface="Google Sans Text"/>
                      </a:endParaRPr>
                    </a:p>
                  </a:txBody>
                  <a:tcPr marL="42596" marR="42596" marT="28397" marB="28397" anchor="ctr">
                    <a:lnL w="4763" cap="flat" cmpd="sng" algn="ctr">
                      <a:solidFill>
                        <a:srgbClr val="C4C7C5"/>
                      </a:solidFill>
                      <a:prstDash val="solid"/>
                      <a:round/>
                      <a:headEnd type="none" w="med" len="med"/>
                      <a:tailEnd type="none" w="med" len="med"/>
                    </a:lnL>
                    <a:lnR w="4763" cap="flat" cmpd="sng" algn="ctr">
                      <a:solidFill>
                        <a:srgbClr val="C4C7C5"/>
                      </a:solidFill>
                      <a:prstDash val="solid"/>
                      <a:round/>
                      <a:headEnd type="none" w="med" len="med"/>
                      <a:tailEnd type="none" w="med" len="med"/>
                    </a:lnR>
                    <a:lnT w="4763" cap="flat" cmpd="sng" algn="ctr">
                      <a:solidFill>
                        <a:srgbClr val="C4C7C5"/>
                      </a:solidFill>
                      <a:prstDash val="solid"/>
                      <a:round/>
                      <a:headEnd type="none" w="med" len="med"/>
                      <a:tailEnd type="none" w="med" len="med"/>
                    </a:lnT>
                    <a:lnB w="4763" cap="flat" cmpd="sng" algn="ctr">
                      <a:solidFill>
                        <a:srgbClr val="C4C7C5"/>
                      </a:solidFill>
                      <a:prstDash val="solid"/>
                      <a:round/>
                      <a:headEnd type="none" w="med" len="med"/>
                      <a:tailEnd type="none" w="med" len="med"/>
                    </a:lnB>
                    <a:noFill/>
                  </a:tcPr>
                </a:tc>
                <a:tc>
                  <a:txBody>
                    <a:bodyPr/>
                    <a:lstStyle/>
                    <a:p>
                      <a:pPr marL="0" marR="0" rtl="0">
                        <a:spcAft>
                          <a:spcPts val="2400"/>
                        </a:spcAft>
                        <a:buNone/>
                      </a:pPr>
                      <a:r>
                        <a:rPr lang="en-PH" sz="1100" b="1">
                          <a:solidFill>
                            <a:srgbClr val="1F1F1F"/>
                          </a:solidFill>
                          <a:effectLst/>
                          <a:latin typeface="Google Sans Text"/>
                        </a:rPr>
                        <a:t>Purpose</a:t>
                      </a:r>
                      <a:endParaRPr lang="en-PH" sz="1100">
                        <a:solidFill>
                          <a:srgbClr val="1F1F1F"/>
                        </a:solidFill>
                        <a:effectLst/>
                        <a:latin typeface="Google Sans Text"/>
                      </a:endParaRPr>
                    </a:p>
                  </a:txBody>
                  <a:tcPr marL="42596" marR="42596" marT="28397" marB="28397" anchor="ctr">
                    <a:lnL w="4763" cap="flat" cmpd="sng" algn="ctr">
                      <a:solidFill>
                        <a:srgbClr val="C4C7C5"/>
                      </a:solidFill>
                      <a:prstDash val="solid"/>
                      <a:round/>
                      <a:headEnd type="none" w="med" len="med"/>
                      <a:tailEnd type="none" w="med" len="med"/>
                    </a:lnL>
                    <a:lnR w="4763" cap="flat" cmpd="sng" algn="ctr">
                      <a:solidFill>
                        <a:srgbClr val="C4C7C5"/>
                      </a:solidFill>
                      <a:prstDash val="solid"/>
                      <a:round/>
                      <a:headEnd type="none" w="med" len="med"/>
                      <a:tailEnd type="none" w="med" len="med"/>
                    </a:lnR>
                    <a:lnT w="4763" cap="flat" cmpd="sng" algn="ctr">
                      <a:solidFill>
                        <a:srgbClr val="C4C7C5"/>
                      </a:solidFill>
                      <a:prstDash val="solid"/>
                      <a:round/>
                      <a:headEnd type="none" w="med" len="med"/>
                      <a:tailEnd type="none" w="med" len="med"/>
                    </a:lnT>
                    <a:lnB w="4763" cap="flat" cmpd="sng" algn="ctr">
                      <a:solidFill>
                        <a:srgbClr val="C4C7C5"/>
                      </a:solidFill>
                      <a:prstDash val="solid"/>
                      <a:round/>
                      <a:headEnd type="none" w="med" len="med"/>
                      <a:tailEnd type="none" w="med" len="med"/>
                    </a:lnB>
                    <a:noFill/>
                  </a:tcPr>
                </a:tc>
                <a:tc>
                  <a:txBody>
                    <a:bodyPr/>
                    <a:lstStyle/>
                    <a:p>
                      <a:pPr marL="0" marR="0" rtl="0">
                        <a:spcAft>
                          <a:spcPts val="2400"/>
                        </a:spcAft>
                        <a:buNone/>
                      </a:pPr>
                      <a:r>
                        <a:rPr lang="en-PH" sz="1100" b="1" dirty="0">
                          <a:solidFill>
                            <a:srgbClr val="1F1F1F"/>
                          </a:solidFill>
                          <a:effectLst/>
                          <a:latin typeface="Google Sans Text"/>
                        </a:rPr>
                        <a:t>Example in our Queue System</a:t>
                      </a:r>
                      <a:endParaRPr lang="en-PH" sz="1100" dirty="0">
                        <a:solidFill>
                          <a:srgbClr val="1F1F1F"/>
                        </a:solidFill>
                        <a:effectLst/>
                        <a:latin typeface="Google Sans Text"/>
                      </a:endParaRPr>
                    </a:p>
                  </a:txBody>
                  <a:tcPr marL="42596" marR="42596" marT="28397" marB="28397" anchor="ctr">
                    <a:lnL w="4763" cap="flat" cmpd="sng" algn="ctr">
                      <a:solidFill>
                        <a:srgbClr val="C4C7C5"/>
                      </a:solidFill>
                      <a:prstDash val="solid"/>
                      <a:round/>
                      <a:headEnd type="none" w="med" len="med"/>
                      <a:tailEnd type="none" w="med" len="med"/>
                    </a:lnL>
                    <a:lnR w="4763" cap="flat" cmpd="sng" algn="ctr">
                      <a:solidFill>
                        <a:srgbClr val="C4C7C5"/>
                      </a:solidFill>
                      <a:prstDash val="solid"/>
                      <a:round/>
                      <a:headEnd type="none" w="med" len="med"/>
                      <a:tailEnd type="none" w="med" len="med"/>
                    </a:lnR>
                    <a:lnT w="4763" cap="flat" cmpd="sng" algn="ctr">
                      <a:solidFill>
                        <a:srgbClr val="C4C7C5"/>
                      </a:solidFill>
                      <a:prstDash val="solid"/>
                      <a:round/>
                      <a:headEnd type="none" w="med" len="med"/>
                      <a:tailEnd type="none" w="med" len="med"/>
                    </a:lnT>
                    <a:lnB w="4763" cap="flat" cmpd="sng" algn="ctr">
                      <a:solidFill>
                        <a:srgbClr val="C4C7C5"/>
                      </a:solidFill>
                      <a:prstDash val="solid"/>
                      <a:round/>
                      <a:headEnd type="none" w="med" len="med"/>
                      <a:tailEnd type="none" w="med" len="med"/>
                    </a:lnB>
                    <a:noFill/>
                  </a:tcPr>
                </a:tc>
                <a:extLst>
                  <a:ext uri="{0D108BD9-81ED-4DB2-BD59-A6C34878D82A}">
                    <a16:rowId xmlns:a16="http://schemas.microsoft.com/office/drawing/2014/main" val="484820790"/>
                  </a:ext>
                </a:extLst>
              </a:tr>
              <a:tr h="533870">
                <a:tc>
                  <a:txBody>
                    <a:bodyPr/>
                    <a:lstStyle/>
                    <a:p>
                      <a:pPr marL="0" marR="0" rtl="0">
                        <a:spcAft>
                          <a:spcPts val="2400"/>
                        </a:spcAft>
                        <a:buNone/>
                      </a:pPr>
                      <a:r>
                        <a:rPr lang="en-PH" sz="1100" b="1">
                          <a:solidFill>
                            <a:srgbClr val="1F1F1F"/>
                          </a:solidFill>
                          <a:effectLst/>
                          <a:latin typeface="Google Sans Text"/>
                        </a:rPr>
                        <a:t>Oval</a:t>
                      </a:r>
                      <a:endParaRPr lang="en-PH" sz="1100">
                        <a:solidFill>
                          <a:srgbClr val="1F1F1F"/>
                        </a:solidFill>
                        <a:effectLst/>
                        <a:latin typeface="Google Sans Text"/>
                      </a:endParaRPr>
                    </a:p>
                  </a:txBody>
                  <a:tcPr marL="42596" marR="42596" marT="28397" marB="28397" anchor="ctr">
                    <a:lnL w="4763" cap="flat" cmpd="sng" algn="ctr">
                      <a:solidFill>
                        <a:srgbClr val="C4C7C5"/>
                      </a:solidFill>
                      <a:prstDash val="solid"/>
                      <a:round/>
                      <a:headEnd type="none" w="med" len="med"/>
                      <a:tailEnd type="none" w="med" len="med"/>
                    </a:lnL>
                    <a:lnR w="4763" cap="flat" cmpd="sng" algn="ctr">
                      <a:solidFill>
                        <a:srgbClr val="C4C7C5"/>
                      </a:solidFill>
                      <a:prstDash val="solid"/>
                      <a:round/>
                      <a:headEnd type="none" w="med" len="med"/>
                      <a:tailEnd type="none" w="med" len="med"/>
                    </a:lnR>
                    <a:lnT w="4763" cap="flat" cmpd="sng" algn="ctr">
                      <a:solidFill>
                        <a:srgbClr val="C4C7C5"/>
                      </a:solidFill>
                      <a:prstDash val="solid"/>
                      <a:round/>
                      <a:headEnd type="none" w="med" len="med"/>
                      <a:tailEnd type="none" w="med" len="med"/>
                    </a:lnT>
                    <a:lnB w="4763" cap="flat" cmpd="sng" algn="ctr">
                      <a:solidFill>
                        <a:srgbClr val="C4C7C5"/>
                      </a:solidFill>
                      <a:prstDash val="solid"/>
                      <a:round/>
                      <a:headEnd type="none" w="med" len="med"/>
                      <a:tailEnd type="none" w="med" len="med"/>
                    </a:lnB>
                    <a:noFill/>
                  </a:tcPr>
                </a:tc>
                <a:tc>
                  <a:txBody>
                    <a:bodyPr/>
                    <a:lstStyle/>
                    <a:p>
                      <a:pPr marL="0" marR="0" rtl="0">
                        <a:spcAft>
                          <a:spcPts val="2400"/>
                        </a:spcAft>
                        <a:buNone/>
                      </a:pPr>
                      <a:r>
                        <a:rPr lang="en-PH" sz="1100">
                          <a:solidFill>
                            <a:srgbClr val="1F1F1F"/>
                          </a:solidFill>
                          <a:effectLst/>
                          <a:latin typeface="Google Sans Text"/>
                        </a:rPr>
                        <a:t>Terminal / Terminator</a:t>
                      </a:r>
                    </a:p>
                  </a:txBody>
                  <a:tcPr marL="42596" marR="42596" marT="28397" marB="28397" anchor="ctr">
                    <a:lnL w="4763" cap="flat" cmpd="sng" algn="ctr">
                      <a:solidFill>
                        <a:srgbClr val="C4C7C5"/>
                      </a:solidFill>
                      <a:prstDash val="solid"/>
                      <a:round/>
                      <a:headEnd type="none" w="med" len="med"/>
                      <a:tailEnd type="none" w="med" len="med"/>
                    </a:lnL>
                    <a:lnR w="4763" cap="flat" cmpd="sng" algn="ctr">
                      <a:solidFill>
                        <a:srgbClr val="C4C7C5"/>
                      </a:solidFill>
                      <a:prstDash val="solid"/>
                      <a:round/>
                      <a:headEnd type="none" w="med" len="med"/>
                      <a:tailEnd type="none" w="med" len="med"/>
                    </a:lnR>
                    <a:lnT w="4763" cap="flat" cmpd="sng" algn="ctr">
                      <a:solidFill>
                        <a:srgbClr val="C4C7C5"/>
                      </a:solidFill>
                      <a:prstDash val="solid"/>
                      <a:round/>
                      <a:headEnd type="none" w="med" len="med"/>
                      <a:tailEnd type="none" w="med" len="med"/>
                    </a:lnT>
                    <a:lnB w="4763" cap="flat" cmpd="sng" algn="ctr">
                      <a:solidFill>
                        <a:srgbClr val="C4C7C5"/>
                      </a:solidFill>
                      <a:prstDash val="solid"/>
                      <a:round/>
                      <a:headEnd type="none" w="med" len="med"/>
                      <a:tailEnd type="none" w="med" len="med"/>
                    </a:lnB>
                    <a:noFill/>
                  </a:tcPr>
                </a:tc>
                <a:tc>
                  <a:txBody>
                    <a:bodyPr/>
                    <a:lstStyle/>
                    <a:p>
                      <a:pPr marL="0" marR="0" rtl="0">
                        <a:spcAft>
                          <a:spcPts val="2400"/>
                        </a:spcAft>
                        <a:buNone/>
                      </a:pPr>
                      <a:r>
                        <a:rPr lang="en-PH" sz="1100">
                          <a:solidFill>
                            <a:srgbClr val="1F1F1F"/>
                          </a:solidFill>
                          <a:effectLst/>
                          <a:latin typeface="Google Sans Text"/>
                        </a:rPr>
                        <a:t>Indicates the </a:t>
                      </a:r>
                      <a:r>
                        <a:rPr lang="en-PH" sz="1100" b="1">
                          <a:solidFill>
                            <a:srgbClr val="1F1F1F"/>
                          </a:solidFill>
                          <a:effectLst/>
                          <a:latin typeface="Google Sans Text"/>
                        </a:rPr>
                        <a:t>Start</a:t>
                      </a:r>
                      <a:r>
                        <a:rPr lang="en-PH" sz="1100">
                          <a:solidFill>
                            <a:srgbClr val="1F1F1F"/>
                          </a:solidFill>
                          <a:effectLst/>
                          <a:latin typeface="Google Sans Text"/>
                        </a:rPr>
                        <a:t> or </a:t>
                      </a:r>
                      <a:r>
                        <a:rPr lang="en-PH" sz="1100" b="1">
                          <a:solidFill>
                            <a:srgbClr val="1F1F1F"/>
                          </a:solidFill>
                          <a:effectLst/>
                          <a:latin typeface="Google Sans Text"/>
                        </a:rPr>
                        <a:t>End</a:t>
                      </a:r>
                      <a:r>
                        <a:rPr lang="en-PH" sz="1100">
                          <a:solidFill>
                            <a:srgbClr val="1F1F1F"/>
                          </a:solidFill>
                          <a:effectLst/>
                          <a:latin typeface="Google Sans Text"/>
                        </a:rPr>
                        <a:t> of the entire program.</a:t>
                      </a:r>
                    </a:p>
                  </a:txBody>
                  <a:tcPr marL="42596" marR="42596" marT="28397" marB="28397" anchor="ctr">
                    <a:lnL w="4763" cap="flat" cmpd="sng" algn="ctr">
                      <a:solidFill>
                        <a:srgbClr val="C4C7C5"/>
                      </a:solidFill>
                      <a:prstDash val="solid"/>
                      <a:round/>
                      <a:headEnd type="none" w="med" len="med"/>
                      <a:tailEnd type="none" w="med" len="med"/>
                    </a:lnL>
                    <a:lnR w="4763" cap="flat" cmpd="sng" algn="ctr">
                      <a:solidFill>
                        <a:srgbClr val="C4C7C5"/>
                      </a:solidFill>
                      <a:prstDash val="solid"/>
                      <a:round/>
                      <a:headEnd type="none" w="med" len="med"/>
                      <a:tailEnd type="none" w="med" len="med"/>
                    </a:lnR>
                    <a:lnT w="4763" cap="flat" cmpd="sng" algn="ctr">
                      <a:solidFill>
                        <a:srgbClr val="C4C7C5"/>
                      </a:solidFill>
                      <a:prstDash val="solid"/>
                      <a:round/>
                      <a:headEnd type="none" w="med" len="med"/>
                      <a:tailEnd type="none" w="med" len="med"/>
                    </a:lnT>
                    <a:lnB w="4763" cap="flat" cmpd="sng" algn="ctr">
                      <a:solidFill>
                        <a:srgbClr val="C4C7C5"/>
                      </a:solidFill>
                      <a:prstDash val="solid"/>
                      <a:round/>
                      <a:headEnd type="none" w="med" len="med"/>
                      <a:tailEnd type="none" w="med" len="med"/>
                    </a:lnB>
                    <a:noFill/>
                  </a:tcPr>
                </a:tc>
                <a:tc>
                  <a:txBody>
                    <a:bodyPr/>
                    <a:lstStyle/>
                    <a:p>
                      <a:pPr marL="0" marR="0" rtl="0">
                        <a:spcAft>
                          <a:spcPts val="2400"/>
                        </a:spcAft>
                        <a:buNone/>
                      </a:pPr>
                      <a:r>
                        <a:rPr lang="en-PH" sz="1000" b="0" i="0">
                          <a:solidFill>
                            <a:srgbClr val="1F1F1F"/>
                          </a:solidFill>
                          <a:effectLst/>
                          <a:latin typeface="Google Sans Text"/>
                        </a:rPr>
                        <a:t>Start Program</a:t>
                      </a:r>
                      <a:endParaRPr lang="en-PH" sz="1100">
                        <a:solidFill>
                          <a:srgbClr val="1F1F1F"/>
                        </a:solidFill>
                        <a:effectLst/>
                        <a:latin typeface="Google Sans Text"/>
                      </a:endParaRPr>
                    </a:p>
                  </a:txBody>
                  <a:tcPr marL="42596" marR="42596" marT="28397" marB="28397" anchor="ctr">
                    <a:lnL w="4763" cap="flat" cmpd="sng" algn="ctr">
                      <a:solidFill>
                        <a:srgbClr val="C4C7C5"/>
                      </a:solidFill>
                      <a:prstDash val="solid"/>
                      <a:round/>
                      <a:headEnd type="none" w="med" len="med"/>
                      <a:tailEnd type="none" w="med" len="med"/>
                    </a:lnL>
                    <a:lnR w="4763" cap="flat" cmpd="sng" algn="ctr">
                      <a:solidFill>
                        <a:srgbClr val="C4C7C5"/>
                      </a:solidFill>
                      <a:prstDash val="solid"/>
                      <a:round/>
                      <a:headEnd type="none" w="med" len="med"/>
                      <a:tailEnd type="none" w="med" len="med"/>
                    </a:lnR>
                    <a:lnT w="4763" cap="flat" cmpd="sng" algn="ctr">
                      <a:solidFill>
                        <a:srgbClr val="C4C7C5"/>
                      </a:solidFill>
                      <a:prstDash val="solid"/>
                      <a:round/>
                      <a:headEnd type="none" w="med" len="med"/>
                      <a:tailEnd type="none" w="med" len="med"/>
                    </a:lnT>
                    <a:lnB w="4763" cap="flat" cmpd="sng" algn="ctr">
                      <a:solidFill>
                        <a:srgbClr val="C4C7C5"/>
                      </a:solidFill>
                      <a:prstDash val="solid"/>
                      <a:round/>
                      <a:headEnd type="none" w="med" len="med"/>
                      <a:tailEnd type="none" w="med" len="med"/>
                    </a:lnB>
                    <a:noFill/>
                  </a:tcPr>
                </a:tc>
                <a:extLst>
                  <a:ext uri="{0D108BD9-81ED-4DB2-BD59-A6C34878D82A}">
                    <a16:rowId xmlns:a16="http://schemas.microsoft.com/office/drawing/2014/main" val="1712145770"/>
                  </a:ext>
                </a:extLst>
              </a:tr>
              <a:tr h="692895">
                <a:tc>
                  <a:txBody>
                    <a:bodyPr/>
                    <a:lstStyle/>
                    <a:p>
                      <a:pPr marL="0" marR="0" rtl="0">
                        <a:spcAft>
                          <a:spcPts val="2400"/>
                        </a:spcAft>
                        <a:buNone/>
                      </a:pPr>
                      <a:r>
                        <a:rPr lang="en-PH" sz="1100" b="1">
                          <a:solidFill>
                            <a:srgbClr val="1F1F1F"/>
                          </a:solidFill>
                          <a:effectLst/>
                          <a:latin typeface="Google Sans Text"/>
                        </a:rPr>
                        <a:t>Parallelogram</a:t>
                      </a:r>
                      <a:endParaRPr lang="en-PH" sz="1100">
                        <a:solidFill>
                          <a:srgbClr val="1F1F1F"/>
                        </a:solidFill>
                        <a:effectLst/>
                        <a:latin typeface="Google Sans Text"/>
                      </a:endParaRPr>
                    </a:p>
                  </a:txBody>
                  <a:tcPr marL="42596" marR="42596" marT="28397" marB="28397" anchor="ctr">
                    <a:lnL w="4763" cap="flat" cmpd="sng" algn="ctr">
                      <a:solidFill>
                        <a:srgbClr val="C4C7C5"/>
                      </a:solidFill>
                      <a:prstDash val="solid"/>
                      <a:round/>
                      <a:headEnd type="none" w="med" len="med"/>
                      <a:tailEnd type="none" w="med" len="med"/>
                    </a:lnL>
                    <a:lnR w="4763" cap="flat" cmpd="sng" algn="ctr">
                      <a:solidFill>
                        <a:srgbClr val="C4C7C5"/>
                      </a:solidFill>
                      <a:prstDash val="solid"/>
                      <a:round/>
                      <a:headEnd type="none" w="med" len="med"/>
                      <a:tailEnd type="none" w="med" len="med"/>
                    </a:lnR>
                    <a:lnT w="4763" cap="flat" cmpd="sng" algn="ctr">
                      <a:solidFill>
                        <a:srgbClr val="C4C7C5"/>
                      </a:solidFill>
                      <a:prstDash val="solid"/>
                      <a:round/>
                      <a:headEnd type="none" w="med" len="med"/>
                      <a:tailEnd type="none" w="med" len="med"/>
                    </a:lnT>
                    <a:lnB w="4763" cap="flat" cmpd="sng" algn="ctr">
                      <a:solidFill>
                        <a:srgbClr val="C4C7C5"/>
                      </a:solidFill>
                      <a:prstDash val="solid"/>
                      <a:round/>
                      <a:headEnd type="none" w="med" len="med"/>
                      <a:tailEnd type="none" w="med" len="med"/>
                    </a:lnB>
                    <a:noFill/>
                  </a:tcPr>
                </a:tc>
                <a:tc>
                  <a:txBody>
                    <a:bodyPr/>
                    <a:lstStyle/>
                    <a:p>
                      <a:pPr marL="0" marR="0" rtl="0">
                        <a:spcAft>
                          <a:spcPts val="2400"/>
                        </a:spcAft>
                        <a:buNone/>
                      </a:pPr>
                      <a:r>
                        <a:rPr lang="en-PH" sz="1100">
                          <a:solidFill>
                            <a:srgbClr val="1F1F1F"/>
                          </a:solidFill>
                          <a:effectLst/>
                          <a:latin typeface="Google Sans Text"/>
                        </a:rPr>
                        <a:t>Input / Output</a:t>
                      </a:r>
                    </a:p>
                  </a:txBody>
                  <a:tcPr marL="42596" marR="42596" marT="28397" marB="28397" anchor="ctr">
                    <a:lnL w="4763" cap="flat" cmpd="sng" algn="ctr">
                      <a:solidFill>
                        <a:srgbClr val="C4C7C5"/>
                      </a:solidFill>
                      <a:prstDash val="solid"/>
                      <a:round/>
                      <a:headEnd type="none" w="med" len="med"/>
                      <a:tailEnd type="none" w="med" len="med"/>
                    </a:lnL>
                    <a:lnR w="4763" cap="flat" cmpd="sng" algn="ctr">
                      <a:solidFill>
                        <a:srgbClr val="C4C7C5"/>
                      </a:solidFill>
                      <a:prstDash val="solid"/>
                      <a:round/>
                      <a:headEnd type="none" w="med" len="med"/>
                      <a:tailEnd type="none" w="med" len="med"/>
                    </a:lnR>
                    <a:lnT w="4763" cap="flat" cmpd="sng" algn="ctr">
                      <a:solidFill>
                        <a:srgbClr val="C4C7C5"/>
                      </a:solidFill>
                      <a:prstDash val="solid"/>
                      <a:round/>
                      <a:headEnd type="none" w="med" len="med"/>
                      <a:tailEnd type="none" w="med" len="med"/>
                    </a:lnT>
                    <a:lnB w="4763" cap="flat" cmpd="sng" algn="ctr">
                      <a:solidFill>
                        <a:srgbClr val="C4C7C5"/>
                      </a:solidFill>
                      <a:prstDash val="solid"/>
                      <a:round/>
                      <a:headEnd type="none" w="med" len="med"/>
                      <a:tailEnd type="none" w="med" len="med"/>
                    </a:lnB>
                    <a:noFill/>
                  </a:tcPr>
                </a:tc>
                <a:tc>
                  <a:txBody>
                    <a:bodyPr/>
                    <a:lstStyle/>
                    <a:p>
                      <a:pPr marL="0" marR="0" rtl="0">
                        <a:spcAft>
                          <a:spcPts val="2400"/>
                        </a:spcAft>
                        <a:buNone/>
                      </a:pPr>
                      <a:r>
                        <a:rPr lang="en-PH" sz="1100">
                          <a:solidFill>
                            <a:srgbClr val="1F1F1F"/>
                          </a:solidFill>
                          <a:effectLst/>
                          <a:latin typeface="Google Sans Text"/>
                        </a:rPr>
                        <a:t>Shows data entering the system or results leaving the system.</a:t>
                      </a:r>
                    </a:p>
                  </a:txBody>
                  <a:tcPr marL="42596" marR="42596" marT="28397" marB="28397" anchor="ctr">
                    <a:lnL w="4763" cap="flat" cmpd="sng" algn="ctr">
                      <a:solidFill>
                        <a:srgbClr val="C4C7C5"/>
                      </a:solidFill>
                      <a:prstDash val="solid"/>
                      <a:round/>
                      <a:headEnd type="none" w="med" len="med"/>
                      <a:tailEnd type="none" w="med" len="med"/>
                    </a:lnL>
                    <a:lnR w="4763" cap="flat" cmpd="sng" algn="ctr">
                      <a:solidFill>
                        <a:srgbClr val="C4C7C5"/>
                      </a:solidFill>
                      <a:prstDash val="solid"/>
                      <a:round/>
                      <a:headEnd type="none" w="med" len="med"/>
                      <a:tailEnd type="none" w="med" len="med"/>
                    </a:lnR>
                    <a:lnT w="4763" cap="flat" cmpd="sng" algn="ctr">
                      <a:solidFill>
                        <a:srgbClr val="C4C7C5"/>
                      </a:solidFill>
                      <a:prstDash val="solid"/>
                      <a:round/>
                      <a:headEnd type="none" w="med" len="med"/>
                      <a:tailEnd type="none" w="med" len="med"/>
                    </a:lnT>
                    <a:lnB w="4763" cap="flat" cmpd="sng" algn="ctr">
                      <a:solidFill>
                        <a:srgbClr val="C4C7C5"/>
                      </a:solidFill>
                      <a:prstDash val="solid"/>
                      <a:round/>
                      <a:headEnd type="none" w="med" len="med"/>
                      <a:tailEnd type="none" w="med" len="med"/>
                    </a:lnB>
                    <a:noFill/>
                  </a:tcPr>
                </a:tc>
                <a:tc>
                  <a:txBody>
                    <a:bodyPr/>
                    <a:lstStyle/>
                    <a:p>
                      <a:pPr marL="0" marR="0" rtl="0">
                        <a:spcAft>
                          <a:spcPts val="2400"/>
                        </a:spcAft>
                        <a:buNone/>
                      </a:pPr>
                      <a:r>
                        <a:rPr lang="en-PH" sz="1000" b="0" i="0" dirty="0">
                          <a:solidFill>
                            <a:srgbClr val="1F1F1F"/>
                          </a:solidFill>
                          <a:effectLst/>
                          <a:latin typeface="Google Sans Text"/>
                        </a:rPr>
                        <a:t>Output: "Ticket #5"</a:t>
                      </a:r>
                      <a:endParaRPr lang="en-PH" sz="1100" dirty="0">
                        <a:solidFill>
                          <a:srgbClr val="1F1F1F"/>
                        </a:solidFill>
                        <a:effectLst/>
                        <a:latin typeface="Google Sans Text"/>
                      </a:endParaRPr>
                    </a:p>
                  </a:txBody>
                  <a:tcPr marL="42596" marR="42596" marT="28397" marB="28397" anchor="ctr">
                    <a:lnL w="4763" cap="flat" cmpd="sng" algn="ctr">
                      <a:solidFill>
                        <a:srgbClr val="C4C7C5"/>
                      </a:solidFill>
                      <a:prstDash val="solid"/>
                      <a:round/>
                      <a:headEnd type="none" w="med" len="med"/>
                      <a:tailEnd type="none" w="med" len="med"/>
                    </a:lnL>
                    <a:lnR w="4763" cap="flat" cmpd="sng" algn="ctr">
                      <a:solidFill>
                        <a:srgbClr val="C4C7C5"/>
                      </a:solidFill>
                      <a:prstDash val="solid"/>
                      <a:round/>
                      <a:headEnd type="none" w="med" len="med"/>
                      <a:tailEnd type="none" w="med" len="med"/>
                    </a:lnR>
                    <a:lnT w="4763" cap="flat" cmpd="sng" algn="ctr">
                      <a:solidFill>
                        <a:srgbClr val="C4C7C5"/>
                      </a:solidFill>
                      <a:prstDash val="solid"/>
                      <a:round/>
                      <a:headEnd type="none" w="med" len="med"/>
                      <a:tailEnd type="none" w="med" len="med"/>
                    </a:lnT>
                    <a:lnB w="4763" cap="flat" cmpd="sng" algn="ctr">
                      <a:solidFill>
                        <a:srgbClr val="C4C7C5"/>
                      </a:solidFill>
                      <a:prstDash val="solid"/>
                      <a:round/>
                      <a:headEnd type="none" w="med" len="med"/>
                      <a:tailEnd type="none" w="med" len="med"/>
                    </a:lnB>
                    <a:noFill/>
                  </a:tcPr>
                </a:tc>
                <a:extLst>
                  <a:ext uri="{0D108BD9-81ED-4DB2-BD59-A6C34878D82A}">
                    <a16:rowId xmlns:a16="http://schemas.microsoft.com/office/drawing/2014/main" val="1194347377"/>
                  </a:ext>
                </a:extLst>
              </a:tr>
              <a:tr h="692895">
                <a:tc>
                  <a:txBody>
                    <a:bodyPr/>
                    <a:lstStyle/>
                    <a:p>
                      <a:pPr marL="0" marR="0" rtl="0">
                        <a:spcAft>
                          <a:spcPts val="2400"/>
                        </a:spcAft>
                        <a:buNone/>
                      </a:pPr>
                      <a:r>
                        <a:rPr lang="en-PH" sz="1100" b="1">
                          <a:solidFill>
                            <a:srgbClr val="1F1F1F"/>
                          </a:solidFill>
                          <a:effectLst/>
                          <a:latin typeface="Google Sans Text"/>
                        </a:rPr>
                        <a:t>Rectangle</a:t>
                      </a:r>
                      <a:endParaRPr lang="en-PH" sz="1100">
                        <a:solidFill>
                          <a:srgbClr val="1F1F1F"/>
                        </a:solidFill>
                        <a:effectLst/>
                        <a:latin typeface="Google Sans Text"/>
                      </a:endParaRPr>
                    </a:p>
                  </a:txBody>
                  <a:tcPr marL="42596" marR="42596" marT="28397" marB="28397" anchor="ctr">
                    <a:lnL w="4763" cap="flat" cmpd="sng" algn="ctr">
                      <a:solidFill>
                        <a:srgbClr val="C4C7C5"/>
                      </a:solidFill>
                      <a:prstDash val="solid"/>
                      <a:round/>
                      <a:headEnd type="none" w="med" len="med"/>
                      <a:tailEnd type="none" w="med" len="med"/>
                    </a:lnL>
                    <a:lnR w="4763" cap="flat" cmpd="sng" algn="ctr">
                      <a:solidFill>
                        <a:srgbClr val="C4C7C5"/>
                      </a:solidFill>
                      <a:prstDash val="solid"/>
                      <a:round/>
                      <a:headEnd type="none" w="med" len="med"/>
                      <a:tailEnd type="none" w="med" len="med"/>
                    </a:lnR>
                    <a:lnT w="4763" cap="flat" cmpd="sng" algn="ctr">
                      <a:solidFill>
                        <a:srgbClr val="C4C7C5"/>
                      </a:solidFill>
                      <a:prstDash val="solid"/>
                      <a:round/>
                      <a:headEnd type="none" w="med" len="med"/>
                      <a:tailEnd type="none" w="med" len="med"/>
                    </a:lnT>
                    <a:lnB w="4763" cap="flat" cmpd="sng" algn="ctr">
                      <a:solidFill>
                        <a:srgbClr val="C4C7C5"/>
                      </a:solidFill>
                      <a:prstDash val="solid"/>
                      <a:round/>
                      <a:headEnd type="none" w="med" len="med"/>
                      <a:tailEnd type="none" w="med" len="med"/>
                    </a:lnB>
                    <a:noFill/>
                  </a:tcPr>
                </a:tc>
                <a:tc>
                  <a:txBody>
                    <a:bodyPr/>
                    <a:lstStyle/>
                    <a:p>
                      <a:pPr marL="0" marR="0" rtl="0">
                        <a:spcAft>
                          <a:spcPts val="2400"/>
                        </a:spcAft>
                        <a:buNone/>
                      </a:pPr>
                      <a:r>
                        <a:rPr lang="en-PH" sz="1100">
                          <a:solidFill>
                            <a:srgbClr val="1F1F1F"/>
                          </a:solidFill>
                          <a:effectLst/>
                          <a:latin typeface="Google Sans Text"/>
                        </a:rPr>
                        <a:t>Process</a:t>
                      </a:r>
                    </a:p>
                  </a:txBody>
                  <a:tcPr marL="42596" marR="42596" marT="28397" marB="28397" anchor="ctr">
                    <a:lnL w="4763" cap="flat" cmpd="sng" algn="ctr">
                      <a:solidFill>
                        <a:srgbClr val="C4C7C5"/>
                      </a:solidFill>
                      <a:prstDash val="solid"/>
                      <a:round/>
                      <a:headEnd type="none" w="med" len="med"/>
                      <a:tailEnd type="none" w="med" len="med"/>
                    </a:lnL>
                    <a:lnR w="4763" cap="flat" cmpd="sng" algn="ctr">
                      <a:solidFill>
                        <a:srgbClr val="C4C7C5"/>
                      </a:solidFill>
                      <a:prstDash val="solid"/>
                      <a:round/>
                      <a:headEnd type="none" w="med" len="med"/>
                      <a:tailEnd type="none" w="med" len="med"/>
                    </a:lnR>
                    <a:lnT w="4763" cap="flat" cmpd="sng" algn="ctr">
                      <a:solidFill>
                        <a:srgbClr val="C4C7C5"/>
                      </a:solidFill>
                      <a:prstDash val="solid"/>
                      <a:round/>
                      <a:headEnd type="none" w="med" len="med"/>
                      <a:tailEnd type="none" w="med" len="med"/>
                    </a:lnT>
                    <a:lnB w="4763" cap="flat" cmpd="sng" algn="ctr">
                      <a:solidFill>
                        <a:srgbClr val="C4C7C5"/>
                      </a:solidFill>
                      <a:prstDash val="solid"/>
                      <a:round/>
                      <a:headEnd type="none" w="med" len="med"/>
                      <a:tailEnd type="none" w="med" len="med"/>
                    </a:lnB>
                    <a:noFill/>
                  </a:tcPr>
                </a:tc>
                <a:tc>
                  <a:txBody>
                    <a:bodyPr/>
                    <a:lstStyle/>
                    <a:p>
                      <a:pPr marL="0" marR="0" rtl="0">
                        <a:spcAft>
                          <a:spcPts val="2400"/>
                        </a:spcAft>
                        <a:buNone/>
                      </a:pPr>
                      <a:r>
                        <a:rPr lang="en-PH" sz="1100">
                          <a:solidFill>
                            <a:srgbClr val="1F1F1F"/>
                          </a:solidFill>
                          <a:effectLst/>
                          <a:latin typeface="Google Sans Text"/>
                        </a:rPr>
                        <a:t>Represents an action, calculation, or internal operation.</a:t>
                      </a:r>
                    </a:p>
                  </a:txBody>
                  <a:tcPr marL="42596" marR="42596" marT="28397" marB="28397" anchor="ctr">
                    <a:lnL w="4763" cap="flat" cmpd="sng" algn="ctr">
                      <a:solidFill>
                        <a:srgbClr val="C4C7C5"/>
                      </a:solidFill>
                      <a:prstDash val="solid"/>
                      <a:round/>
                      <a:headEnd type="none" w="med" len="med"/>
                      <a:tailEnd type="none" w="med" len="med"/>
                    </a:lnL>
                    <a:lnR w="4763" cap="flat" cmpd="sng" algn="ctr">
                      <a:solidFill>
                        <a:srgbClr val="C4C7C5"/>
                      </a:solidFill>
                      <a:prstDash val="solid"/>
                      <a:round/>
                      <a:headEnd type="none" w="med" len="med"/>
                      <a:tailEnd type="none" w="med" len="med"/>
                    </a:lnR>
                    <a:lnT w="4763" cap="flat" cmpd="sng" algn="ctr">
                      <a:solidFill>
                        <a:srgbClr val="C4C7C5"/>
                      </a:solidFill>
                      <a:prstDash val="solid"/>
                      <a:round/>
                      <a:headEnd type="none" w="med" len="med"/>
                      <a:tailEnd type="none" w="med" len="med"/>
                    </a:lnT>
                    <a:lnB w="4763" cap="flat" cmpd="sng" algn="ctr">
                      <a:solidFill>
                        <a:srgbClr val="C4C7C5"/>
                      </a:solidFill>
                      <a:prstDash val="solid"/>
                      <a:round/>
                      <a:headEnd type="none" w="med" len="med"/>
                      <a:tailEnd type="none" w="med" len="med"/>
                    </a:lnB>
                    <a:noFill/>
                  </a:tcPr>
                </a:tc>
                <a:tc>
                  <a:txBody>
                    <a:bodyPr/>
                    <a:lstStyle/>
                    <a:p>
                      <a:pPr marL="0" marR="0" rtl="0">
                        <a:spcAft>
                          <a:spcPts val="2400"/>
                        </a:spcAft>
                        <a:buNone/>
                      </a:pPr>
                      <a:r>
                        <a:rPr lang="en-PH" sz="1000" b="0" i="0">
                          <a:solidFill>
                            <a:srgbClr val="1F1F1F"/>
                          </a:solidFill>
                          <a:effectLst/>
                          <a:latin typeface="Google Sans Text"/>
                        </a:rPr>
                        <a:t>CurrentNumber = CurrentNumber + 1</a:t>
                      </a:r>
                      <a:endParaRPr lang="en-PH" sz="1100">
                        <a:solidFill>
                          <a:srgbClr val="1F1F1F"/>
                        </a:solidFill>
                        <a:effectLst/>
                        <a:latin typeface="Google Sans Text"/>
                      </a:endParaRPr>
                    </a:p>
                  </a:txBody>
                  <a:tcPr marL="42596" marR="42596" marT="28397" marB="28397" anchor="ctr">
                    <a:lnL w="4763" cap="flat" cmpd="sng" algn="ctr">
                      <a:solidFill>
                        <a:srgbClr val="C4C7C5"/>
                      </a:solidFill>
                      <a:prstDash val="solid"/>
                      <a:round/>
                      <a:headEnd type="none" w="med" len="med"/>
                      <a:tailEnd type="none" w="med" len="med"/>
                    </a:lnL>
                    <a:lnR w="4763" cap="flat" cmpd="sng" algn="ctr">
                      <a:solidFill>
                        <a:srgbClr val="C4C7C5"/>
                      </a:solidFill>
                      <a:prstDash val="solid"/>
                      <a:round/>
                      <a:headEnd type="none" w="med" len="med"/>
                      <a:tailEnd type="none" w="med" len="med"/>
                    </a:lnR>
                    <a:lnT w="4763" cap="flat" cmpd="sng" algn="ctr">
                      <a:solidFill>
                        <a:srgbClr val="C4C7C5"/>
                      </a:solidFill>
                      <a:prstDash val="solid"/>
                      <a:round/>
                      <a:headEnd type="none" w="med" len="med"/>
                      <a:tailEnd type="none" w="med" len="med"/>
                    </a:lnT>
                    <a:lnB w="4763" cap="flat" cmpd="sng" algn="ctr">
                      <a:solidFill>
                        <a:srgbClr val="C4C7C5"/>
                      </a:solidFill>
                      <a:prstDash val="solid"/>
                      <a:round/>
                      <a:headEnd type="none" w="med" len="med"/>
                      <a:tailEnd type="none" w="med" len="med"/>
                    </a:lnB>
                    <a:noFill/>
                  </a:tcPr>
                </a:tc>
                <a:extLst>
                  <a:ext uri="{0D108BD9-81ED-4DB2-BD59-A6C34878D82A}">
                    <a16:rowId xmlns:a16="http://schemas.microsoft.com/office/drawing/2014/main" val="1368133574"/>
                  </a:ext>
                </a:extLst>
              </a:tr>
              <a:tr h="851920">
                <a:tc>
                  <a:txBody>
                    <a:bodyPr/>
                    <a:lstStyle/>
                    <a:p>
                      <a:pPr marL="0" marR="0" rtl="0">
                        <a:spcAft>
                          <a:spcPts val="2400"/>
                        </a:spcAft>
                        <a:buNone/>
                      </a:pPr>
                      <a:r>
                        <a:rPr lang="en-PH" sz="1100" b="1">
                          <a:solidFill>
                            <a:srgbClr val="1F1F1F"/>
                          </a:solidFill>
                          <a:effectLst/>
                          <a:latin typeface="Google Sans Text"/>
                        </a:rPr>
                        <a:t>Diamond</a:t>
                      </a:r>
                      <a:endParaRPr lang="en-PH" sz="1100">
                        <a:solidFill>
                          <a:srgbClr val="1F1F1F"/>
                        </a:solidFill>
                        <a:effectLst/>
                        <a:latin typeface="Google Sans Text"/>
                      </a:endParaRPr>
                    </a:p>
                  </a:txBody>
                  <a:tcPr marL="42596" marR="42596" marT="28397" marB="28397" anchor="ctr">
                    <a:lnL w="4763" cap="flat" cmpd="sng" algn="ctr">
                      <a:solidFill>
                        <a:srgbClr val="C4C7C5"/>
                      </a:solidFill>
                      <a:prstDash val="solid"/>
                      <a:round/>
                      <a:headEnd type="none" w="med" len="med"/>
                      <a:tailEnd type="none" w="med" len="med"/>
                    </a:lnL>
                    <a:lnR w="4763" cap="flat" cmpd="sng" algn="ctr">
                      <a:solidFill>
                        <a:srgbClr val="C4C7C5"/>
                      </a:solidFill>
                      <a:prstDash val="solid"/>
                      <a:round/>
                      <a:headEnd type="none" w="med" len="med"/>
                      <a:tailEnd type="none" w="med" len="med"/>
                    </a:lnR>
                    <a:lnT w="4763" cap="flat" cmpd="sng" algn="ctr">
                      <a:solidFill>
                        <a:srgbClr val="C4C7C5"/>
                      </a:solidFill>
                      <a:prstDash val="solid"/>
                      <a:round/>
                      <a:headEnd type="none" w="med" len="med"/>
                      <a:tailEnd type="none" w="med" len="med"/>
                    </a:lnT>
                    <a:lnB w="4763" cap="flat" cmpd="sng" algn="ctr">
                      <a:solidFill>
                        <a:srgbClr val="C4C7C5"/>
                      </a:solidFill>
                      <a:prstDash val="solid"/>
                      <a:round/>
                      <a:headEnd type="none" w="med" len="med"/>
                      <a:tailEnd type="none" w="med" len="med"/>
                    </a:lnB>
                    <a:noFill/>
                  </a:tcPr>
                </a:tc>
                <a:tc>
                  <a:txBody>
                    <a:bodyPr/>
                    <a:lstStyle/>
                    <a:p>
                      <a:pPr marL="0" marR="0" rtl="0">
                        <a:spcAft>
                          <a:spcPts val="2400"/>
                        </a:spcAft>
                        <a:buNone/>
                      </a:pPr>
                      <a:r>
                        <a:rPr lang="en-PH" sz="1100">
                          <a:solidFill>
                            <a:srgbClr val="1F1F1F"/>
                          </a:solidFill>
                          <a:effectLst/>
                          <a:latin typeface="Google Sans Text"/>
                        </a:rPr>
                        <a:t>Decision</a:t>
                      </a:r>
                    </a:p>
                  </a:txBody>
                  <a:tcPr marL="42596" marR="42596" marT="28397" marB="28397" anchor="ctr">
                    <a:lnL w="4763" cap="flat" cmpd="sng" algn="ctr">
                      <a:solidFill>
                        <a:srgbClr val="C4C7C5"/>
                      </a:solidFill>
                      <a:prstDash val="solid"/>
                      <a:round/>
                      <a:headEnd type="none" w="med" len="med"/>
                      <a:tailEnd type="none" w="med" len="med"/>
                    </a:lnL>
                    <a:lnR w="4763" cap="flat" cmpd="sng" algn="ctr">
                      <a:solidFill>
                        <a:srgbClr val="C4C7C5"/>
                      </a:solidFill>
                      <a:prstDash val="solid"/>
                      <a:round/>
                      <a:headEnd type="none" w="med" len="med"/>
                      <a:tailEnd type="none" w="med" len="med"/>
                    </a:lnR>
                    <a:lnT w="4763" cap="flat" cmpd="sng" algn="ctr">
                      <a:solidFill>
                        <a:srgbClr val="C4C7C5"/>
                      </a:solidFill>
                      <a:prstDash val="solid"/>
                      <a:round/>
                      <a:headEnd type="none" w="med" len="med"/>
                      <a:tailEnd type="none" w="med" len="med"/>
                    </a:lnT>
                    <a:lnB w="4763" cap="flat" cmpd="sng" algn="ctr">
                      <a:solidFill>
                        <a:srgbClr val="C4C7C5"/>
                      </a:solidFill>
                      <a:prstDash val="solid"/>
                      <a:round/>
                      <a:headEnd type="none" w="med" len="med"/>
                      <a:tailEnd type="none" w="med" len="med"/>
                    </a:lnB>
                    <a:noFill/>
                  </a:tcPr>
                </a:tc>
                <a:tc>
                  <a:txBody>
                    <a:bodyPr/>
                    <a:lstStyle/>
                    <a:p>
                      <a:pPr marL="0" marR="0" rtl="0">
                        <a:spcAft>
                          <a:spcPts val="2400"/>
                        </a:spcAft>
                        <a:buNone/>
                      </a:pPr>
                      <a:r>
                        <a:rPr lang="en-PH" sz="1100">
                          <a:solidFill>
                            <a:srgbClr val="1F1F1F"/>
                          </a:solidFill>
                          <a:effectLst/>
                          <a:latin typeface="Google Sans Text"/>
                        </a:rPr>
                        <a:t>Asks a Yes/No or True/False question, splitting the path of the program.</a:t>
                      </a:r>
                    </a:p>
                  </a:txBody>
                  <a:tcPr marL="42596" marR="42596" marT="28397" marB="28397" anchor="ctr">
                    <a:lnL w="4763" cap="flat" cmpd="sng" algn="ctr">
                      <a:solidFill>
                        <a:srgbClr val="C4C7C5"/>
                      </a:solidFill>
                      <a:prstDash val="solid"/>
                      <a:round/>
                      <a:headEnd type="none" w="med" len="med"/>
                      <a:tailEnd type="none" w="med" len="med"/>
                    </a:lnL>
                    <a:lnR w="4763" cap="flat" cmpd="sng" algn="ctr">
                      <a:solidFill>
                        <a:srgbClr val="C4C7C5"/>
                      </a:solidFill>
                      <a:prstDash val="solid"/>
                      <a:round/>
                      <a:headEnd type="none" w="med" len="med"/>
                      <a:tailEnd type="none" w="med" len="med"/>
                    </a:lnR>
                    <a:lnT w="4763" cap="flat" cmpd="sng" algn="ctr">
                      <a:solidFill>
                        <a:srgbClr val="C4C7C5"/>
                      </a:solidFill>
                      <a:prstDash val="solid"/>
                      <a:round/>
                      <a:headEnd type="none" w="med" len="med"/>
                      <a:tailEnd type="none" w="med" len="med"/>
                    </a:lnT>
                    <a:lnB w="4763" cap="flat" cmpd="sng" algn="ctr">
                      <a:solidFill>
                        <a:srgbClr val="C4C7C5"/>
                      </a:solidFill>
                      <a:prstDash val="solid"/>
                      <a:round/>
                      <a:headEnd type="none" w="med" len="med"/>
                      <a:tailEnd type="none" w="med" len="med"/>
                    </a:lnB>
                    <a:noFill/>
                  </a:tcPr>
                </a:tc>
                <a:tc>
                  <a:txBody>
                    <a:bodyPr/>
                    <a:lstStyle/>
                    <a:p>
                      <a:pPr marL="0" marR="0" rtl="0">
                        <a:spcAft>
                          <a:spcPts val="2400"/>
                        </a:spcAft>
                        <a:buNone/>
                      </a:pPr>
                      <a:r>
                        <a:rPr lang="en-PH" sz="1000" b="0" i="0" dirty="0">
                          <a:solidFill>
                            <a:srgbClr val="1F1F1F"/>
                          </a:solidFill>
                          <a:effectLst/>
                          <a:latin typeface="Google Sans Text"/>
                        </a:rPr>
                        <a:t>Is the printer out of paper?</a:t>
                      </a:r>
                      <a:endParaRPr lang="en-PH" sz="1100" dirty="0">
                        <a:solidFill>
                          <a:srgbClr val="1F1F1F"/>
                        </a:solidFill>
                        <a:effectLst/>
                        <a:latin typeface="Google Sans Text"/>
                      </a:endParaRPr>
                    </a:p>
                  </a:txBody>
                  <a:tcPr marL="42596" marR="42596" marT="28397" marB="28397" anchor="ctr">
                    <a:lnL w="4763" cap="flat" cmpd="sng" algn="ctr">
                      <a:solidFill>
                        <a:srgbClr val="C4C7C5"/>
                      </a:solidFill>
                      <a:prstDash val="solid"/>
                      <a:round/>
                      <a:headEnd type="none" w="med" len="med"/>
                      <a:tailEnd type="none" w="med" len="med"/>
                    </a:lnL>
                    <a:lnR w="4763" cap="flat" cmpd="sng" algn="ctr">
                      <a:solidFill>
                        <a:srgbClr val="C4C7C5"/>
                      </a:solidFill>
                      <a:prstDash val="solid"/>
                      <a:round/>
                      <a:headEnd type="none" w="med" len="med"/>
                      <a:tailEnd type="none" w="med" len="med"/>
                    </a:lnR>
                    <a:lnT w="4763" cap="flat" cmpd="sng" algn="ctr">
                      <a:solidFill>
                        <a:srgbClr val="C4C7C5"/>
                      </a:solidFill>
                      <a:prstDash val="solid"/>
                      <a:round/>
                      <a:headEnd type="none" w="med" len="med"/>
                      <a:tailEnd type="none" w="med" len="med"/>
                    </a:lnT>
                    <a:lnB w="4763" cap="flat" cmpd="sng" algn="ctr">
                      <a:solidFill>
                        <a:srgbClr val="C4C7C5"/>
                      </a:solidFill>
                      <a:prstDash val="solid"/>
                      <a:round/>
                      <a:headEnd type="none" w="med" len="med"/>
                      <a:tailEnd type="none" w="med" len="med"/>
                    </a:lnB>
                    <a:noFill/>
                  </a:tcPr>
                </a:tc>
                <a:extLst>
                  <a:ext uri="{0D108BD9-81ED-4DB2-BD59-A6C34878D82A}">
                    <a16:rowId xmlns:a16="http://schemas.microsoft.com/office/drawing/2014/main" val="2285908189"/>
                  </a:ext>
                </a:extLst>
              </a:tr>
            </a:tbl>
          </a:graphicData>
        </a:graphic>
      </p:graphicFrame>
      <p:pic>
        <p:nvPicPr>
          <p:cNvPr id="6" name="Picture 5">
            <a:extLst>
              <a:ext uri="{FF2B5EF4-FFF2-40B4-BE49-F238E27FC236}">
                <a16:creationId xmlns:a16="http://schemas.microsoft.com/office/drawing/2014/main" id="{F599A974-E015-B180-1078-8EA801594A23}"/>
              </a:ext>
            </a:extLst>
          </p:cNvPr>
          <p:cNvPicPr>
            <a:picLocks noChangeAspect="1"/>
          </p:cNvPicPr>
          <p:nvPr/>
        </p:nvPicPr>
        <p:blipFill>
          <a:blip r:embed="rId3"/>
          <a:stretch>
            <a:fillRect/>
          </a:stretch>
        </p:blipFill>
        <p:spPr>
          <a:xfrm>
            <a:off x="5707134" y="1238541"/>
            <a:ext cx="3436866" cy="3436866"/>
          </a:xfrm>
          <a:prstGeom prst="rect">
            <a:avLst/>
          </a:prstGeom>
        </p:spPr>
      </p:pic>
      <p:sp>
        <p:nvSpPr>
          <p:cNvPr id="8" name="TextBox 7">
            <a:extLst>
              <a:ext uri="{FF2B5EF4-FFF2-40B4-BE49-F238E27FC236}">
                <a16:creationId xmlns:a16="http://schemas.microsoft.com/office/drawing/2014/main" id="{69C8FF48-7E13-8AAE-DA4F-0AFE837AB319}"/>
              </a:ext>
            </a:extLst>
          </p:cNvPr>
          <p:cNvSpPr txBox="1"/>
          <p:nvPr/>
        </p:nvSpPr>
        <p:spPr>
          <a:xfrm>
            <a:off x="7026875" y="85657"/>
            <a:ext cx="2235044" cy="1015663"/>
          </a:xfrm>
          <a:prstGeom prst="rect">
            <a:avLst/>
          </a:prstGeom>
          <a:noFill/>
        </p:spPr>
        <p:txBody>
          <a:bodyPr wrap="square">
            <a:spAutoFit/>
          </a:bodyPr>
          <a:lstStyle/>
          <a:p>
            <a:r>
              <a:rPr lang="en-PH" sz="1200" b="1" dirty="0">
                <a:latin typeface="Roboto Condensed" panose="02000000000000000000" pitchFamily="2" charset="0"/>
                <a:ea typeface="Roboto Condensed" panose="02000000000000000000" pitchFamily="2" charset="0"/>
                <a:cs typeface="Roboto Condensed" panose="02000000000000000000" pitchFamily="2" charset="0"/>
              </a:rPr>
              <a:t>Best Practice Tip:</a:t>
            </a:r>
            <a:r>
              <a:rPr lang="en-PH" sz="1200" dirty="0">
                <a:latin typeface="Roboto Condensed" panose="02000000000000000000" pitchFamily="2" charset="0"/>
                <a:ea typeface="Roboto Condensed" panose="02000000000000000000" pitchFamily="2" charset="0"/>
                <a:cs typeface="Roboto Condensed" panose="02000000000000000000" pitchFamily="2" charset="0"/>
              </a:rPr>
              <a:t> Flowcharts should always flow from top to bottom, or left to right. Keep your arrows clear, and avoid crossing lines whenever possible.</a:t>
            </a:r>
          </a:p>
        </p:txBody>
      </p:sp>
    </p:spTree>
    <p:extLst>
      <p:ext uri="{BB962C8B-B14F-4D97-AF65-F5344CB8AC3E}">
        <p14:creationId xmlns:p14="http://schemas.microsoft.com/office/powerpoint/2010/main" val="3496932982"/>
      </p:ext>
    </p:extLst>
  </p:cSld>
  <p:clrMapOvr>
    <a:masterClrMapping/>
  </p:clrMapOvr>
  <p:transition>
    <p:fade thruBlk="1"/>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188">
          <a:extLst>
            <a:ext uri="{FF2B5EF4-FFF2-40B4-BE49-F238E27FC236}">
              <a16:creationId xmlns:a16="http://schemas.microsoft.com/office/drawing/2014/main" id="{57DB91D3-D524-C51A-58B4-70187421FCE5}"/>
            </a:ext>
          </a:extLst>
        </p:cNvPr>
        <p:cNvGrpSpPr/>
        <p:nvPr/>
      </p:nvGrpSpPr>
      <p:grpSpPr>
        <a:xfrm>
          <a:off x="0" y="0"/>
          <a:ext cx="0" cy="0"/>
          <a:chOff x="0" y="0"/>
          <a:chExt cx="0" cy="0"/>
        </a:xfrm>
      </p:grpSpPr>
      <p:sp>
        <p:nvSpPr>
          <p:cNvPr id="189" name="Google Shape;189;p12">
            <a:extLst>
              <a:ext uri="{FF2B5EF4-FFF2-40B4-BE49-F238E27FC236}">
                <a16:creationId xmlns:a16="http://schemas.microsoft.com/office/drawing/2014/main" id="{BD0C8C0D-AF92-D2CE-7CE2-8CE400BBBB95}"/>
              </a:ext>
            </a:extLst>
          </p:cNvPr>
          <p:cNvSpPr txBox="1">
            <a:spLocks noGrp="1"/>
          </p:cNvSpPr>
          <p:nvPr>
            <p:ph type="title"/>
          </p:nvPr>
        </p:nvSpPr>
        <p:spPr>
          <a:xfrm>
            <a:off x="814275" y="392575"/>
            <a:ext cx="5582406" cy="766200"/>
          </a:xfrm>
          <a:prstGeom prst="rect">
            <a:avLst/>
          </a:prstGeom>
        </p:spPr>
        <p:txBody>
          <a:bodyPr spcFirstLastPara="1" wrap="square" lIns="91425" tIns="91425" rIns="91425" bIns="91425" anchor="ctr" anchorCtr="0">
            <a:noAutofit/>
          </a:bodyPr>
          <a:lstStyle/>
          <a:p>
            <a:pPr lvl="0"/>
            <a:r>
              <a:rPr lang="en-PH" dirty="0"/>
              <a:t>Algorithm Design (Flowchart Steps)</a:t>
            </a:r>
            <a:endParaRPr dirty="0">
              <a:solidFill>
                <a:schemeClr val="bg1">
                  <a:lumMod val="95000"/>
                </a:schemeClr>
              </a:solidFill>
            </a:endParaRPr>
          </a:p>
        </p:txBody>
      </p:sp>
      <p:sp>
        <p:nvSpPr>
          <p:cNvPr id="192" name="Google Shape;192;p12">
            <a:extLst>
              <a:ext uri="{FF2B5EF4-FFF2-40B4-BE49-F238E27FC236}">
                <a16:creationId xmlns:a16="http://schemas.microsoft.com/office/drawing/2014/main" id="{B5241093-266B-6690-7B53-78B92B239DE5}"/>
              </a:ext>
            </a:extLst>
          </p:cNvPr>
          <p:cNvSpPr txBox="1">
            <a:spLocks noGrp="1"/>
          </p:cNvSpPr>
          <p:nvPr>
            <p:ph type="sldNum" idx="12"/>
          </p:nvPr>
        </p:nvSpPr>
        <p:spPr>
          <a:xfrm>
            <a:off x="7618000" y="4636500"/>
            <a:ext cx="1487400" cy="315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GB"/>
              <a:t>24</a:t>
            </a:fld>
            <a:endParaRPr lang="en-GB"/>
          </a:p>
        </p:txBody>
      </p:sp>
      <p:grpSp>
        <p:nvGrpSpPr>
          <p:cNvPr id="194" name="Google Shape;194;p12">
            <a:extLst>
              <a:ext uri="{FF2B5EF4-FFF2-40B4-BE49-F238E27FC236}">
                <a16:creationId xmlns:a16="http://schemas.microsoft.com/office/drawing/2014/main" id="{639028C7-E23E-967E-C3D3-D50F7F5FE416}"/>
              </a:ext>
            </a:extLst>
          </p:cNvPr>
          <p:cNvGrpSpPr/>
          <p:nvPr/>
        </p:nvGrpSpPr>
        <p:grpSpPr>
          <a:xfrm>
            <a:off x="293683" y="574116"/>
            <a:ext cx="309041" cy="403123"/>
            <a:chOff x="590250" y="244200"/>
            <a:chExt cx="407975" cy="532175"/>
          </a:xfrm>
        </p:grpSpPr>
        <p:sp>
          <p:nvSpPr>
            <p:cNvPr id="195" name="Google Shape;195;p12">
              <a:extLst>
                <a:ext uri="{FF2B5EF4-FFF2-40B4-BE49-F238E27FC236}">
                  <a16:creationId xmlns:a16="http://schemas.microsoft.com/office/drawing/2014/main" id="{B648ACCF-186D-18F4-B2D9-B5F5B9893ADC}"/>
                </a:ext>
              </a:extLst>
            </p:cNvPr>
            <p:cNvSpPr/>
            <p:nvPr/>
          </p:nvSpPr>
          <p:spPr>
            <a:xfrm>
              <a:off x="623125" y="313625"/>
              <a:ext cx="375100" cy="462750"/>
            </a:xfrm>
            <a:custGeom>
              <a:avLst/>
              <a:gdLst/>
              <a:ahLst/>
              <a:cxnLst/>
              <a:rect l="l" t="t" r="r" b="b"/>
              <a:pathLst>
                <a:path w="15004" h="18510" fill="none" extrusionOk="0">
                  <a:moveTo>
                    <a:pt x="1" y="17536"/>
                  </a:moveTo>
                  <a:lnTo>
                    <a:pt x="1" y="17536"/>
                  </a:lnTo>
                  <a:lnTo>
                    <a:pt x="1" y="17536"/>
                  </a:lnTo>
                  <a:lnTo>
                    <a:pt x="25" y="17682"/>
                  </a:lnTo>
                  <a:lnTo>
                    <a:pt x="49" y="17852"/>
                  </a:lnTo>
                  <a:lnTo>
                    <a:pt x="123" y="18023"/>
                  </a:lnTo>
                  <a:lnTo>
                    <a:pt x="220" y="18193"/>
                  </a:lnTo>
                  <a:lnTo>
                    <a:pt x="293" y="18291"/>
                  </a:lnTo>
                  <a:lnTo>
                    <a:pt x="390" y="18364"/>
                  </a:lnTo>
                  <a:lnTo>
                    <a:pt x="488" y="18412"/>
                  </a:lnTo>
                  <a:lnTo>
                    <a:pt x="610" y="18461"/>
                  </a:lnTo>
                  <a:lnTo>
                    <a:pt x="756" y="18510"/>
                  </a:lnTo>
                  <a:lnTo>
                    <a:pt x="926" y="18510"/>
                  </a:lnTo>
                  <a:lnTo>
                    <a:pt x="14468" y="18510"/>
                  </a:lnTo>
                  <a:lnTo>
                    <a:pt x="14468" y="18510"/>
                  </a:lnTo>
                  <a:lnTo>
                    <a:pt x="14541" y="18510"/>
                  </a:lnTo>
                  <a:lnTo>
                    <a:pt x="14614" y="18485"/>
                  </a:lnTo>
                  <a:lnTo>
                    <a:pt x="14736" y="18412"/>
                  </a:lnTo>
                  <a:lnTo>
                    <a:pt x="14833" y="18291"/>
                  </a:lnTo>
                  <a:lnTo>
                    <a:pt x="14906" y="18144"/>
                  </a:lnTo>
                  <a:lnTo>
                    <a:pt x="14955" y="17974"/>
                  </a:lnTo>
                  <a:lnTo>
                    <a:pt x="14979" y="17779"/>
                  </a:lnTo>
                  <a:lnTo>
                    <a:pt x="15003" y="17438"/>
                  </a:lnTo>
                  <a:lnTo>
                    <a:pt x="15003" y="487"/>
                  </a:lnTo>
                  <a:lnTo>
                    <a:pt x="15003" y="487"/>
                  </a:lnTo>
                  <a:lnTo>
                    <a:pt x="15003" y="341"/>
                  </a:lnTo>
                  <a:lnTo>
                    <a:pt x="14979" y="219"/>
                  </a:lnTo>
                  <a:lnTo>
                    <a:pt x="14955" y="146"/>
                  </a:lnTo>
                  <a:lnTo>
                    <a:pt x="14906" y="73"/>
                  </a:lnTo>
                  <a:lnTo>
                    <a:pt x="14833" y="49"/>
                  </a:lnTo>
                  <a:lnTo>
                    <a:pt x="14736" y="24"/>
                  </a:lnTo>
                  <a:lnTo>
                    <a:pt x="14468" y="0"/>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 name="Google Shape;196;p12">
              <a:extLst>
                <a:ext uri="{FF2B5EF4-FFF2-40B4-BE49-F238E27FC236}">
                  <a16:creationId xmlns:a16="http://schemas.microsoft.com/office/drawing/2014/main" id="{ABD47F79-BB0B-D0D8-B43E-B4EBE3F5E128}"/>
                </a:ext>
              </a:extLst>
            </p:cNvPr>
            <p:cNvSpPr/>
            <p:nvPr/>
          </p:nvSpPr>
          <p:spPr>
            <a:xfrm>
              <a:off x="590250" y="269775"/>
              <a:ext cx="377525" cy="462775"/>
            </a:xfrm>
            <a:custGeom>
              <a:avLst/>
              <a:gdLst/>
              <a:ahLst/>
              <a:cxnLst/>
              <a:rect l="l" t="t" r="r" b="b"/>
              <a:pathLst>
                <a:path w="15101" h="18511" fill="none" extrusionOk="0">
                  <a:moveTo>
                    <a:pt x="14321" y="0"/>
                  </a:moveTo>
                  <a:lnTo>
                    <a:pt x="780" y="0"/>
                  </a:lnTo>
                  <a:lnTo>
                    <a:pt x="780" y="0"/>
                  </a:lnTo>
                  <a:lnTo>
                    <a:pt x="634" y="25"/>
                  </a:lnTo>
                  <a:lnTo>
                    <a:pt x="488" y="74"/>
                  </a:lnTo>
                  <a:lnTo>
                    <a:pt x="342" y="122"/>
                  </a:lnTo>
                  <a:lnTo>
                    <a:pt x="220" y="220"/>
                  </a:lnTo>
                  <a:lnTo>
                    <a:pt x="122" y="341"/>
                  </a:lnTo>
                  <a:lnTo>
                    <a:pt x="74" y="488"/>
                  </a:lnTo>
                  <a:lnTo>
                    <a:pt x="25" y="634"/>
                  </a:lnTo>
                  <a:lnTo>
                    <a:pt x="1" y="780"/>
                  </a:lnTo>
                  <a:lnTo>
                    <a:pt x="1" y="17731"/>
                  </a:lnTo>
                  <a:lnTo>
                    <a:pt x="1" y="17731"/>
                  </a:lnTo>
                  <a:lnTo>
                    <a:pt x="25" y="17877"/>
                  </a:lnTo>
                  <a:lnTo>
                    <a:pt x="74" y="18023"/>
                  </a:lnTo>
                  <a:lnTo>
                    <a:pt x="122" y="18169"/>
                  </a:lnTo>
                  <a:lnTo>
                    <a:pt x="220" y="18291"/>
                  </a:lnTo>
                  <a:lnTo>
                    <a:pt x="342" y="18388"/>
                  </a:lnTo>
                  <a:lnTo>
                    <a:pt x="488" y="18437"/>
                  </a:lnTo>
                  <a:lnTo>
                    <a:pt x="634" y="18486"/>
                  </a:lnTo>
                  <a:lnTo>
                    <a:pt x="780" y="18510"/>
                  </a:lnTo>
                  <a:lnTo>
                    <a:pt x="14321" y="18510"/>
                  </a:lnTo>
                  <a:lnTo>
                    <a:pt x="14321" y="18510"/>
                  </a:lnTo>
                  <a:lnTo>
                    <a:pt x="14467" y="18486"/>
                  </a:lnTo>
                  <a:lnTo>
                    <a:pt x="14614" y="18437"/>
                  </a:lnTo>
                  <a:lnTo>
                    <a:pt x="14760" y="18388"/>
                  </a:lnTo>
                  <a:lnTo>
                    <a:pt x="14881" y="18291"/>
                  </a:lnTo>
                  <a:lnTo>
                    <a:pt x="14979" y="18169"/>
                  </a:lnTo>
                  <a:lnTo>
                    <a:pt x="15028" y="18023"/>
                  </a:lnTo>
                  <a:lnTo>
                    <a:pt x="15076" y="17877"/>
                  </a:lnTo>
                  <a:lnTo>
                    <a:pt x="15101" y="17731"/>
                  </a:lnTo>
                  <a:lnTo>
                    <a:pt x="15101" y="780"/>
                  </a:lnTo>
                  <a:lnTo>
                    <a:pt x="15101" y="780"/>
                  </a:lnTo>
                  <a:lnTo>
                    <a:pt x="15076" y="634"/>
                  </a:lnTo>
                  <a:lnTo>
                    <a:pt x="15028" y="488"/>
                  </a:lnTo>
                  <a:lnTo>
                    <a:pt x="14979" y="341"/>
                  </a:lnTo>
                  <a:lnTo>
                    <a:pt x="14881" y="220"/>
                  </a:lnTo>
                  <a:lnTo>
                    <a:pt x="14760" y="122"/>
                  </a:lnTo>
                  <a:lnTo>
                    <a:pt x="14614" y="74"/>
                  </a:lnTo>
                  <a:lnTo>
                    <a:pt x="14467" y="25"/>
                  </a:lnTo>
                  <a:lnTo>
                    <a:pt x="14321" y="0"/>
                  </a:lnTo>
                  <a:lnTo>
                    <a:pt x="14321" y="0"/>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 name="Google Shape;197;p12">
              <a:extLst>
                <a:ext uri="{FF2B5EF4-FFF2-40B4-BE49-F238E27FC236}">
                  <a16:creationId xmlns:a16="http://schemas.microsoft.com/office/drawing/2014/main" id="{2143EB92-BE58-C316-C6F5-54E29DBCCD15}"/>
                </a:ext>
              </a:extLst>
            </p:cNvPr>
            <p:cNvSpPr/>
            <p:nvPr/>
          </p:nvSpPr>
          <p:spPr>
            <a:xfrm>
              <a:off x="796650" y="274025"/>
              <a:ext cx="45100" cy="45100"/>
            </a:xfrm>
            <a:custGeom>
              <a:avLst/>
              <a:gdLst/>
              <a:ahLst/>
              <a:cxnLst/>
              <a:rect l="l" t="t" r="r" b="b"/>
              <a:pathLst>
                <a:path w="1804" h="1804" fill="none" extrusionOk="0">
                  <a:moveTo>
                    <a:pt x="902" y="1"/>
                  </a:moveTo>
                  <a:lnTo>
                    <a:pt x="902" y="1"/>
                  </a:lnTo>
                  <a:lnTo>
                    <a:pt x="1073" y="25"/>
                  </a:lnTo>
                  <a:lnTo>
                    <a:pt x="1243" y="74"/>
                  </a:lnTo>
                  <a:lnTo>
                    <a:pt x="1414" y="147"/>
                  </a:lnTo>
                  <a:lnTo>
                    <a:pt x="1535" y="269"/>
                  </a:lnTo>
                  <a:lnTo>
                    <a:pt x="1657" y="391"/>
                  </a:lnTo>
                  <a:lnTo>
                    <a:pt x="1730" y="561"/>
                  </a:lnTo>
                  <a:lnTo>
                    <a:pt x="1779" y="732"/>
                  </a:lnTo>
                  <a:lnTo>
                    <a:pt x="1803" y="902"/>
                  </a:lnTo>
                  <a:lnTo>
                    <a:pt x="1803" y="902"/>
                  </a:lnTo>
                  <a:lnTo>
                    <a:pt x="1779" y="1073"/>
                  </a:lnTo>
                  <a:lnTo>
                    <a:pt x="1730" y="1243"/>
                  </a:lnTo>
                  <a:lnTo>
                    <a:pt x="1657" y="1414"/>
                  </a:lnTo>
                  <a:lnTo>
                    <a:pt x="1535" y="1535"/>
                  </a:lnTo>
                  <a:lnTo>
                    <a:pt x="1414" y="1657"/>
                  </a:lnTo>
                  <a:lnTo>
                    <a:pt x="1243" y="1730"/>
                  </a:lnTo>
                  <a:lnTo>
                    <a:pt x="1073" y="1779"/>
                  </a:lnTo>
                  <a:lnTo>
                    <a:pt x="902" y="1803"/>
                  </a:lnTo>
                  <a:lnTo>
                    <a:pt x="902" y="1803"/>
                  </a:lnTo>
                  <a:lnTo>
                    <a:pt x="732" y="1779"/>
                  </a:lnTo>
                  <a:lnTo>
                    <a:pt x="561" y="1730"/>
                  </a:lnTo>
                  <a:lnTo>
                    <a:pt x="391" y="1657"/>
                  </a:lnTo>
                  <a:lnTo>
                    <a:pt x="269" y="1535"/>
                  </a:lnTo>
                  <a:lnTo>
                    <a:pt x="147" y="1414"/>
                  </a:lnTo>
                  <a:lnTo>
                    <a:pt x="74" y="1243"/>
                  </a:lnTo>
                  <a:lnTo>
                    <a:pt x="25" y="1073"/>
                  </a:lnTo>
                  <a:lnTo>
                    <a:pt x="1" y="902"/>
                  </a:lnTo>
                  <a:lnTo>
                    <a:pt x="1" y="902"/>
                  </a:lnTo>
                  <a:lnTo>
                    <a:pt x="25" y="732"/>
                  </a:lnTo>
                  <a:lnTo>
                    <a:pt x="74" y="561"/>
                  </a:lnTo>
                  <a:lnTo>
                    <a:pt x="147" y="391"/>
                  </a:lnTo>
                  <a:lnTo>
                    <a:pt x="269" y="269"/>
                  </a:lnTo>
                  <a:lnTo>
                    <a:pt x="391" y="147"/>
                  </a:lnTo>
                  <a:lnTo>
                    <a:pt x="561" y="74"/>
                  </a:lnTo>
                  <a:lnTo>
                    <a:pt x="732" y="25"/>
                  </a:lnTo>
                  <a:lnTo>
                    <a:pt x="902" y="1"/>
                  </a:lnTo>
                  <a:lnTo>
                    <a:pt x="902" y="1"/>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 name="Google Shape;198;p12">
              <a:extLst>
                <a:ext uri="{FF2B5EF4-FFF2-40B4-BE49-F238E27FC236}">
                  <a16:creationId xmlns:a16="http://schemas.microsoft.com/office/drawing/2014/main" id="{B523C1E4-5FB8-191A-5680-F9D66FF8BD31}"/>
                </a:ext>
              </a:extLst>
            </p:cNvPr>
            <p:cNvSpPr/>
            <p:nvPr/>
          </p:nvSpPr>
          <p:spPr>
            <a:xfrm>
              <a:off x="713850" y="274025"/>
              <a:ext cx="45075" cy="45100"/>
            </a:xfrm>
            <a:custGeom>
              <a:avLst/>
              <a:gdLst/>
              <a:ahLst/>
              <a:cxnLst/>
              <a:rect l="l" t="t" r="r" b="b"/>
              <a:pathLst>
                <a:path w="1803" h="1804" fill="none" extrusionOk="0">
                  <a:moveTo>
                    <a:pt x="902" y="1"/>
                  </a:moveTo>
                  <a:lnTo>
                    <a:pt x="902" y="1"/>
                  </a:lnTo>
                  <a:lnTo>
                    <a:pt x="1072" y="25"/>
                  </a:lnTo>
                  <a:lnTo>
                    <a:pt x="1243" y="74"/>
                  </a:lnTo>
                  <a:lnTo>
                    <a:pt x="1413" y="147"/>
                  </a:lnTo>
                  <a:lnTo>
                    <a:pt x="1535" y="269"/>
                  </a:lnTo>
                  <a:lnTo>
                    <a:pt x="1657" y="391"/>
                  </a:lnTo>
                  <a:lnTo>
                    <a:pt x="1730" y="561"/>
                  </a:lnTo>
                  <a:lnTo>
                    <a:pt x="1779" y="732"/>
                  </a:lnTo>
                  <a:lnTo>
                    <a:pt x="1803" y="902"/>
                  </a:lnTo>
                  <a:lnTo>
                    <a:pt x="1803" y="902"/>
                  </a:lnTo>
                  <a:lnTo>
                    <a:pt x="1779" y="1073"/>
                  </a:lnTo>
                  <a:lnTo>
                    <a:pt x="1730" y="1243"/>
                  </a:lnTo>
                  <a:lnTo>
                    <a:pt x="1657" y="1414"/>
                  </a:lnTo>
                  <a:lnTo>
                    <a:pt x="1535" y="1535"/>
                  </a:lnTo>
                  <a:lnTo>
                    <a:pt x="1413" y="1657"/>
                  </a:lnTo>
                  <a:lnTo>
                    <a:pt x="1243" y="1730"/>
                  </a:lnTo>
                  <a:lnTo>
                    <a:pt x="1072" y="1779"/>
                  </a:lnTo>
                  <a:lnTo>
                    <a:pt x="902" y="1803"/>
                  </a:lnTo>
                  <a:lnTo>
                    <a:pt x="902" y="1803"/>
                  </a:lnTo>
                  <a:lnTo>
                    <a:pt x="731" y="1779"/>
                  </a:lnTo>
                  <a:lnTo>
                    <a:pt x="561" y="1730"/>
                  </a:lnTo>
                  <a:lnTo>
                    <a:pt x="390" y="1657"/>
                  </a:lnTo>
                  <a:lnTo>
                    <a:pt x="269" y="1535"/>
                  </a:lnTo>
                  <a:lnTo>
                    <a:pt x="147" y="1414"/>
                  </a:lnTo>
                  <a:lnTo>
                    <a:pt x="74" y="1243"/>
                  </a:lnTo>
                  <a:lnTo>
                    <a:pt x="25" y="1073"/>
                  </a:lnTo>
                  <a:lnTo>
                    <a:pt x="1" y="902"/>
                  </a:lnTo>
                  <a:lnTo>
                    <a:pt x="1" y="902"/>
                  </a:lnTo>
                  <a:lnTo>
                    <a:pt x="25" y="732"/>
                  </a:lnTo>
                  <a:lnTo>
                    <a:pt x="74" y="561"/>
                  </a:lnTo>
                  <a:lnTo>
                    <a:pt x="147" y="391"/>
                  </a:lnTo>
                  <a:lnTo>
                    <a:pt x="269" y="269"/>
                  </a:lnTo>
                  <a:lnTo>
                    <a:pt x="390" y="147"/>
                  </a:lnTo>
                  <a:lnTo>
                    <a:pt x="561" y="74"/>
                  </a:lnTo>
                  <a:lnTo>
                    <a:pt x="731" y="25"/>
                  </a:lnTo>
                  <a:lnTo>
                    <a:pt x="902" y="1"/>
                  </a:lnTo>
                  <a:lnTo>
                    <a:pt x="902" y="1"/>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 name="Google Shape;199;p12">
              <a:extLst>
                <a:ext uri="{FF2B5EF4-FFF2-40B4-BE49-F238E27FC236}">
                  <a16:creationId xmlns:a16="http://schemas.microsoft.com/office/drawing/2014/main" id="{6C7DBBD0-661B-8C20-8F46-EBA77AC53DFF}"/>
                </a:ext>
              </a:extLst>
            </p:cNvPr>
            <p:cNvSpPr/>
            <p:nvPr/>
          </p:nvSpPr>
          <p:spPr>
            <a:xfrm>
              <a:off x="631050" y="274025"/>
              <a:ext cx="45075" cy="45100"/>
            </a:xfrm>
            <a:custGeom>
              <a:avLst/>
              <a:gdLst/>
              <a:ahLst/>
              <a:cxnLst/>
              <a:rect l="l" t="t" r="r" b="b"/>
              <a:pathLst>
                <a:path w="1803" h="1804" fill="none" extrusionOk="0">
                  <a:moveTo>
                    <a:pt x="0" y="902"/>
                  </a:moveTo>
                  <a:lnTo>
                    <a:pt x="0" y="902"/>
                  </a:lnTo>
                  <a:lnTo>
                    <a:pt x="25" y="732"/>
                  </a:lnTo>
                  <a:lnTo>
                    <a:pt x="73" y="561"/>
                  </a:lnTo>
                  <a:lnTo>
                    <a:pt x="147" y="391"/>
                  </a:lnTo>
                  <a:lnTo>
                    <a:pt x="268" y="269"/>
                  </a:lnTo>
                  <a:lnTo>
                    <a:pt x="390" y="147"/>
                  </a:lnTo>
                  <a:lnTo>
                    <a:pt x="561" y="74"/>
                  </a:lnTo>
                  <a:lnTo>
                    <a:pt x="731" y="25"/>
                  </a:lnTo>
                  <a:lnTo>
                    <a:pt x="902" y="1"/>
                  </a:lnTo>
                  <a:lnTo>
                    <a:pt x="902" y="1"/>
                  </a:lnTo>
                  <a:lnTo>
                    <a:pt x="1072" y="25"/>
                  </a:lnTo>
                  <a:lnTo>
                    <a:pt x="1243" y="74"/>
                  </a:lnTo>
                  <a:lnTo>
                    <a:pt x="1413" y="147"/>
                  </a:lnTo>
                  <a:lnTo>
                    <a:pt x="1535" y="269"/>
                  </a:lnTo>
                  <a:lnTo>
                    <a:pt x="1657" y="391"/>
                  </a:lnTo>
                  <a:lnTo>
                    <a:pt x="1730" y="561"/>
                  </a:lnTo>
                  <a:lnTo>
                    <a:pt x="1778" y="732"/>
                  </a:lnTo>
                  <a:lnTo>
                    <a:pt x="1803" y="902"/>
                  </a:lnTo>
                  <a:lnTo>
                    <a:pt x="1803" y="902"/>
                  </a:lnTo>
                  <a:lnTo>
                    <a:pt x="1778" y="1073"/>
                  </a:lnTo>
                  <a:lnTo>
                    <a:pt x="1730" y="1243"/>
                  </a:lnTo>
                  <a:lnTo>
                    <a:pt x="1657" y="1414"/>
                  </a:lnTo>
                  <a:lnTo>
                    <a:pt x="1535" y="1535"/>
                  </a:lnTo>
                  <a:lnTo>
                    <a:pt x="1413" y="1657"/>
                  </a:lnTo>
                  <a:lnTo>
                    <a:pt x="1243" y="1730"/>
                  </a:lnTo>
                  <a:lnTo>
                    <a:pt x="1072" y="1779"/>
                  </a:lnTo>
                  <a:lnTo>
                    <a:pt x="902" y="1803"/>
                  </a:lnTo>
                  <a:lnTo>
                    <a:pt x="902" y="1803"/>
                  </a:lnTo>
                  <a:lnTo>
                    <a:pt x="731" y="1779"/>
                  </a:lnTo>
                  <a:lnTo>
                    <a:pt x="561" y="1730"/>
                  </a:lnTo>
                  <a:lnTo>
                    <a:pt x="390" y="1657"/>
                  </a:lnTo>
                  <a:lnTo>
                    <a:pt x="268" y="1535"/>
                  </a:lnTo>
                  <a:lnTo>
                    <a:pt x="147" y="1414"/>
                  </a:lnTo>
                  <a:lnTo>
                    <a:pt x="73" y="1243"/>
                  </a:lnTo>
                  <a:lnTo>
                    <a:pt x="25" y="1073"/>
                  </a:lnTo>
                  <a:lnTo>
                    <a:pt x="0" y="902"/>
                  </a:lnTo>
                  <a:lnTo>
                    <a:pt x="0" y="902"/>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 name="Google Shape;200;p12">
              <a:extLst>
                <a:ext uri="{FF2B5EF4-FFF2-40B4-BE49-F238E27FC236}">
                  <a16:creationId xmlns:a16="http://schemas.microsoft.com/office/drawing/2014/main" id="{6C77F1D3-2B86-5251-DC61-3A70878C5085}"/>
                </a:ext>
              </a:extLst>
            </p:cNvPr>
            <p:cNvSpPr/>
            <p:nvPr/>
          </p:nvSpPr>
          <p:spPr>
            <a:xfrm>
              <a:off x="649925" y="590050"/>
              <a:ext cx="133975" cy="25"/>
            </a:xfrm>
            <a:custGeom>
              <a:avLst/>
              <a:gdLst/>
              <a:ahLst/>
              <a:cxnLst/>
              <a:rect l="l" t="t" r="r" b="b"/>
              <a:pathLst>
                <a:path w="5359" h="1" fill="none" extrusionOk="0">
                  <a:moveTo>
                    <a:pt x="5358" y="0"/>
                  </a:moveTo>
                  <a:lnTo>
                    <a:pt x="0" y="0"/>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 name="Google Shape;201;p12">
              <a:extLst>
                <a:ext uri="{FF2B5EF4-FFF2-40B4-BE49-F238E27FC236}">
                  <a16:creationId xmlns:a16="http://schemas.microsoft.com/office/drawing/2014/main" id="{1B44929D-FCC4-8B68-C58D-7CD432508C06}"/>
                </a:ext>
              </a:extLst>
            </p:cNvPr>
            <p:cNvSpPr/>
            <p:nvPr/>
          </p:nvSpPr>
          <p:spPr>
            <a:xfrm>
              <a:off x="649925" y="534625"/>
              <a:ext cx="255750" cy="25"/>
            </a:xfrm>
            <a:custGeom>
              <a:avLst/>
              <a:gdLst/>
              <a:ahLst/>
              <a:cxnLst/>
              <a:rect l="l" t="t" r="r" b="b"/>
              <a:pathLst>
                <a:path w="10230" h="1" fill="none" extrusionOk="0">
                  <a:moveTo>
                    <a:pt x="10229" y="1"/>
                  </a:moveTo>
                  <a:lnTo>
                    <a:pt x="0" y="1"/>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 name="Google Shape;202;p12">
              <a:extLst>
                <a:ext uri="{FF2B5EF4-FFF2-40B4-BE49-F238E27FC236}">
                  <a16:creationId xmlns:a16="http://schemas.microsoft.com/office/drawing/2014/main" id="{E975349E-4E1C-E468-53D9-008A74450332}"/>
                </a:ext>
              </a:extLst>
            </p:cNvPr>
            <p:cNvSpPr/>
            <p:nvPr/>
          </p:nvSpPr>
          <p:spPr>
            <a:xfrm>
              <a:off x="649925" y="479825"/>
              <a:ext cx="255750" cy="25"/>
            </a:xfrm>
            <a:custGeom>
              <a:avLst/>
              <a:gdLst/>
              <a:ahLst/>
              <a:cxnLst/>
              <a:rect l="l" t="t" r="r" b="b"/>
              <a:pathLst>
                <a:path w="10230" h="1" fill="none" extrusionOk="0">
                  <a:moveTo>
                    <a:pt x="10229" y="1"/>
                  </a:moveTo>
                  <a:lnTo>
                    <a:pt x="0" y="1"/>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 name="Google Shape;203;p12">
              <a:extLst>
                <a:ext uri="{FF2B5EF4-FFF2-40B4-BE49-F238E27FC236}">
                  <a16:creationId xmlns:a16="http://schemas.microsoft.com/office/drawing/2014/main" id="{6316A755-5DF8-9923-6309-1EDE5DB96E39}"/>
                </a:ext>
              </a:extLst>
            </p:cNvPr>
            <p:cNvSpPr/>
            <p:nvPr/>
          </p:nvSpPr>
          <p:spPr>
            <a:xfrm>
              <a:off x="649925" y="424425"/>
              <a:ext cx="255750" cy="25"/>
            </a:xfrm>
            <a:custGeom>
              <a:avLst/>
              <a:gdLst/>
              <a:ahLst/>
              <a:cxnLst/>
              <a:rect l="l" t="t" r="r" b="b"/>
              <a:pathLst>
                <a:path w="10230" h="1" fill="none" extrusionOk="0">
                  <a:moveTo>
                    <a:pt x="10229" y="1"/>
                  </a:moveTo>
                  <a:lnTo>
                    <a:pt x="0" y="1"/>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 name="Google Shape;204;p12">
              <a:extLst>
                <a:ext uri="{FF2B5EF4-FFF2-40B4-BE49-F238E27FC236}">
                  <a16:creationId xmlns:a16="http://schemas.microsoft.com/office/drawing/2014/main" id="{20C34FC4-EDEA-0224-F62D-A61CE9253756}"/>
                </a:ext>
              </a:extLst>
            </p:cNvPr>
            <p:cNvSpPr/>
            <p:nvPr/>
          </p:nvSpPr>
          <p:spPr>
            <a:xfrm>
              <a:off x="879475" y="274025"/>
              <a:ext cx="45075" cy="45100"/>
            </a:xfrm>
            <a:custGeom>
              <a:avLst/>
              <a:gdLst/>
              <a:ahLst/>
              <a:cxnLst/>
              <a:rect l="l" t="t" r="r" b="b"/>
              <a:pathLst>
                <a:path w="1803" h="1804" fill="none" extrusionOk="0">
                  <a:moveTo>
                    <a:pt x="901" y="1803"/>
                  </a:moveTo>
                  <a:lnTo>
                    <a:pt x="901" y="1803"/>
                  </a:lnTo>
                  <a:lnTo>
                    <a:pt x="731" y="1779"/>
                  </a:lnTo>
                  <a:lnTo>
                    <a:pt x="560" y="1730"/>
                  </a:lnTo>
                  <a:lnTo>
                    <a:pt x="390" y="1657"/>
                  </a:lnTo>
                  <a:lnTo>
                    <a:pt x="268" y="1535"/>
                  </a:lnTo>
                  <a:lnTo>
                    <a:pt x="146" y="1414"/>
                  </a:lnTo>
                  <a:lnTo>
                    <a:pt x="73" y="1243"/>
                  </a:lnTo>
                  <a:lnTo>
                    <a:pt x="25" y="1073"/>
                  </a:lnTo>
                  <a:lnTo>
                    <a:pt x="0" y="902"/>
                  </a:lnTo>
                  <a:lnTo>
                    <a:pt x="0" y="902"/>
                  </a:lnTo>
                  <a:lnTo>
                    <a:pt x="25" y="732"/>
                  </a:lnTo>
                  <a:lnTo>
                    <a:pt x="73" y="561"/>
                  </a:lnTo>
                  <a:lnTo>
                    <a:pt x="146" y="391"/>
                  </a:lnTo>
                  <a:lnTo>
                    <a:pt x="268" y="269"/>
                  </a:lnTo>
                  <a:lnTo>
                    <a:pt x="390" y="147"/>
                  </a:lnTo>
                  <a:lnTo>
                    <a:pt x="560" y="74"/>
                  </a:lnTo>
                  <a:lnTo>
                    <a:pt x="731" y="25"/>
                  </a:lnTo>
                  <a:lnTo>
                    <a:pt x="901" y="1"/>
                  </a:lnTo>
                  <a:lnTo>
                    <a:pt x="901" y="1"/>
                  </a:lnTo>
                  <a:lnTo>
                    <a:pt x="1072" y="25"/>
                  </a:lnTo>
                  <a:lnTo>
                    <a:pt x="1242" y="74"/>
                  </a:lnTo>
                  <a:lnTo>
                    <a:pt x="1413" y="147"/>
                  </a:lnTo>
                  <a:lnTo>
                    <a:pt x="1535" y="269"/>
                  </a:lnTo>
                  <a:lnTo>
                    <a:pt x="1656" y="391"/>
                  </a:lnTo>
                  <a:lnTo>
                    <a:pt x="1729" y="561"/>
                  </a:lnTo>
                  <a:lnTo>
                    <a:pt x="1778" y="732"/>
                  </a:lnTo>
                  <a:lnTo>
                    <a:pt x="1802" y="902"/>
                  </a:lnTo>
                  <a:lnTo>
                    <a:pt x="1802" y="902"/>
                  </a:lnTo>
                  <a:lnTo>
                    <a:pt x="1778" y="1073"/>
                  </a:lnTo>
                  <a:lnTo>
                    <a:pt x="1729" y="1243"/>
                  </a:lnTo>
                  <a:lnTo>
                    <a:pt x="1656" y="1414"/>
                  </a:lnTo>
                  <a:lnTo>
                    <a:pt x="1535" y="1535"/>
                  </a:lnTo>
                  <a:lnTo>
                    <a:pt x="1413" y="1657"/>
                  </a:lnTo>
                  <a:lnTo>
                    <a:pt x="1242" y="1730"/>
                  </a:lnTo>
                  <a:lnTo>
                    <a:pt x="1072" y="1779"/>
                  </a:lnTo>
                  <a:lnTo>
                    <a:pt x="901" y="1803"/>
                  </a:lnTo>
                  <a:lnTo>
                    <a:pt x="901" y="1803"/>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 name="Google Shape;205;p12">
              <a:extLst>
                <a:ext uri="{FF2B5EF4-FFF2-40B4-BE49-F238E27FC236}">
                  <a16:creationId xmlns:a16="http://schemas.microsoft.com/office/drawing/2014/main" id="{241817AA-853E-73B4-16B5-23CC3D429A20}"/>
                </a:ext>
              </a:extLst>
            </p:cNvPr>
            <p:cNvSpPr/>
            <p:nvPr/>
          </p:nvSpPr>
          <p:spPr>
            <a:xfrm>
              <a:off x="654800" y="244200"/>
              <a:ext cx="25" cy="51175"/>
            </a:xfrm>
            <a:custGeom>
              <a:avLst/>
              <a:gdLst/>
              <a:ahLst/>
              <a:cxnLst/>
              <a:rect l="l" t="t" r="r" b="b"/>
              <a:pathLst>
                <a:path w="1" h="2047" fill="none" extrusionOk="0">
                  <a:moveTo>
                    <a:pt x="0" y="1"/>
                  </a:moveTo>
                  <a:lnTo>
                    <a:pt x="0" y="2046"/>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 name="Google Shape;206;p12">
              <a:extLst>
                <a:ext uri="{FF2B5EF4-FFF2-40B4-BE49-F238E27FC236}">
                  <a16:creationId xmlns:a16="http://schemas.microsoft.com/office/drawing/2014/main" id="{2D9A7A39-397E-DAF2-B1EC-3198CD0678E1}"/>
                </a:ext>
              </a:extLst>
            </p:cNvPr>
            <p:cNvSpPr/>
            <p:nvPr/>
          </p:nvSpPr>
          <p:spPr>
            <a:xfrm>
              <a:off x="737600" y="244200"/>
              <a:ext cx="25" cy="51175"/>
            </a:xfrm>
            <a:custGeom>
              <a:avLst/>
              <a:gdLst/>
              <a:ahLst/>
              <a:cxnLst/>
              <a:rect l="l" t="t" r="r" b="b"/>
              <a:pathLst>
                <a:path w="1" h="2047" fill="none" extrusionOk="0">
                  <a:moveTo>
                    <a:pt x="1" y="1"/>
                  </a:moveTo>
                  <a:lnTo>
                    <a:pt x="1" y="2046"/>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 name="Google Shape;207;p12">
              <a:extLst>
                <a:ext uri="{FF2B5EF4-FFF2-40B4-BE49-F238E27FC236}">
                  <a16:creationId xmlns:a16="http://schemas.microsoft.com/office/drawing/2014/main" id="{C9F6460D-858F-D157-0853-8BB51D50C853}"/>
                </a:ext>
              </a:extLst>
            </p:cNvPr>
            <p:cNvSpPr/>
            <p:nvPr/>
          </p:nvSpPr>
          <p:spPr>
            <a:xfrm>
              <a:off x="820400" y="244200"/>
              <a:ext cx="25" cy="51175"/>
            </a:xfrm>
            <a:custGeom>
              <a:avLst/>
              <a:gdLst/>
              <a:ahLst/>
              <a:cxnLst/>
              <a:rect l="l" t="t" r="r" b="b"/>
              <a:pathLst>
                <a:path w="1" h="2047" fill="none" extrusionOk="0">
                  <a:moveTo>
                    <a:pt x="1" y="1"/>
                  </a:moveTo>
                  <a:lnTo>
                    <a:pt x="1" y="2046"/>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 name="Google Shape;208;p12">
              <a:extLst>
                <a:ext uri="{FF2B5EF4-FFF2-40B4-BE49-F238E27FC236}">
                  <a16:creationId xmlns:a16="http://schemas.microsoft.com/office/drawing/2014/main" id="{C92932F9-8F1E-68DB-938C-64EE87A3376C}"/>
                </a:ext>
              </a:extLst>
            </p:cNvPr>
            <p:cNvSpPr/>
            <p:nvPr/>
          </p:nvSpPr>
          <p:spPr>
            <a:xfrm>
              <a:off x="903225" y="244200"/>
              <a:ext cx="25" cy="51175"/>
            </a:xfrm>
            <a:custGeom>
              <a:avLst/>
              <a:gdLst/>
              <a:ahLst/>
              <a:cxnLst/>
              <a:rect l="l" t="t" r="r" b="b"/>
              <a:pathLst>
                <a:path w="1" h="2047" fill="none" extrusionOk="0">
                  <a:moveTo>
                    <a:pt x="0" y="1"/>
                  </a:moveTo>
                  <a:lnTo>
                    <a:pt x="0" y="2046"/>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5" name="Text Placeholder 4">
            <a:extLst>
              <a:ext uri="{FF2B5EF4-FFF2-40B4-BE49-F238E27FC236}">
                <a16:creationId xmlns:a16="http://schemas.microsoft.com/office/drawing/2014/main" id="{270145FA-B01F-712A-4DA6-1E0354F9103D}"/>
              </a:ext>
            </a:extLst>
          </p:cNvPr>
          <p:cNvSpPr>
            <a:spLocks noGrp="1"/>
          </p:cNvSpPr>
          <p:nvPr>
            <p:ph type="body" idx="2"/>
          </p:nvPr>
        </p:nvSpPr>
        <p:spPr>
          <a:xfrm>
            <a:off x="1" y="1346571"/>
            <a:ext cx="4633784" cy="2807776"/>
          </a:xfrm>
        </p:spPr>
        <p:txBody>
          <a:bodyPr/>
          <a:lstStyle/>
          <a:p>
            <a:r>
              <a:rPr lang="en-PH" sz="1800" dirty="0"/>
              <a:t>Problem Definition</a:t>
            </a:r>
          </a:p>
          <a:p>
            <a:pPr lvl="0"/>
            <a:r>
              <a:rPr lang="en-PH" sz="1800" b="1" dirty="0"/>
              <a:t>Goal:</a:t>
            </a:r>
            <a:r>
              <a:rPr lang="en-PH" sz="1800" dirty="0"/>
              <a:t> Cook a standard pot of pork adobo.</a:t>
            </a:r>
          </a:p>
          <a:p>
            <a:pPr lvl="0"/>
            <a:r>
              <a:rPr lang="en-PH" sz="1800" b="1" dirty="0"/>
              <a:t>Constraint:</a:t>
            </a:r>
            <a:r>
              <a:rPr lang="en-PH" sz="1800" dirty="0"/>
              <a:t> The meat must be simmered until it is perfectly tender. The process cannot finish until this condition is met.</a:t>
            </a:r>
          </a:p>
          <a:p>
            <a:r>
              <a:rPr lang="en-PH" sz="1800" dirty="0"/>
              <a:t>Problem Analysis (IPO Model)</a:t>
            </a:r>
          </a:p>
          <a:p>
            <a:pPr lvl="1"/>
            <a:endParaRPr lang="en-PH" sz="1800" dirty="0"/>
          </a:p>
        </p:txBody>
      </p:sp>
      <p:graphicFrame>
        <p:nvGraphicFramePr>
          <p:cNvPr id="3" name="Table 2">
            <a:extLst>
              <a:ext uri="{FF2B5EF4-FFF2-40B4-BE49-F238E27FC236}">
                <a16:creationId xmlns:a16="http://schemas.microsoft.com/office/drawing/2014/main" id="{EB1A2827-BB4B-6EE7-2032-571F7362AE33}"/>
              </a:ext>
            </a:extLst>
          </p:cNvPr>
          <p:cNvGraphicFramePr>
            <a:graphicFrameLocks noGrp="1"/>
          </p:cNvGraphicFramePr>
          <p:nvPr/>
        </p:nvGraphicFramePr>
        <p:xfrm>
          <a:off x="4753233" y="1504413"/>
          <a:ext cx="4226009" cy="2979772"/>
        </p:xfrm>
        <a:graphic>
          <a:graphicData uri="http://schemas.openxmlformats.org/drawingml/2006/table">
            <a:tbl>
              <a:tblPr/>
              <a:tblGrid>
                <a:gridCol w="1076305">
                  <a:extLst>
                    <a:ext uri="{9D8B030D-6E8A-4147-A177-3AD203B41FA5}">
                      <a16:colId xmlns:a16="http://schemas.microsoft.com/office/drawing/2014/main" val="1881597606"/>
                    </a:ext>
                  </a:extLst>
                </a:gridCol>
                <a:gridCol w="2008170">
                  <a:extLst>
                    <a:ext uri="{9D8B030D-6E8A-4147-A177-3AD203B41FA5}">
                      <a16:colId xmlns:a16="http://schemas.microsoft.com/office/drawing/2014/main" val="2031046362"/>
                    </a:ext>
                  </a:extLst>
                </a:gridCol>
                <a:gridCol w="1141534">
                  <a:extLst>
                    <a:ext uri="{9D8B030D-6E8A-4147-A177-3AD203B41FA5}">
                      <a16:colId xmlns:a16="http://schemas.microsoft.com/office/drawing/2014/main" val="1081791866"/>
                    </a:ext>
                  </a:extLst>
                </a:gridCol>
              </a:tblGrid>
              <a:tr h="156371">
                <a:tc>
                  <a:txBody>
                    <a:bodyPr/>
                    <a:lstStyle/>
                    <a:p>
                      <a:pPr>
                        <a:spcAft>
                          <a:spcPts val="2400"/>
                        </a:spcAft>
                        <a:buNone/>
                      </a:pPr>
                      <a:r>
                        <a:rPr lang="en-PH" sz="900" b="1">
                          <a:effectLst/>
                          <a:latin typeface="Roboto Condensed" panose="02000000000000000000" pitchFamily="2" charset="0"/>
                          <a:ea typeface="Roboto Condensed" panose="02000000000000000000" pitchFamily="2" charset="0"/>
                          <a:cs typeface="Roboto Condensed" panose="02000000000000000000" pitchFamily="2" charset="0"/>
                        </a:rPr>
                        <a:t>Input</a:t>
                      </a:r>
                      <a:endParaRPr lang="en-PH" sz="900">
                        <a:effectLst/>
                        <a:latin typeface="Roboto Condensed" panose="02000000000000000000" pitchFamily="2" charset="0"/>
                        <a:ea typeface="Roboto Condensed" panose="02000000000000000000" pitchFamily="2" charset="0"/>
                        <a:cs typeface="Roboto Condensed" panose="02000000000000000000" pitchFamily="2" charset="0"/>
                      </a:endParaRPr>
                    </a:p>
                  </a:txBody>
                  <a:tcPr marL="20135" marR="20135" marT="13423" marB="13423" anchor="ctr">
                    <a:lnL w="4763" cap="flat" cmpd="sng" algn="ctr">
                      <a:solidFill>
                        <a:srgbClr val="C4C7C5"/>
                      </a:solidFill>
                      <a:prstDash val="solid"/>
                      <a:round/>
                      <a:headEnd type="none" w="med" len="med"/>
                      <a:tailEnd type="none" w="med" len="med"/>
                    </a:lnL>
                    <a:lnR w="4763" cap="flat" cmpd="sng" algn="ctr">
                      <a:solidFill>
                        <a:srgbClr val="C4C7C5"/>
                      </a:solidFill>
                      <a:prstDash val="solid"/>
                      <a:round/>
                      <a:headEnd type="none" w="med" len="med"/>
                      <a:tailEnd type="none" w="med" len="med"/>
                    </a:lnR>
                    <a:lnT w="4763" cap="flat" cmpd="sng" algn="ctr">
                      <a:solidFill>
                        <a:srgbClr val="C4C7C5"/>
                      </a:solidFill>
                      <a:prstDash val="solid"/>
                      <a:round/>
                      <a:headEnd type="none" w="med" len="med"/>
                      <a:tailEnd type="none" w="med" len="med"/>
                    </a:lnT>
                    <a:lnB w="4763" cap="flat" cmpd="sng" algn="ctr">
                      <a:solidFill>
                        <a:srgbClr val="C4C7C5"/>
                      </a:solidFill>
                      <a:prstDash val="solid"/>
                      <a:round/>
                      <a:headEnd type="none" w="med" len="med"/>
                      <a:tailEnd type="none" w="med" len="med"/>
                    </a:lnB>
                    <a:noFill/>
                  </a:tcPr>
                </a:tc>
                <a:tc>
                  <a:txBody>
                    <a:bodyPr/>
                    <a:lstStyle/>
                    <a:p>
                      <a:pPr>
                        <a:spcAft>
                          <a:spcPts val="2400"/>
                        </a:spcAft>
                        <a:buNone/>
                      </a:pPr>
                      <a:r>
                        <a:rPr lang="en-PH" sz="900" b="1">
                          <a:effectLst/>
                          <a:latin typeface="Roboto Condensed" panose="02000000000000000000" pitchFamily="2" charset="0"/>
                          <a:ea typeface="Roboto Condensed" panose="02000000000000000000" pitchFamily="2" charset="0"/>
                          <a:cs typeface="Roboto Condensed" panose="02000000000000000000" pitchFamily="2" charset="0"/>
                        </a:rPr>
                        <a:t>Process</a:t>
                      </a:r>
                      <a:endParaRPr lang="en-PH" sz="900">
                        <a:effectLst/>
                        <a:latin typeface="Roboto Condensed" panose="02000000000000000000" pitchFamily="2" charset="0"/>
                        <a:ea typeface="Roboto Condensed" panose="02000000000000000000" pitchFamily="2" charset="0"/>
                        <a:cs typeface="Roboto Condensed" panose="02000000000000000000" pitchFamily="2" charset="0"/>
                      </a:endParaRPr>
                    </a:p>
                  </a:txBody>
                  <a:tcPr marL="20135" marR="20135" marT="13423" marB="13423" anchor="ctr">
                    <a:lnL w="4763" cap="flat" cmpd="sng" algn="ctr">
                      <a:solidFill>
                        <a:srgbClr val="C4C7C5"/>
                      </a:solidFill>
                      <a:prstDash val="solid"/>
                      <a:round/>
                      <a:headEnd type="none" w="med" len="med"/>
                      <a:tailEnd type="none" w="med" len="med"/>
                    </a:lnL>
                    <a:lnR w="4763" cap="flat" cmpd="sng" algn="ctr">
                      <a:solidFill>
                        <a:srgbClr val="C4C7C5"/>
                      </a:solidFill>
                      <a:prstDash val="solid"/>
                      <a:round/>
                      <a:headEnd type="none" w="med" len="med"/>
                      <a:tailEnd type="none" w="med" len="med"/>
                    </a:lnR>
                    <a:lnT w="4763" cap="flat" cmpd="sng" algn="ctr">
                      <a:solidFill>
                        <a:srgbClr val="C4C7C5"/>
                      </a:solidFill>
                      <a:prstDash val="solid"/>
                      <a:round/>
                      <a:headEnd type="none" w="med" len="med"/>
                      <a:tailEnd type="none" w="med" len="med"/>
                    </a:lnT>
                    <a:lnB w="4763" cap="flat" cmpd="sng" algn="ctr">
                      <a:solidFill>
                        <a:srgbClr val="C4C7C5"/>
                      </a:solidFill>
                      <a:prstDash val="solid"/>
                      <a:round/>
                      <a:headEnd type="none" w="med" len="med"/>
                      <a:tailEnd type="none" w="med" len="med"/>
                    </a:lnB>
                    <a:noFill/>
                  </a:tcPr>
                </a:tc>
                <a:tc>
                  <a:txBody>
                    <a:bodyPr/>
                    <a:lstStyle/>
                    <a:p>
                      <a:pPr>
                        <a:spcAft>
                          <a:spcPts val="2400"/>
                        </a:spcAft>
                        <a:buNone/>
                      </a:pPr>
                      <a:r>
                        <a:rPr lang="en-PH" sz="900" b="1">
                          <a:effectLst/>
                          <a:latin typeface="Roboto Condensed" panose="02000000000000000000" pitchFamily="2" charset="0"/>
                          <a:ea typeface="Roboto Condensed" panose="02000000000000000000" pitchFamily="2" charset="0"/>
                          <a:cs typeface="Roboto Condensed" panose="02000000000000000000" pitchFamily="2" charset="0"/>
                        </a:rPr>
                        <a:t>Output</a:t>
                      </a:r>
                      <a:endParaRPr lang="en-PH" sz="900">
                        <a:effectLst/>
                        <a:latin typeface="Roboto Condensed" panose="02000000000000000000" pitchFamily="2" charset="0"/>
                        <a:ea typeface="Roboto Condensed" panose="02000000000000000000" pitchFamily="2" charset="0"/>
                        <a:cs typeface="Roboto Condensed" panose="02000000000000000000" pitchFamily="2" charset="0"/>
                      </a:endParaRPr>
                    </a:p>
                  </a:txBody>
                  <a:tcPr marL="20135" marR="20135" marT="13423" marB="13423" anchor="ctr">
                    <a:lnL w="4763" cap="flat" cmpd="sng" algn="ctr">
                      <a:solidFill>
                        <a:srgbClr val="C4C7C5"/>
                      </a:solidFill>
                      <a:prstDash val="solid"/>
                      <a:round/>
                      <a:headEnd type="none" w="med" len="med"/>
                      <a:tailEnd type="none" w="med" len="med"/>
                    </a:lnL>
                    <a:lnR w="4763" cap="flat" cmpd="sng" algn="ctr">
                      <a:solidFill>
                        <a:srgbClr val="C4C7C5"/>
                      </a:solidFill>
                      <a:prstDash val="solid"/>
                      <a:round/>
                      <a:headEnd type="none" w="med" len="med"/>
                      <a:tailEnd type="none" w="med" len="med"/>
                    </a:lnR>
                    <a:lnT w="4763" cap="flat" cmpd="sng" algn="ctr">
                      <a:solidFill>
                        <a:srgbClr val="C4C7C5"/>
                      </a:solidFill>
                      <a:prstDash val="solid"/>
                      <a:round/>
                      <a:headEnd type="none" w="med" len="med"/>
                      <a:tailEnd type="none" w="med" len="med"/>
                    </a:lnT>
                    <a:lnB w="4763" cap="flat" cmpd="sng" algn="ctr">
                      <a:solidFill>
                        <a:srgbClr val="C4C7C5"/>
                      </a:solidFill>
                      <a:prstDash val="solid"/>
                      <a:round/>
                      <a:headEnd type="none" w="med" len="med"/>
                      <a:tailEnd type="none" w="med" len="med"/>
                    </a:lnB>
                    <a:noFill/>
                  </a:tcPr>
                </a:tc>
                <a:extLst>
                  <a:ext uri="{0D108BD9-81ED-4DB2-BD59-A6C34878D82A}">
                    <a16:rowId xmlns:a16="http://schemas.microsoft.com/office/drawing/2014/main" val="2325905091"/>
                  </a:ext>
                </a:extLst>
              </a:tr>
              <a:tr h="2684675">
                <a:tc>
                  <a:txBody>
                    <a:bodyPr/>
                    <a:lstStyle/>
                    <a:p>
                      <a:pPr>
                        <a:spcAft>
                          <a:spcPts val="2400"/>
                        </a:spcAft>
                        <a:buNone/>
                      </a:pPr>
                      <a:r>
                        <a:rPr lang="en-PH" sz="900" dirty="0">
                          <a:effectLst/>
                          <a:latin typeface="Roboto Condensed" panose="02000000000000000000" pitchFamily="2" charset="0"/>
                          <a:ea typeface="Roboto Condensed" panose="02000000000000000000" pitchFamily="2" charset="0"/>
                          <a:cs typeface="Roboto Condensed" panose="02000000000000000000" pitchFamily="2" charset="0"/>
                        </a:rPr>
                        <a:t>Ingredients: Pork, Soy Sauce, Vinegar, Garlic, Peppercorns, Bay Leaves, Water, Heat</a:t>
                      </a:r>
                    </a:p>
                  </a:txBody>
                  <a:tcPr marL="20135" marR="20135" marT="13423" marB="13423" anchor="ctr">
                    <a:lnL w="4763" cap="flat" cmpd="sng" algn="ctr">
                      <a:solidFill>
                        <a:srgbClr val="C4C7C5"/>
                      </a:solidFill>
                      <a:prstDash val="solid"/>
                      <a:round/>
                      <a:headEnd type="none" w="med" len="med"/>
                      <a:tailEnd type="none" w="med" len="med"/>
                    </a:lnL>
                    <a:lnR w="4763" cap="flat" cmpd="sng" algn="ctr">
                      <a:solidFill>
                        <a:srgbClr val="C4C7C5"/>
                      </a:solidFill>
                      <a:prstDash val="solid"/>
                      <a:round/>
                      <a:headEnd type="none" w="med" len="med"/>
                      <a:tailEnd type="none" w="med" len="med"/>
                    </a:lnR>
                    <a:lnT w="4763" cap="flat" cmpd="sng" algn="ctr">
                      <a:solidFill>
                        <a:srgbClr val="C4C7C5"/>
                      </a:solidFill>
                      <a:prstDash val="solid"/>
                      <a:round/>
                      <a:headEnd type="none" w="med" len="med"/>
                      <a:tailEnd type="none" w="med" len="med"/>
                    </a:lnT>
                    <a:lnB w="4763" cap="flat" cmpd="sng" algn="ctr">
                      <a:solidFill>
                        <a:srgbClr val="C4C7C5"/>
                      </a:solidFill>
                      <a:prstDash val="solid"/>
                      <a:round/>
                      <a:headEnd type="none" w="med" len="med"/>
                      <a:tailEnd type="none" w="med" len="med"/>
                    </a:lnB>
                    <a:noFill/>
                  </a:tcPr>
                </a:tc>
                <a:tc>
                  <a:txBody>
                    <a:bodyPr/>
                    <a:lstStyle/>
                    <a:p>
                      <a:pPr>
                        <a:spcAft>
                          <a:spcPts val="2400"/>
                        </a:spcAft>
                        <a:buNone/>
                      </a:pPr>
                      <a:r>
                        <a:rPr lang="en-PH" sz="900" dirty="0">
                          <a:effectLst/>
                          <a:latin typeface="Roboto Condensed" panose="02000000000000000000" pitchFamily="2" charset="0"/>
                          <a:ea typeface="Roboto Condensed" panose="02000000000000000000" pitchFamily="2" charset="0"/>
                          <a:cs typeface="Roboto Condensed" panose="02000000000000000000" pitchFamily="2" charset="0"/>
                        </a:rPr>
                        <a:t>1. Combine all ingredients in a pot.</a:t>
                      </a:r>
                    </a:p>
                    <a:p>
                      <a:pPr>
                        <a:spcAft>
                          <a:spcPts val="2400"/>
                        </a:spcAft>
                        <a:buNone/>
                      </a:pPr>
                      <a:r>
                        <a:rPr lang="en-PH" sz="900" dirty="0">
                          <a:effectLst/>
                          <a:latin typeface="Roboto Condensed" panose="02000000000000000000" pitchFamily="2" charset="0"/>
                          <a:ea typeface="Roboto Condensed" panose="02000000000000000000" pitchFamily="2" charset="0"/>
                          <a:cs typeface="Roboto Condensed" panose="02000000000000000000" pitchFamily="2" charset="0"/>
                        </a:rPr>
                        <a:t>2. Apply heat to bring to a boil.</a:t>
                      </a:r>
                    </a:p>
                    <a:p>
                      <a:pPr>
                        <a:spcAft>
                          <a:spcPts val="2400"/>
                        </a:spcAft>
                        <a:buNone/>
                      </a:pPr>
                      <a:r>
                        <a:rPr lang="en-PH" sz="900" dirty="0">
                          <a:effectLst/>
                          <a:latin typeface="Roboto Condensed" panose="02000000000000000000" pitchFamily="2" charset="0"/>
                          <a:ea typeface="Roboto Condensed" panose="02000000000000000000" pitchFamily="2" charset="0"/>
                          <a:cs typeface="Roboto Condensed" panose="02000000000000000000" pitchFamily="2" charset="0"/>
                        </a:rPr>
                        <a:t>3. Lower heat to simmer.</a:t>
                      </a:r>
                    </a:p>
                    <a:p>
                      <a:pPr>
                        <a:spcAft>
                          <a:spcPts val="2400"/>
                        </a:spcAft>
                        <a:buNone/>
                      </a:pPr>
                      <a:r>
                        <a:rPr lang="en-PH" sz="900" dirty="0">
                          <a:effectLst/>
                          <a:latin typeface="Roboto Condensed" panose="02000000000000000000" pitchFamily="2" charset="0"/>
                          <a:ea typeface="Roboto Condensed" panose="02000000000000000000" pitchFamily="2" charset="0"/>
                          <a:cs typeface="Roboto Condensed" panose="02000000000000000000" pitchFamily="2" charset="0"/>
                        </a:rPr>
                        <a:t>4. </a:t>
                      </a:r>
                      <a:r>
                        <a:rPr lang="en-PH" sz="900" b="1" dirty="0">
                          <a:effectLst/>
                          <a:latin typeface="Roboto Condensed" panose="02000000000000000000" pitchFamily="2" charset="0"/>
                          <a:ea typeface="Roboto Condensed" panose="02000000000000000000" pitchFamily="2" charset="0"/>
                          <a:cs typeface="Roboto Condensed" panose="02000000000000000000" pitchFamily="2" charset="0"/>
                        </a:rPr>
                        <a:t>Loop / Decision:</a:t>
                      </a:r>
                      <a:r>
                        <a:rPr lang="en-PH" sz="900" dirty="0">
                          <a:effectLst/>
                          <a:latin typeface="Roboto Condensed" panose="02000000000000000000" pitchFamily="2" charset="0"/>
                          <a:ea typeface="Roboto Condensed" panose="02000000000000000000" pitchFamily="2" charset="0"/>
                          <a:cs typeface="Roboto Condensed" panose="02000000000000000000" pitchFamily="2" charset="0"/>
                        </a:rPr>
                        <a:t> Is the pork tender?</a:t>
                      </a:r>
                    </a:p>
                    <a:p>
                      <a:pPr>
                        <a:spcAft>
                          <a:spcPts val="2400"/>
                        </a:spcAft>
                        <a:buNone/>
                      </a:pPr>
                      <a:r>
                        <a:rPr lang="en-PH" sz="900" dirty="0">
                          <a:effectLst/>
                          <a:latin typeface="Roboto Condensed" panose="02000000000000000000" pitchFamily="2" charset="0"/>
                          <a:ea typeface="Roboto Condensed" panose="02000000000000000000" pitchFamily="2" charset="0"/>
                          <a:cs typeface="Roboto Condensed" panose="02000000000000000000" pitchFamily="2" charset="0"/>
                        </a:rPr>
                        <a:t>- </a:t>
                      </a:r>
                      <a:r>
                        <a:rPr lang="en-PH" sz="900" i="1" dirty="0">
                          <a:effectLst/>
                          <a:latin typeface="Roboto Condensed" panose="02000000000000000000" pitchFamily="2" charset="0"/>
                          <a:ea typeface="Roboto Condensed" panose="02000000000000000000" pitchFamily="2" charset="0"/>
                          <a:cs typeface="Roboto Condensed" panose="02000000000000000000" pitchFamily="2" charset="0"/>
                        </a:rPr>
                        <a:t>If No:</a:t>
                      </a:r>
                      <a:r>
                        <a:rPr lang="en-PH" sz="900" dirty="0">
                          <a:effectLst/>
                          <a:latin typeface="Roboto Condensed" panose="02000000000000000000" pitchFamily="2" charset="0"/>
                          <a:ea typeface="Roboto Condensed" panose="02000000000000000000" pitchFamily="2" charset="0"/>
                          <a:cs typeface="Roboto Condensed" panose="02000000000000000000" pitchFamily="2" charset="0"/>
                        </a:rPr>
                        <a:t> Wait 10 minutes, then check again.</a:t>
                      </a:r>
                    </a:p>
                    <a:p>
                      <a:pPr>
                        <a:spcAft>
                          <a:spcPts val="2400"/>
                        </a:spcAft>
                        <a:buNone/>
                      </a:pPr>
                      <a:r>
                        <a:rPr lang="en-PH" sz="900" dirty="0">
                          <a:effectLst/>
                          <a:latin typeface="Roboto Condensed" panose="02000000000000000000" pitchFamily="2" charset="0"/>
                          <a:ea typeface="Roboto Condensed" panose="02000000000000000000" pitchFamily="2" charset="0"/>
                          <a:cs typeface="Roboto Condensed" panose="02000000000000000000" pitchFamily="2" charset="0"/>
                        </a:rPr>
                        <a:t>- </a:t>
                      </a:r>
                      <a:r>
                        <a:rPr lang="en-PH" sz="900" i="1" dirty="0">
                          <a:effectLst/>
                          <a:latin typeface="Roboto Condensed" panose="02000000000000000000" pitchFamily="2" charset="0"/>
                          <a:ea typeface="Roboto Condensed" panose="02000000000000000000" pitchFamily="2" charset="0"/>
                          <a:cs typeface="Roboto Condensed" panose="02000000000000000000" pitchFamily="2" charset="0"/>
                        </a:rPr>
                        <a:t>If Yes:</a:t>
                      </a:r>
                      <a:r>
                        <a:rPr lang="en-PH" sz="900" dirty="0">
                          <a:effectLst/>
                          <a:latin typeface="Roboto Condensed" panose="02000000000000000000" pitchFamily="2" charset="0"/>
                          <a:ea typeface="Roboto Condensed" panose="02000000000000000000" pitchFamily="2" charset="0"/>
                          <a:cs typeface="Roboto Condensed" panose="02000000000000000000" pitchFamily="2" charset="0"/>
                        </a:rPr>
                        <a:t> Proceed to step 5.</a:t>
                      </a:r>
                    </a:p>
                    <a:p>
                      <a:pPr>
                        <a:spcAft>
                          <a:spcPts val="2400"/>
                        </a:spcAft>
                        <a:buNone/>
                      </a:pPr>
                      <a:r>
                        <a:rPr lang="en-PH" sz="900" dirty="0">
                          <a:effectLst/>
                          <a:latin typeface="Roboto Condensed" panose="02000000000000000000" pitchFamily="2" charset="0"/>
                          <a:ea typeface="Roboto Condensed" panose="02000000000000000000" pitchFamily="2" charset="0"/>
                          <a:cs typeface="Roboto Condensed" panose="02000000000000000000" pitchFamily="2" charset="0"/>
                        </a:rPr>
                        <a:t>5. Turn off heat.</a:t>
                      </a:r>
                    </a:p>
                  </a:txBody>
                  <a:tcPr marL="20135" marR="20135" marT="13423" marB="13423" anchor="ctr">
                    <a:lnL w="4763" cap="flat" cmpd="sng" algn="ctr">
                      <a:solidFill>
                        <a:srgbClr val="C4C7C5"/>
                      </a:solidFill>
                      <a:prstDash val="solid"/>
                      <a:round/>
                      <a:headEnd type="none" w="med" len="med"/>
                      <a:tailEnd type="none" w="med" len="med"/>
                    </a:lnL>
                    <a:lnR w="4763" cap="flat" cmpd="sng" algn="ctr">
                      <a:solidFill>
                        <a:srgbClr val="C4C7C5"/>
                      </a:solidFill>
                      <a:prstDash val="solid"/>
                      <a:round/>
                      <a:headEnd type="none" w="med" len="med"/>
                      <a:tailEnd type="none" w="med" len="med"/>
                    </a:lnR>
                    <a:lnT w="4763" cap="flat" cmpd="sng" algn="ctr">
                      <a:solidFill>
                        <a:srgbClr val="C4C7C5"/>
                      </a:solidFill>
                      <a:prstDash val="solid"/>
                      <a:round/>
                      <a:headEnd type="none" w="med" len="med"/>
                      <a:tailEnd type="none" w="med" len="med"/>
                    </a:lnT>
                    <a:lnB w="4763" cap="flat" cmpd="sng" algn="ctr">
                      <a:solidFill>
                        <a:srgbClr val="C4C7C5"/>
                      </a:solidFill>
                      <a:prstDash val="solid"/>
                      <a:round/>
                      <a:headEnd type="none" w="med" len="med"/>
                      <a:tailEnd type="none" w="med" len="med"/>
                    </a:lnB>
                    <a:noFill/>
                  </a:tcPr>
                </a:tc>
                <a:tc>
                  <a:txBody>
                    <a:bodyPr/>
                    <a:lstStyle/>
                    <a:p>
                      <a:pPr>
                        <a:spcAft>
                          <a:spcPts val="2400"/>
                        </a:spcAft>
                        <a:buNone/>
                      </a:pPr>
                      <a:r>
                        <a:rPr lang="en-PH" sz="900" dirty="0">
                          <a:effectLst/>
                          <a:latin typeface="Roboto Condensed" panose="02000000000000000000" pitchFamily="2" charset="0"/>
                          <a:ea typeface="Roboto Condensed" panose="02000000000000000000" pitchFamily="2" charset="0"/>
                          <a:cs typeface="Roboto Condensed" panose="02000000000000000000" pitchFamily="2" charset="0"/>
                        </a:rPr>
                        <a:t>A cooked pot of Adobo.</a:t>
                      </a:r>
                    </a:p>
                  </a:txBody>
                  <a:tcPr marL="20135" marR="20135" marT="13423" marB="13423" anchor="ctr">
                    <a:lnL w="4763" cap="flat" cmpd="sng" algn="ctr">
                      <a:solidFill>
                        <a:srgbClr val="C4C7C5"/>
                      </a:solidFill>
                      <a:prstDash val="solid"/>
                      <a:round/>
                      <a:headEnd type="none" w="med" len="med"/>
                      <a:tailEnd type="none" w="med" len="med"/>
                    </a:lnL>
                    <a:lnR w="4763" cap="flat" cmpd="sng" algn="ctr">
                      <a:solidFill>
                        <a:srgbClr val="C4C7C5"/>
                      </a:solidFill>
                      <a:prstDash val="solid"/>
                      <a:round/>
                      <a:headEnd type="none" w="med" len="med"/>
                      <a:tailEnd type="none" w="med" len="med"/>
                    </a:lnR>
                    <a:lnT w="4763" cap="flat" cmpd="sng" algn="ctr">
                      <a:solidFill>
                        <a:srgbClr val="C4C7C5"/>
                      </a:solidFill>
                      <a:prstDash val="solid"/>
                      <a:round/>
                      <a:headEnd type="none" w="med" len="med"/>
                      <a:tailEnd type="none" w="med" len="med"/>
                    </a:lnT>
                    <a:lnB w="4763" cap="flat" cmpd="sng" algn="ctr">
                      <a:solidFill>
                        <a:srgbClr val="C4C7C5"/>
                      </a:solidFill>
                      <a:prstDash val="solid"/>
                      <a:round/>
                      <a:headEnd type="none" w="med" len="med"/>
                      <a:tailEnd type="none" w="med" len="med"/>
                    </a:lnB>
                    <a:noFill/>
                  </a:tcPr>
                </a:tc>
                <a:extLst>
                  <a:ext uri="{0D108BD9-81ED-4DB2-BD59-A6C34878D82A}">
                    <a16:rowId xmlns:a16="http://schemas.microsoft.com/office/drawing/2014/main" val="2754234617"/>
                  </a:ext>
                </a:extLst>
              </a:tr>
            </a:tbl>
          </a:graphicData>
        </a:graphic>
      </p:graphicFrame>
    </p:spTree>
    <p:extLst>
      <p:ext uri="{BB962C8B-B14F-4D97-AF65-F5344CB8AC3E}">
        <p14:creationId xmlns:p14="http://schemas.microsoft.com/office/powerpoint/2010/main" val="1922279128"/>
      </p:ext>
    </p:extLst>
  </p:cSld>
  <p:clrMapOvr>
    <a:masterClrMapping/>
  </p:clrMapOvr>
  <p:transition>
    <p:fade thruBlk="1"/>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188"/>
        <p:cNvGrpSpPr/>
        <p:nvPr/>
      </p:nvGrpSpPr>
      <p:grpSpPr>
        <a:xfrm>
          <a:off x="0" y="0"/>
          <a:ext cx="0" cy="0"/>
          <a:chOff x="0" y="0"/>
          <a:chExt cx="0" cy="0"/>
        </a:xfrm>
      </p:grpSpPr>
      <p:sp>
        <p:nvSpPr>
          <p:cNvPr id="189" name="Google Shape;189;p12"/>
          <p:cNvSpPr txBox="1">
            <a:spLocks noGrp="1"/>
          </p:cNvSpPr>
          <p:nvPr>
            <p:ph type="title"/>
          </p:nvPr>
        </p:nvSpPr>
        <p:spPr>
          <a:xfrm>
            <a:off x="814275" y="392575"/>
            <a:ext cx="5582406" cy="766200"/>
          </a:xfrm>
          <a:prstGeom prst="rect">
            <a:avLst/>
          </a:prstGeom>
        </p:spPr>
        <p:txBody>
          <a:bodyPr spcFirstLastPara="1" wrap="square" lIns="91425" tIns="91425" rIns="91425" bIns="91425" anchor="ctr" anchorCtr="0">
            <a:noAutofit/>
          </a:bodyPr>
          <a:lstStyle/>
          <a:p>
            <a:pPr lvl="0"/>
            <a:r>
              <a:rPr lang="en-PH" dirty="0"/>
              <a:t>Example: The Adobo Algorithm (Introducing Loops)</a:t>
            </a:r>
            <a:endParaRPr dirty="0">
              <a:solidFill>
                <a:schemeClr val="bg1">
                  <a:lumMod val="95000"/>
                </a:schemeClr>
              </a:solidFill>
            </a:endParaRPr>
          </a:p>
        </p:txBody>
      </p:sp>
      <p:sp>
        <p:nvSpPr>
          <p:cNvPr id="192" name="Google Shape;192;p12"/>
          <p:cNvSpPr txBox="1">
            <a:spLocks noGrp="1"/>
          </p:cNvSpPr>
          <p:nvPr>
            <p:ph type="sldNum" idx="12"/>
          </p:nvPr>
        </p:nvSpPr>
        <p:spPr>
          <a:xfrm>
            <a:off x="7618000" y="4636500"/>
            <a:ext cx="1487400" cy="315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GB"/>
              <a:t>25</a:t>
            </a:fld>
            <a:endParaRPr lang="en-GB"/>
          </a:p>
        </p:txBody>
      </p:sp>
      <p:grpSp>
        <p:nvGrpSpPr>
          <p:cNvPr id="194" name="Google Shape;194;p12"/>
          <p:cNvGrpSpPr/>
          <p:nvPr/>
        </p:nvGrpSpPr>
        <p:grpSpPr>
          <a:xfrm>
            <a:off x="293683" y="574116"/>
            <a:ext cx="309041" cy="403123"/>
            <a:chOff x="590250" y="244200"/>
            <a:chExt cx="407975" cy="532175"/>
          </a:xfrm>
        </p:grpSpPr>
        <p:sp>
          <p:nvSpPr>
            <p:cNvPr id="195" name="Google Shape;195;p12"/>
            <p:cNvSpPr/>
            <p:nvPr/>
          </p:nvSpPr>
          <p:spPr>
            <a:xfrm>
              <a:off x="623125" y="313625"/>
              <a:ext cx="375100" cy="462750"/>
            </a:xfrm>
            <a:custGeom>
              <a:avLst/>
              <a:gdLst/>
              <a:ahLst/>
              <a:cxnLst/>
              <a:rect l="l" t="t" r="r" b="b"/>
              <a:pathLst>
                <a:path w="15004" h="18510" fill="none" extrusionOk="0">
                  <a:moveTo>
                    <a:pt x="1" y="17536"/>
                  </a:moveTo>
                  <a:lnTo>
                    <a:pt x="1" y="17536"/>
                  </a:lnTo>
                  <a:lnTo>
                    <a:pt x="1" y="17536"/>
                  </a:lnTo>
                  <a:lnTo>
                    <a:pt x="25" y="17682"/>
                  </a:lnTo>
                  <a:lnTo>
                    <a:pt x="49" y="17852"/>
                  </a:lnTo>
                  <a:lnTo>
                    <a:pt x="123" y="18023"/>
                  </a:lnTo>
                  <a:lnTo>
                    <a:pt x="220" y="18193"/>
                  </a:lnTo>
                  <a:lnTo>
                    <a:pt x="293" y="18291"/>
                  </a:lnTo>
                  <a:lnTo>
                    <a:pt x="390" y="18364"/>
                  </a:lnTo>
                  <a:lnTo>
                    <a:pt x="488" y="18412"/>
                  </a:lnTo>
                  <a:lnTo>
                    <a:pt x="610" y="18461"/>
                  </a:lnTo>
                  <a:lnTo>
                    <a:pt x="756" y="18510"/>
                  </a:lnTo>
                  <a:lnTo>
                    <a:pt x="926" y="18510"/>
                  </a:lnTo>
                  <a:lnTo>
                    <a:pt x="14468" y="18510"/>
                  </a:lnTo>
                  <a:lnTo>
                    <a:pt x="14468" y="18510"/>
                  </a:lnTo>
                  <a:lnTo>
                    <a:pt x="14541" y="18510"/>
                  </a:lnTo>
                  <a:lnTo>
                    <a:pt x="14614" y="18485"/>
                  </a:lnTo>
                  <a:lnTo>
                    <a:pt x="14736" y="18412"/>
                  </a:lnTo>
                  <a:lnTo>
                    <a:pt x="14833" y="18291"/>
                  </a:lnTo>
                  <a:lnTo>
                    <a:pt x="14906" y="18144"/>
                  </a:lnTo>
                  <a:lnTo>
                    <a:pt x="14955" y="17974"/>
                  </a:lnTo>
                  <a:lnTo>
                    <a:pt x="14979" y="17779"/>
                  </a:lnTo>
                  <a:lnTo>
                    <a:pt x="15003" y="17438"/>
                  </a:lnTo>
                  <a:lnTo>
                    <a:pt x="15003" y="487"/>
                  </a:lnTo>
                  <a:lnTo>
                    <a:pt x="15003" y="487"/>
                  </a:lnTo>
                  <a:lnTo>
                    <a:pt x="15003" y="341"/>
                  </a:lnTo>
                  <a:lnTo>
                    <a:pt x="14979" y="219"/>
                  </a:lnTo>
                  <a:lnTo>
                    <a:pt x="14955" y="146"/>
                  </a:lnTo>
                  <a:lnTo>
                    <a:pt x="14906" y="73"/>
                  </a:lnTo>
                  <a:lnTo>
                    <a:pt x="14833" y="49"/>
                  </a:lnTo>
                  <a:lnTo>
                    <a:pt x="14736" y="24"/>
                  </a:lnTo>
                  <a:lnTo>
                    <a:pt x="14468" y="0"/>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 name="Google Shape;196;p12"/>
            <p:cNvSpPr/>
            <p:nvPr/>
          </p:nvSpPr>
          <p:spPr>
            <a:xfrm>
              <a:off x="590250" y="269775"/>
              <a:ext cx="377525" cy="462775"/>
            </a:xfrm>
            <a:custGeom>
              <a:avLst/>
              <a:gdLst/>
              <a:ahLst/>
              <a:cxnLst/>
              <a:rect l="l" t="t" r="r" b="b"/>
              <a:pathLst>
                <a:path w="15101" h="18511" fill="none" extrusionOk="0">
                  <a:moveTo>
                    <a:pt x="14321" y="0"/>
                  </a:moveTo>
                  <a:lnTo>
                    <a:pt x="780" y="0"/>
                  </a:lnTo>
                  <a:lnTo>
                    <a:pt x="780" y="0"/>
                  </a:lnTo>
                  <a:lnTo>
                    <a:pt x="634" y="25"/>
                  </a:lnTo>
                  <a:lnTo>
                    <a:pt x="488" y="74"/>
                  </a:lnTo>
                  <a:lnTo>
                    <a:pt x="342" y="122"/>
                  </a:lnTo>
                  <a:lnTo>
                    <a:pt x="220" y="220"/>
                  </a:lnTo>
                  <a:lnTo>
                    <a:pt x="122" y="341"/>
                  </a:lnTo>
                  <a:lnTo>
                    <a:pt x="74" y="488"/>
                  </a:lnTo>
                  <a:lnTo>
                    <a:pt x="25" y="634"/>
                  </a:lnTo>
                  <a:lnTo>
                    <a:pt x="1" y="780"/>
                  </a:lnTo>
                  <a:lnTo>
                    <a:pt x="1" y="17731"/>
                  </a:lnTo>
                  <a:lnTo>
                    <a:pt x="1" y="17731"/>
                  </a:lnTo>
                  <a:lnTo>
                    <a:pt x="25" y="17877"/>
                  </a:lnTo>
                  <a:lnTo>
                    <a:pt x="74" y="18023"/>
                  </a:lnTo>
                  <a:lnTo>
                    <a:pt x="122" y="18169"/>
                  </a:lnTo>
                  <a:lnTo>
                    <a:pt x="220" y="18291"/>
                  </a:lnTo>
                  <a:lnTo>
                    <a:pt x="342" y="18388"/>
                  </a:lnTo>
                  <a:lnTo>
                    <a:pt x="488" y="18437"/>
                  </a:lnTo>
                  <a:lnTo>
                    <a:pt x="634" y="18486"/>
                  </a:lnTo>
                  <a:lnTo>
                    <a:pt x="780" y="18510"/>
                  </a:lnTo>
                  <a:lnTo>
                    <a:pt x="14321" y="18510"/>
                  </a:lnTo>
                  <a:lnTo>
                    <a:pt x="14321" y="18510"/>
                  </a:lnTo>
                  <a:lnTo>
                    <a:pt x="14467" y="18486"/>
                  </a:lnTo>
                  <a:lnTo>
                    <a:pt x="14614" y="18437"/>
                  </a:lnTo>
                  <a:lnTo>
                    <a:pt x="14760" y="18388"/>
                  </a:lnTo>
                  <a:lnTo>
                    <a:pt x="14881" y="18291"/>
                  </a:lnTo>
                  <a:lnTo>
                    <a:pt x="14979" y="18169"/>
                  </a:lnTo>
                  <a:lnTo>
                    <a:pt x="15028" y="18023"/>
                  </a:lnTo>
                  <a:lnTo>
                    <a:pt x="15076" y="17877"/>
                  </a:lnTo>
                  <a:lnTo>
                    <a:pt x="15101" y="17731"/>
                  </a:lnTo>
                  <a:lnTo>
                    <a:pt x="15101" y="780"/>
                  </a:lnTo>
                  <a:lnTo>
                    <a:pt x="15101" y="780"/>
                  </a:lnTo>
                  <a:lnTo>
                    <a:pt x="15076" y="634"/>
                  </a:lnTo>
                  <a:lnTo>
                    <a:pt x="15028" y="488"/>
                  </a:lnTo>
                  <a:lnTo>
                    <a:pt x="14979" y="341"/>
                  </a:lnTo>
                  <a:lnTo>
                    <a:pt x="14881" y="220"/>
                  </a:lnTo>
                  <a:lnTo>
                    <a:pt x="14760" y="122"/>
                  </a:lnTo>
                  <a:lnTo>
                    <a:pt x="14614" y="74"/>
                  </a:lnTo>
                  <a:lnTo>
                    <a:pt x="14467" y="25"/>
                  </a:lnTo>
                  <a:lnTo>
                    <a:pt x="14321" y="0"/>
                  </a:lnTo>
                  <a:lnTo>
                    <a:pt x="14321" y="0"/>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 name="Google Shape;197;p12"/>
            <p:cNvSpPr/>
            <p:nvPr/>
          </p:nvSpPr>
          <p:spPr>
            <a:xfrm>
              <a:off x="796650" y="274025"/>
              <a:ext cx="45100" cy="45100"/>
            </a:xfrm>
            <a:custGeom>
              <a:avLst/>
              <a:gdLst/>
              <a:ahLst/>
              <a:cxnLst/>
              <a:rect l="l" t="t" r="r" b="b"/>
              <a:pathLst>
                <a:path w="1804" h="1804" fill="none" extrusionOk="0">
                  <a:moveTo>
                    <a:pt x="902" y="1"/>
                  </a:moveTo>
                  <a:lnTo>
                    <a:pt x="902" y="1"/>
                  </a:lnTo>
                  <a:lnTo>
                    <a:pt x="1073" y="25"/>
                  </a:lnTo>
                  <a:lnTo>
                    <a:pt x="1243" y="74"/>
                  </a:lnTo>
                  <a:lnTo>
                    <a:pt x="1414" y="147"/>
                  </a:lnTo>
                  <a:lnTo>
                    <a:pt x="1535" y="269"/>
                  </a:lnTo>
                  <a:lnTo>
                    <a:pt x="1657" y="391"/>
                  </a:lnTo>
                  <a:lnTo>
                    <a:pt x="1730" y="561"/>
                  </a:lnTo>
                  <a:lnTo>
                    <a:pt x="1779" y="732"/>
                  </a:lnTo>
                  <a:lnTo>
                    <a:pt x="1803" y="902"/>
                  </a:lnTo>
                  <a:lnTo>
                    <a:pt x="1803" y="902"/>
                  </a:lnTo>
                  <a:lnTo>
                    <a:pt x="1779" y="1073"/>
                  </a:lnTo>
                  <a:lnTo>
                    <a:pt x="1730" y="1243"/>
                  </a:lnTo>
                  <a:lnTo>
                    <a:pt x="1657" y="1414"/>
                  </a:lnTo>
                  <a:lnTo>
                    <a:pt x="1535" y="1535"/>
                  </a:lnTo>
                  <a:lnTo>
                    <a:pt x="1414" y="1657"/>
                  </a:lnTo>
                  <a:lnTo>
                    <a:pt x="1243" y="1730"/>
                  </a:lnTo>
                  <a:lnTo>
                    <a:pt x="1073" y="1779"/>
                  </a:lnTo>
                  <a:lnTo>
                    <a:pt x="902" y="1803"/>
                  </a:lnTo>
                  <a:lnTo>
                    <a:pt x="902" y="1803"/>
                  </a:lnTo>
                  <a:lnTo>
                    <a:pt x="732" y="1779"/>
                  </a:lnTo>
                  <a:lnTo>
                    <a:pt x="561" y="1730"/>
                  </a:lnTo>
                  <a:lnTo>
                    <a:pt x="391" y="1657"/>
                  </a:lnTo>
                  <a:lnTo>
                    <a:pt x="269" y="1535"/>
                  </a:lnTo>
                  <a:lnTo>
                    <a:pt x="147" y="1414"/>
                  </a:lnTo>
                  <a:lnTo>
                    <a:pt x="74" y="1243"/>
                  </a:lnTo>
                  <a:lnTo>
                    <a:pt x="25" y="1073"/>
                  </a:lnTo>
                  <a:lnTo>
                    <a:pt x="1" y="902"/>
                  </a:lnTo>
                  <a:lnTo>
                    <a:pt x="1" y="902"/>
                  </a:lnTo>
                  <a:lnTo>
                    <a:pt x="25" y="732"/>
                  </a:lnTo>
                  <a:lnTo>
                    <a:pt x="74" y="561"/>
                  </a:lnTo>
                  <a:lnTo>
                    <a:pt x="147" y="391"/>
                  </a:lnTo>
                  <a:lnTo>
                    <a:pt x="269" y="269"/>
                  </a:lnTo>
                  <a:lnTo>
                    <a:pt x="391" y="147"/>
                  </a:lnTo>
                  <a:lnTo>
                    <a:pt x="561" y="74"/>
                  </a:lnTo>
                  <a:lnTo>
                    <a:pt x="732" y="25"/>
                  </a:lnTo>
                  <a:lnTo>
                    <a:pt x="902" y="1"/>
                  </a:lnTo>
                  <a:lnTo>
                    <a:pt x="902" y="1"/>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 name="Google Shape;198;p12"/>
            <p:cNvSpPr/>
            <p:nvPr/>
          </p:nvSpPr>
          <p:spPr>
            <a:xfrm>
              <a:off x="713850" y="274025"/>
              <a:ext cx="45075" cy="45100"/>
            </a:xfrm>
            <a:custGeom>
              <a:avLst/>
              <a:gdLst/>
              <a:ahLst/>
              <a:cxnLst/>
              <a:rect l="l" t="t" r="r" b="b"/>
              <a:pathLst>
                <a:path w="1803" h="1804" fill="none" extrusionOk="0">
                  <a:moveTo>
                    <a:pt x="902" y="1"/>
                  </a:moveTo>
                  <a:lnTo>
                    <a:pt x="902" y="1"/>
                  </a:lnTo>
                  <a:lnTo>
                    <a:pt x="1072" y="25"/>
                  </a:lnTo>
                  <a:lnTo>
                    <a:pt x="1243" y="74"/>
                  </a:lnTo>
                  <a:lnTo>
                    <a:pt x="1413" y="147"/>
                  </a:lnTo>
                  <a:lnTo>
                    <a:pt x="1535" y="269"/>
                  </a:lnTo>
                  <a:lnTo>
                    <a:pt x="1657" y="391"/>
                  </a:lnTo>
                  <a:lnTo>
                    <a:pt x="1730" y="561"/>
                  </a:lnTo>
                  <a:lnTo>
                    <a:pt x="1779" y="732"/>
                  </a:lnTo>
                  <a:lnTo>
                    <a:pt x="1803" y="902"/>
                  </a:lnTo>
                  <a:lnTo>
                    <a:pt x="1803" y="902"/>
                  </a:lnTo>
                  <a:lnTo>
                    <a:pt x="1779" y="1073"/>
                  </a:lnTo>
                  <a:lnTo>
                    <a:pt x="1730" y="1243"/>
                  </a:lnTo>
                  <a:lnTo>
                    <a:pt x="1657" y="1414"/>
                  </a:lnTo>
                  <a:lnTo>
                    <a:pt x="1535" y="1535"/>
                  </a:lnTo>
                  <a:lnTo>
                    <a:pt x="1413" y="1657"/>
                  </a:lnTo>
                  <a:lnTo>
                    <a:pt x="1243" y="1730"/>
                  </a:lnTo>
                  <a:lnTo>
                    <a:pt x="1072" y="1779"/>
                  </a:lnTo>
                  <a:lnTo>
                    <a:pt x="902" y="1803"/>
                  </a:lnTo>
                  <a:lnTo>
                    <a:pt x="902" y="1803"/>
                  </a:lnTo>
                  <a:lnTo>
                    <a:pt x="731" y="1779"/>
                  </a:lnTo>
                  <a:lnTo>
                    <a:pt x="561" y="1730"/>
                  </a:lnTo>
                  <a:lnTo>
                    <a:pt x="390" y="1657"/>
                  </a:lnTo>
                  <a:lnTo>
                    <a:pt x="269" y="1535"/>
                  </a:lnTo>
                  <a:lnTo>
                    <a:pt x="147" y="1414"/>
                  </a:lnTo>
                  <a:lnTo>
                    <a:pt x="74" y="1243"/>
                  </a:lnTo>
                  <a:lnTo>
                    <a:pt x="25" y="1073"/>
                  </a:lnTo>
                  <a:lnTo>
                    <a:pt x="1" y="902"/>
                  </a:lnTo>
                  <a:lnTo>
                    <a:pt x="1" y="902"/>
                  </a:lnTo>
                  <a:lnTo>
                    <a:pt x="25" y="732"/>
                  </a:lnTo>
                  <a:lnTo>
                    <a:pt x="74" y="561"/>
                  </a:lnTo>
                  <a:lnTo>
                    <a:pt x="147" y="391"/>
                  </a:lnTo>
                  <a:lnTo>
                    <a:pt x="269" y="269"/>
                  </a:lnTo>
                  <a:lnTo>
                    <a:pt x="390" y="147"/>
                  </a:lnTo>
                  <a:lnTo>
                    <a:pt x="561" y="74"/>
                  </a:lnTo>
                  <a:lnTo>
                    <a:pt x="731" y="25"/>
                  </a:lnTo>
                  <a:lnTo>
                    <a:pt x="902" y="1"/>
                  </a:lnTo>
                  <a:lnTo>
                    <a:pt x="902" y="1"/>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 name="Google Shape;199;p12"/>
            <p:cNvSpPr/>
            <p:nvPr/>
          </p:nvSpPr>
          <p:spPr>
            <a:xfrm>
              <a:off x="631050" y="274025"/>
              <a:ext cx="45075" cy="45100"/>
            </a:xfrm>
            <a:custGeom>
              <a:avLst/>
              <a:gdLst/>
              <a:ahLst/>
              <a:cxnLst/>
              <a:rect l="l" t="t" r="r" b="b"/>
              <a:pathLst>
                <a:path w="1803" h="1804" fill="none" extrusionOk="0">
                  <a:moveTo>
                    <a:pt x="0" y="902"/>
                  </a:moveTo>
                  <a:lnTo>
                    <a:pt x="0" y="902"/>
                  </a:lnTo>
                  <a:lnTo>
                    <a:pt x="25" y="732"/>
                  </a:lnTo>
                  <a:lnTo>
                    <a:pt x="73" y="561"/>
                  </a:lnTo>
                  <a:lnTo>
                    <a:pt x="147" y="391"/>
                  </a:lnTo>
                  <a:lnTo>
                    <a:pt x="268" y="269"/>
                  </a:lnTo>
                  <a:lnTo>
                    <a:pt x="390" y="147"/>
                  </a:lnTo>
                  <a:lnTo>
                    <a:pt x="561" y="74"/>
                  </a:lnTo>
                  <a:lnTo>
                    <a:pt x="731" y="25"/>
                  </a:lnTo>
                  <a:lnTo>
                    <a:pt x="902" y="1"/>
                  </a:lnTo>
                  <a:lnTo>
                    <a:pt x="902" y="1"/>
                  </a:lnTo>
                  <a:lnTo>
                    <a:pt x="1072" y="25"/>
                  </a:lnTo>
                  <a:lnTo>
                    <a:pt x="1243" y="74"/>
                  </a:lnTo>
                  <a:lnTo>
                    <a:pt x="1413" y="147"/>
                  </a:lnTo>
                  <a:lnTo>
                    <a:pt x="1535" y="269"/>
                  </a:lnTo>
                  <a:lnTo>
                    <a:pt x="1657" y="391"/>
                  </a:lnTo>
                  <a:lnTo>
                    <a:pt x="1730" y="561"/>
                  </a:lnTo>
                  <a:lnTo>
                    <a:pt x="1778" y="732"/>
                  </a:lnTo>
                  <a:lnTo>
                    <a:pt x="1803" y="902"/>
                  </a:lnTo>
                  <a:lnTo>
                    <a:pt x="1803" y="902"/>
                  </a:lnTo>
                  <a:lnTo>
                    <a:pt x="1778" y="1073"/>
                  </a:lnTo>
                  <a:lnTo>
                    <a:pt x="1730" y="1243"/>
                  </a:lnTo>
                  <a:lnTo>
                    <a:pt x="1657" y="1414"/>
                  </a:lnTo>
                  <a:lnTo>
                    <a:pt x="1535" y="1535"/>
                  </a:lnTo>
                  <a:lnTo>
                    <a:pt x="1413" y="1657"/>
                  </a:lnTo>
                  <a:lnTo>
                    <a:pt x="1243" y="1730"/>
                  </a:lnTo>
                  <a:lnTo>
                    <a:pt x="1072" y="1779"/>
                  </a:lnTo>
                  <a:lnTo>
                    <a:pt x="902" y="1803"/>
                  </a:lnTo>
                  <a:lnTo>
                    <a:pt x="902" y="1803"/>
                  </a:lnTo>
                  <a:lnTo>
                    <a:pt x="731" y="1779"/>
                  </a:lnTo>
                  <a:lnTo>
                    <a:pt x="561" y="1730"/>
                  </a:lnTo>
                  <a:lnTo>
                    <a:pt x="390" y="1657"/>
                  </a:lnTo>
                  <a:lnTo>
                    <a:pt x="268" y="1535"/>
                  </a:lnTo>
                  <a:lnTo>
                    <a:pt x="147" y="1414"/>
                  </a:lnTo>
                  <a:lnTo>
                    <a:pt x="73" y="1243"/>
                  </a:lnTo>
                  <a:lnTo>
                    <a:pt x="25" y="1073"/>
                  </a:lnTo>
                  <a:lnTo>
                    <a:pt x="0" y="902"/>
                  </a:lnTo>
                  <a:lnTo>
                    <a:pt x="0" y="902"/>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 name="Google Shape;200;p12"/>
            <p:cNvSpPr/>
            <p:nvPr/>
          </p:nvSpPr>
          <p:spPr>
            <a:xfrm>
              <a:off x="649925" y="590050"/>
              <a:ext cx="133975" cy="25"/>
            </a:xfrm>
            <a:custGeom>
              <a:avLst/>
              <a:gdLst/>
              <a:ahLst/>
              <a:cxnLst/>
              <a:rect l="l" t="t" r="r" b="b"/>
              <a:pathLst>
                <a:path w="5359" h="1" fill="none" extrusionOk="0">
                  <a:moveTo>
                    <a:pt x="5358" y="0"/>
                  </a:moveTo>
                  <a:lnTo>
                    <a:pt x="0" y="0"/>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 name="Google Shape;201;p12"/>
            <p:cNvSpPr/>
            <p:nvPr/>
          </p:nvSpPr>
          <p:spPr>
            <a:xfrm>
              <a:off x="649925" y="534625"/>
              <a:ext cx="255750" cy="25"/>
            </a:xfrm>
            <a:custGeom>
              <a:avLst/>
              <a:gdLst/>
              <a:ahLst/>
              <a:cxnLst/>
              <a:rect l="l" t="t" r="r" b="b"/>
              <a:pathLst>
                <a:path w="10230" h="1" fill="none" extrusionOk="0">
                  <a:moveTo>
                    <a:pt x="10229" y="1"/>
                  </a:moveTo>
                  <a:lnTo>
                    <a:pt x="0" y="1"/>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 name="Google Shape;202;p12"/>
            <p:cNvSpPr/>
            <p:nvPr/>
          </p:nvSpPr>
          <p:spPr>
            <a:xfrm>
              <a:off x="649925" y="479825"/>
              <a:ext cx="255750" cy="25"/>
            </a:xfrm>
            <a:custGeom>
              <a:avLst/>
              <a:gdLst/>
              <a:ahLst/>
              <a:cxnLst/>
              <a:rect l="l" t="t" r="r" b="b"/>
              <a:pathLst>
                <a:path w="10230" h="1" fill="none" extrusionOk="0">
                  <a:moveTo>
                    <a:pt x="10229" y="1"/>
                  </a:moveTo>
                  <a:lnTo>
                    <a:pt x="0" y="1"/>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 name="Google Shape;203;p12"/>
            <p:cNvSpPr/>
            <p:nvPr/>
          </p:nvSpPr>
          <p:spPr>
            <a:xfrm>
              <a:off x="649925" y="424425"/>
              <a:ext cx="255750" cy="25"/>
            </a:xfrm>
            <a:custGeom>
              <a:avLst/>
              <a:gdLst/>
              <a:ahLst/>
              <a:cxnLst/>
              <a:rect l="l" t="t" r="r" b="b"/>
              <a:pathLst>
                <a:path w="10230" h="1" fill="none" extrusionOk="0">
                  <a:moveTo>
                    <a:pt x="10229" y="1"/>
                  </a:moveTo>
                  <a:lnTo>
                    <a:pt x="0" y="1"/>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 name="Google Shape;204;p12"/>
            <p:cNvSpPr/>
            <p:nvPr/>
          </p:nvSpPr>
          <p:spPr>
            <a:xfrm>
              <a:off x="879475" y="274025"/>
              <a:ext cx="45075" cy="45100"/>
            </a:xfrm>
            <a:custGeom>
              <a:avLst/>
              <a:gdLst/>
              <a:ahLst/>
              <a:cxnLst/>
              <a:rect l="l" t="t" r="r" b="b"/>
              <a:pathLst>
                <a:path w="1803" h="1804" fill="none" extrusionOk="0">
                  <a:moveTo>
                    <a:pt x="901" y="1803"/>
                  </a:moveTo>
                  <a:lnTo>
                    <a:pt x="901" y="1803"/>
                  </a:lnTo>
                  <a:lnTo>
                    <a:pt x="731" y="1779"/>
                  </a:lnTo>
                  <a:lnTo>
                    <a:pt x="560" y="1730"/>
                  </a:lnTo>
                  <a:lnTo>
                    <a:pt x="390" y="1657"/>
                  </a:lnTo>
                  <a:lnTo>
                    <a:pt x="268" y="1535"/>
                  </a:lnTo>
                  <a:lnTo>
                    <a:pt x="146" y="1414"/>
                  </a:lnTo>
                  <a:lnTo>
                    <a:pt x="73" y="1243"/>
                  </a:lnTo>
                  <a:lnTo>
                    <a:pt x="25" y="1073"/>
                  </a:lnTo>
                  <a:lnTo>
                    <a:pt x="0" y="902"/>
                  </a:lnTo>
                  <a:lnTo>
                    <a:pt x="0" y="902"/>
                  </a:lnTo>
                  <a:lnTo>
                    <a:pt x="25" y="732"/>
                  </a:lnTo>
                  <a:lnTo>
                    <a:pt x="73" y="561"/>
                  </a:lnTo>
                  <a:lnTo>
                    <a:pt x="146" y="391"/>
                  </a:lnTo>
                  <a:lnTo>
                    <a:pt x="268" y="269"/>
                  </a:lnTo>
                  <a:lnTo>
                    <a:pt x="390" y="147"/>
                  </a:lnTo>
                  <a:lnTo>
                    <a:pt x="560" y="74"/>
                  </a:lnTo>
                  <a:lnTo>
                    <a:pt x="731" y="25"/>
                  </a:lnTo>
                  <a:lnTo>
                    <a:pt x="901" y="1"/>
                  </a:lnTo>
                  <a:lnTo>
                    <a:pt x="901" y="1"/>
                  </a:lnTo>
                  <a:lnTo>
                    <a:pt x="1072" y="25"/>
                  </a:lnTo>
                  <a:lnTo>
                    <a:pt x="1242" y="74"/>
                  </a:lnTo>
                  <a:lnTo>
                    <a:pt x="1413" y="147"/>
                  </a:lnTo>
                  <a:lnTo>
                    <a:pt x="1535" y="269"/>
                  </a:lnTo>
                  <a:lnTo>
                    <a:pt x="1656" y="391"/>
                  </a:lnTo>
                  <a:lnTo>
                    <a:pt x="1729" y="561"/>
                  </a:lnTo>
                  <a:lnTo>
                    <a:pt x="1778" y="732"/>
                  </a:lnTo>
                  <a:lnTo>
                    <a:pt x="1802" y="902"/>
                  </a:lnTo>
                  <a:lnTo>
                    <a:pt x="1802" y="902"/>
                  </a:lnTo>
                  <a:lnTo>
                    <a:pt x="1778" y="1073"/>
                  </a:lnTo>
                  <a:lnTo>
                    <a:pt x="1729" y="1243"/>
                  </a:lnTo>
                  <a:lnTo>
                    <a:pt x="1656" y="1414"/>
                  </a:lnTo>
                  <a:lnTo>
                    <a:pt x="1535" y="1535"/>
                  </a:lnTo>
                  <a:lnTo>
                    <a:pt x="1413" y="1657"/>
                  </a:lnTo>
                  <a:lnTo>
                    <a:pt x="1242" y="1730"/>
                  </a:lnTo>
                  <a:lnTo>
                    <a:pt x="1072" y="1779"/>
                  </a:lnTo>
                  <a:lnTo>
                    <a:pt x="901" y="1803"/>
                  </a:lnTo>
                  <a:lnTo>
                    <a:pt x="901" y="1803"/>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 name="Google Shape;205;p12"/>
            <p:cNvSpPr/>
            <p:nvPr/>
          </p:nvSpPr>
          <p:spPr>
            <a:xfrm>
              <a:off x="654800" y="244200"/>
              <a:ext cx="25" cy="51175"/>
            </a:xfrm>
            <a:custGeom>
              <a:avLst/>
              <a:gdLst/>
              <a:ahLst/>
              <a:cxnLst/>
              <a:rect l="l" t="t" r="r" b="b"/>
              <a:pathLst>
                <a:path w="1" h="2047" fill="none" extrusionOk="0">
                  <a:moveTo>
                    <a:pt x="0" y="1"/>
                  </a:moveTo>
                  <a:lnTo>
                    <a:pt x="0" y="2046"/>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 name="Google Shape;206;p12"/>
            <p:cNvSpPr/>
            <p:nvPr/>
          </p:nvSpPr>
          <p:spPr>
            <a:xfrm>
              <a:off x="737600" y="244200"/>
              <a:ext cx="25" cy="51175"/>
            </a:xfrm>
            <a:custGeom>
              <a:avLst/>
              <a:gdLst/>
              <a:ahLst/>
              <a:cxnLst/>
              <a:rect l="l" t="t" r="r" b="b"/>
              <a:pathLst>
                <a:path w="1" h="2047" fill="none" extrusionOk="0">
                  <a:moveTo>
                    <a:pt x="1" y="1"/>
                  </a:moveTo>
                  <a:lnTo>
                    <a:pt x="1" y="2046"/>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 name="Google Shape;207;p12"/>
            <p:cNvSpPr/>
            <p:nvPr/>
          </p:nvSpPr>
          <p:spPr>
            <a:xfrm>
              <a:off x="820400" y="244200"/>
              <a:ext cx="25" cy="51175"/>
            </a:xfrm>
            <a:custGeom>
              <a:avLst/>
              <a:gdLst/>
              <a:ahLst/>
              <a:cxnLst/>
              <a:rect l="l" t="t" r="r" b="b"/>
              <a:pathLst>
                <a:path w="1" h="2047" fill="none" extrusionOk="0">
                  <a:moveTo>
                    <a:pt x="1" y="1"/>
                  </a:moveTo>
                  <a:lnTo>
                    <a:pt x="1" y="2046"/>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 name="Google Shape;208;p12"/>
            <p:cNvSpPr/>
            <p:nvPr/>
          </p:nvSpPr>
          <p:spPr>
            <a:xfrm>
              <a:off x="903225" y="244200"/>
              <a:ext cx="25" cy="51175"/>
            </a:xfrm>
            <a:custGeom>
              <a:avLst/>
              <a:gdLst/>
              <a:ahLst/>
              <a:cxnLst/>
              <a:rect l="l" t="t" r="r" b="b"/>
              <a:pathLst>
                <a:path w="1" h="2047" fill="none" extrusionOk="0">
                  <a:moveTo>
                    <a:pt x="0" y="1"/>
                  </a:moveTo>
                  <a:lnTo>
                    <a:pt x="0" y="2046"/>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5" name="Text Placeholder 4"/>
          <p:cNvSpPr>
            <a:spLocks noGrp="1"/>
          </p:cNvSpPr>
          <p:nvPr>
            <p:ph type="body" idx="2"/>
          </p:nvPr>
        </p:nvSpPr>
        <p:spPr>
          <a:xfrm>
            <a:off x="-78259" y="1200267"/>
            <a:ext cx="4650259" cy="2807776"/>
          </a:xfrm>
        </p:spPr>
        <p:txBody>
          <a:bodyPr/>
          <a:lstStyle/>
          <a:p>
            <a:pPr lvl="0"/>
            <a:r>
              <a:rPr lang="en-PH" sz="1600" b="1" dirty="0"/>
              <a:t>Start</a:t>
            </a:r>
            <a:r>
              <a:rPr lang="en-PH" sz="1600" dirty="0"/>
              <a:t> (Oval)</a:t>
            </a:r>
          </a:p>
          <a:p>
            <a:pPr lvl="0"/>
            <a:r>
              <a:rPr lang="en-PH" sz="1600" b="1" dirty="0"/>
              <a:t>Input:</a:t>
            </a:r>
            <a:r>
              <a:rPr lang="en-PH" sz="1600" dirty="0"/>
              <a:t> Put Pork, Soy Sauce, Vinegar, Garlic, and Spices into pot (Parallelogram)</a:t>
            </a:r>
          </a:p>
          <a:p>
            <a:pPr lvl="0"/>
            <a:r>
              <a:rPr lang="en-PH" sz="1600" b="1" dirty="0"/>
              <a:t>Process:</a:t>
            </a:r>
            <a:r>
              <a:rPr lang="en-PH" sz="1600" dirty="0"/>
              <a:t> Bring to a boil on high heat (Rectangle)</a:t>
            </a:r>
          </a:p>
          <a:p>
            <a:pPr lvl="0"/>
            <a:r>
              <a:rPr lang="en-PH" sz="1600" b="1" dirty="0"/>
              <a:t>Process:</a:t>
            </a:r>
            <a:r>
              <a:rPr lang="en-PH" sz="1600" dirty="0"/>
              <a:t> Reduce to low heat (Rectangle)</a:t>
            </a:r>
          </a:p>
          <a:p>
            <a:pPr lvl="0"/>
            <a:r>
              <a:rPr lang="en-PH" sz="1600" b="1" dirty="0"/>
              <a:t>Decision:</a:t>
            </a:r>
            <a:r>
              <a:rPr lang="en-PH" sz="1600" dirty="0"/>
              <a:t> Is the meat tender? (Diamond)</a:t>
            </a:r>
          </a:p>
          <a:p>
            <a:pPr lvl="1"/>
            <a:r>
              <a:rPr lang="en-PH" sz="1600" i="1" dirty="0"/>
              <a:t>If No:</a:t>
            </a:r>
            <a:r>
              <a:rPr lang="en-PH" sz="1600" dirty="0"/>
              <a:t> </a:t>
            </a:r>
            <a:r>
              <a:rPr lang="en-PH" sz="1600" b="1" dirty="0"/>
              <a:t>Process:</a:t>
            </a:r>
            <a:r>
              <a:rPr lang="en-PH" sz="1600" dirty="0"/>
              <a:t> Simmer for 10 minutes -&gt; </a:t>
            </a:r>
            <a:r>
              <a:rPr lang="en-PH" sz="1600" b="1" dirty="0"/>
              <a:t>Loop back</a:t>
            </a:r>
            <a:r>
              <a:rPr lang="en-PH" sz="1600" dirty="0"/>
              <a:t> to Step 5 (Decision)</a:t>
            </a:r>
          </a:p>
          <a:p>
            <a:pPr lvl="1"/>
            <a:r>
              <a:rPr lang="en-PH" sz="1600" i="1" dirty="0"/>
              <a:t>If Yes:</a:t>
            </a:r>
            <a:r>
              <a:rPr lang="en-PH" sz="1600" dirty="0"/>
              <a:t> Proceed to Step 6</a:t>
            </a:r>
          </a:p>
          <a:p>
            <a:pPr lvl="0"/>
            <a:r>
              <a:rPr lang="en-PH" sz="1600" b="1" dirty="0"/>
              <a:t>Process:</a:t>
            </a:r>
            <a:r>
              <a:rPr lang="en-PH" sz="1600" dirty="0"/>
              <a:t> Turn off stove (Rectangle)</a:t>
            </a:r>
          </a:p>
          <a:p>
            <a:pPr lvl="0"/>
            <a:r>
              <a:rPr lang="en-PH" sz="1600" b="1" dirty="0"/>
              <a:t>Output:</a:t>
            </a:r>
            <a:r>
              <a:rPr lang="en-PH" sz="1600" dirty="0"/>
              <a:t> Serve Adobo (Parallelogram)</a:t>
            </a:r>
          </a:p>
          <a:p>
            <a:pPr lvl="0"/>
            <a:r>
              <a:rPr lang="en-PH" sz="1600" b="1" dirty="0"/>
              <a:t>End</a:t>
            </a:r>
            <a:r>
              <a:rPr lang="en-PH" sz="1600" dirty="0"/>
              <a:t> (Oval)</a:t>
            </a:r>
          </a:p>
        </p:txBody>
      </p:sp>
      <p:pic>
        <p:nvPicPr>
          <p:cNvPr id="5" name="Picture 4">
            <a:extLst>
              <a:ext uri="{FF2B5EF4-FFF2-40B4-BE49-F238E27FC236}">
                <a16:creationId xmlns:a16="http://schemas.microsoft.com/office/drawing/2014/main" id="{9C13948C-B1BC-6AC6-A462-E75805FD9E70}"/>
              </a:ext>
            </a:extLst>
          </p:cNvPr>
          <p:cNvPicPr>
            <a:picLocks noChangeAspect="1"/>
          </p:cNvPicPr>
          <p:nvPr/>
        </p:nvPicPr>
        <p:blipFill>
          <a:blip r:embed="rId3"/>
          <a:stretch>
            <a:fillRect/>
          </a:stretch>
        </p:blipFill>
        <p:spPr>
          <a:xfrm>
            <a:off x="4737666" y="1453660"/>
            <a:ext cx="4367734" cy="2554383"/>
          </a:xfrm>
          <a:prstGeom prst="rect">
            <a:avLst/>
          </a:prstGeom>
        </p:spPr>
      </p:pic>
    </p:spTree>
  </p:cSld>
  <p:clrMapOvr>
    <a:masterClrMapping/>
  </p:clrMapOvr>
  <p:transition>
    <p:fade thruBlk="1"/>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188">
          <a:extLst>
            <a:ext uri="{FF2B5EF4-FFF2-40B4-BE49-F238E27FC236}">
              <a16:creationId xmlns:a16="http://schemas.microsoft.com/office/drawing/2014/main" id="{A3902863-9757-452F-8E4D-9DF7973F55BF}"/>
            </a:ext>
          </a:extLst>
        </p:cNvPr>
        <p:cNvGrpSpPr/>
        <p:nvPr/>
      </p:nvGrpSpPr>
      <p:grpSpPr>
        <a:xfrm>
          <a:off x="0" y="0"/>
          <a:ext cx="0" cy="0"/>
          <a:chOff x="0" y="0"/>
          <a:chExt cx="0" cy="0"/>
        </a:xfrm>
      </p:grpSpPr>
      <p:sp>
        <p:nvSpPr>
          <p:cNvPr id="189" name="Google Shape;189;p12">
            <a:extLst>
              <a:ext uri="{FF2B5EF4-FFF2-40B4-BE49-F238E27FC236}">
                <a16:creationId xmlns:a16="http://schemas.microsoft.com/office/drawing/2014/main" id="{1958540E-B9C9-596C-DB81-880B19D377F8}"/>
              </a:ext>
            </a:extLst>
          </p:cNvPr>
          <p:cNvSpPr txBox="1">
            <a:spLocks noGrp="1"/>
          </p:cNvSpPr>
          <p:nvPr>
            <p:ph type="title"/>
          </p:nvPr>
        </p:nvSpPr>
        <p:spPr>
          <a:xfrm>
            <a:off x="814275" y="392575"/>
            <a:ext cx="5582406" cy="766200"/>
          </a:xfrm>
          <a:prstGeom prst="rect">
            <a:avLst/>
          </a:prstGeom>
        </p:spPr>
        <p:txBody>
          <a:bodyPr spcFirstLastPara="1" wrap="square" lIns="91425" tIns="91425" rIns="91425" bIns="91425" anchor="ctr" anchorCtr="0">
            <a:noAutofit/>
          </a:bodyPr>
          <a:lstStyle/>
          <a:p>
            <a:pPr lvl="0"/>
            <a:r>
              <a:rPr lang="en-PH" dirty="0"/>
              <a:t>Activity 1:</a:t>
            </a:r>
            <a:br>
              <a:rPr lang="en-PH" dirty="0"/>
            </a:br>
            <a:r>
              <a:rPr lang="en-PH" dirty="0"/>
              <a:t>The Dynamic Adobo Algorithm (Input &amp; Calculation)</a:t>
            </a:r>
            <a:endParaRPr dirty="0">
              <a:solidFill>
                <a:schemeClr val="bg1">
                  <a:lumMod val="95000"/>
                </a:schemeClr>
              </a:solidFill>
            </a:endParaRPr>
          </a:p>
        </p:txBody>
      </p:sp>
      <p:sp>
        <p:nvSpPr>
          <p:cNvPr id="192" name="Google Shape;192;p12">
            <a:extLst>
              <a:ext uri="{FF2B5EF4-FFF2-40B4-BE49-F238E27FC236}">
                <a16:creationId xmlns:a16="http://schemas.microsoft.com/office/drawing/2014/main" id="{A0245AFE-C7C6-69DA-36E5-DF24AAF36D25}"/>
              </a:ext>
            </a:extLst>
          </p:cNvPr>
          <p:cNvSpPr txBox="1">
            <a:spLocks noGrp="1"/>
          </p:cNvSpPr>
          <p:nvPr>
            <p:ph type="sldNum" idx="12"/>
          </p:nvPr>
        </p:nvSpPr>
        <p:spPr>
          <a:xfrm>
            <a:off x="7618000" y="4636500"/>
            <a:ext cx="1487400" cy="315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GB"/>
              <a:t>26</a:t>
            </a:fld>
            <a:endParaRPr lang="en-GB"/>
          </a:p>
        </p:txBody>
      </p:sp>
      <p:grpSp>
        <p:nvGrpSpPr>
          <p:cNvPr id="194" name="Google Shape;194;p12">
            <a:extLst>
              <a:ext uri="{FF2B5EF4-FFF2-40B4-BE49-F238E27FC236}">
                <a16:creationId xmlns:a16="http://schemas.microsoft.com/office/drawing/2014/main" id="{20B77561-3DA3-385B-BB2E-7ABDBC1F72DD}"/>
              </a:ext>
            </a:extLst>
          </p:cNvPr>
          <p:cNvGrpSpPr/>
          <p:nvPr/>
        </p:nvGrpSpPr>
        <p:grpSpPr>
          <a:xfrm>
            <a:off x="293683" y="574116"/>
            <a:ext cx="309041" cy="403123"/>
            <a:chOff x="590250" y="244200"/>
            <a:chExt cx="407975" cy="532175"/>
          </a:xfrm>
        </p:grpSpPr>
        <p:sp>
          <p:nvSpPr>
            <p:cNvPr id="195" name="Google Shape;195;p12">
              <a:extLst>
                <a:ext uri="{FF2B5EF4-FFF2-40B4-BE49-F238E27FC236}">
                  <a16:creationId xmlns:a16="http://schemas.microsoft.com/office/drawing/2014/main" id="{F9460224-891B-B9E2-FB95-C88F043C3FC5}"/>
                </a:ext>
              </a:extLst>
            </p:cNvPr>
            <p:cNvSpPr/>
            <p:nvPr/>
          </p:nvSpPr>
          <p:spPr>
            <a:xfrm>
              <a:off x="623125" y="313625"/>
              <a:ext cx="375100" cy="462750"/>
            </a:xfrm>
            <a:custGeom>
              <a:avLst/>
              <a:gdLst/>
              <a:ahLst/>
              <a:cxnLst/>
              <a:rect l="l" t="t" r="r" b="b"/>
              <a:pathLst>
                <a:path w="15004" h="18510" fill="none" extrusionOk="0">
                  <a:moveTo>
                    <a:pt x="1" y="17536"/>
                  </a:moveTo>
                  <a:lnTo>
                    <a:pt x="1" y="17536"/>
                  </a:lnTo>
                  <a:lnTo>
                    <a:pt x="1" y="17536"/>
                  </a:lnTo>
                  <a:lnTo>
                    <a:pt x="25" y="17682"/>
                  </a:lnTo>
                  <a:lnTo>
                    <a:pt x="49" y="17852"/>
                  </a:lnTo>
                  <a:lnTo>
                    <a:pt x="123" y="18023"/>
                  </a:lnTo>
                  <a:lnTo>
                    <a:pt x="220" y="18193"/>
                  </a:lnTo>
                  <a:lnTo>
                    <a:pt x="293" y="18291"/>
                  </a:lnTo>
                  <a:lnTo>
                    <a:pt x="390" y="18364"/>
                  </a:lnTo>
                  <a:lnTo>
                    <a:pt x="488" y="18412"/>
                  </a:lnTo>
                  <a:lnTo>
                    <a:pt x="610" y="18461"/>
                  </a:lnTo>
                  <a:lnTo>
                    <a:pt x="756" y="18510"/>
                  </a:lnTo>
                  <a:lnTo>
                    <a:pt x="926" y="18510"/>
                  </a:lnTo>
                  <a:lnTo>
                    <a:pt x="14468" y="18510"/>
                  </a:lnTo>
                  <a:lnTo>
                    <a:pt x="14468" y="18510"/>
                  </a:lnTo>
                  <a:lnTo>
                    <a:pt x="14541" y="18510"/>
                  </a:lnTo>
                  <a:lnTo>
                    <a:pt x="14614" y="18485"/>
                  </a:lnTo>
                  <a:lnTo>
                    <a:pt x="14736" y="18412"/>
                  </a:lnTo>
                  <a:lnTo>
                    <a:pt x="14833" y="18291"/>
                  </a:lnTo>
                  <a:lnTo>
                    <a:pt x="14906" y="18144"/>
                  </a:lnTo>
                  <a:lnTo>
                    <a:pt x="14955" y="17974"/>
                  </a:lnTo>
                  <a:lnTo>
                    <a:pt x="14979" y="17779"/>
                  </a:lnTo>
                  <a:lnTo>
                    <a:pt x="15003" y="17438"/>
                  </a:lnTo>
                  <a:lnTo>
                    <a:pt x="15003" y="487"/>
                  </a:lnTo>
                  <a:lnTo>
                    <a:pt x="15003" y="487"/>
                  </a:lnTo>
                  <a:lnTo>
                    <a:pt x="15003" y="341"/>
                  </a:lnTo>
                  <a:lnTo>
                    <a:pt x="14979" y="219"/>
                  </a:lnTo>
                  <a:lnTo>
                    <a:pt x="14955" y="146"/>
                  </a:lnTo>
                  <a:lnTo>
                    <a:pt x="14906" y="73"/>
                  </a:lnTo>
                  <a:lnTo>
                    <a:pt x="14833" y="49"/>
                  </a:lnTo>
                  <a:lnTo>
                    <a:pt x="14736" y="24"/>
                  </a:lnTo>
                  <a:lnTo>
                    <a:pt x="14468" y="0"/>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 name="Google Shape;196;p12">
              <a:extLst>
                <a:ext uri="{FF2B5EF4-FFF2-40B4-BE49-F238E27FC236}">
                  <a16:creationId xmlns:a16="http://schemas.microsoft.com/office/drawing/2014/main" id="{72F8C595-94A8-F2D0-94A8-2404E8D97FA0}"/>
                </a:ext>
              </a:extLst>
            </p:cNvPr>
            <p:cNvSpPr/>
            <p:nvPr/>
          </p:nvSpPr>
          <p:spPr>
            <a:xfrm>
              <a:off x="590250" y="269775"/>
              <a:ext cx="377525" cy="462775"/>
            </a:xfrm>
            <a:custGeom>
              <a:avLst/>
              <a:gdLst/>
              <a:ahLst/>
              <a:cxnLst/>
              <a:rect l="l" t="t" r="r" b="b"/>
              <a:pathLst>
                <a:path w="15101" h="18511" fill="none" extrusionOk="0">
                  <a:moveTo>
                    <a:pt x="14321" y="0"/>
                  </a:moveTo>
                  <a:lnTo>
                    <a:pt x="780" y="0"/>
                  </a:lnTo>
                  <a:lnTo>
                    <a:pt x="780" y="0"/>
                  </a:lnTo>
                  <a:lnTo>
                    <a:pt x="634" y="25"/>
                  </a:lnTo>
                  <a:lnTo>
                    <a:pt x="488" y="74"/>
                  </a:lnTo>
                  <a:lnTo>
                    <a:pt x="342" y="122"/>
                  </a:lnTo>
                  <a:lnTo>
                    <a:pt x="220" y="220"/>
                  </a:lnTo>
                  <a:lnTo>
                    <a:pt x="122" y="341"/>
                  </a:lnTo>
                  <a:lnTo>
                    <a:pt x="74" y="488"/>
                  </a:lnTo>
                  <a:lnTo>
                    <a:pt x="25" y="634"/>
                  </a:lnTo>
                  <a:lnTo>
                    <a:pt x="1" y="780"/>
                  </a:lnTo>
                  <a:lnTo>
                    <a:pt x="1" y="17731"/>
                  </a:lnTo>
                  <a:lnTo>
                    <a:pt x="1" y="17731"/>
                  </a:lnTo>
                  <a:lnTo>
                    <a:pt x="25" y="17877"/>
                  </a:lnTo>
                  <a:lnTo>
                    <a:pt x="74" y="18023"/>
                  </a:lnTo>
                  <a:lnTo>
                    <a:pt x="122" y="18169"/>
                  </a:lnTo>
                  <a:lnTo>
                    <a:pt x="220" y="18291"/>
                  </a:lnTo>
                  <a:lnTo>
                    <a:pt x="342" y="18388"/>
                  </a:lnTo>
                  <a:lnTo>
                    <a:pt x="488" y="18437"/>
                  </a:lnTo>
                  <a:lnTo>
                    <a:pt x="634" y="18486"/>
                  </a:lnTo>
                  <a:lnTo>
                    <a:pt x="780" y="18510"/>
                  </a:lnTo>
                  <a:lnTo>
                    <a:pt x="14321" y="18510"/>
                  </a:lnTo>
                  <a:lnTo>
                    <a:pt x="14321" y="18510"/>
                  </a:lnTo>
                  <a:lnTo>
                    <a:pt x="14467" y="18486"/>
                  </a:lnTo>
                  <a:lnTo>
                    <a:pt x="14614" y="18437"/>
                  </a:lnTo>
                  <a:lnTo>
                    <a:pt x="14760" y="18388"/>
                  </a:lnTo>
                  <a:lnTo>
                    <a:pt x="14881" y="18291"/>
                  </a:lnTo>
                  <a:lnTo>
                    <a:pt x="14979" y="18169"/>
                  </a:lnTo>
                  <a:lnTo>
                    <a:pt x="15028" y="18023"/>
                  </a:lnTo>
                  <a:lnTo>
                    <a:pt x="15076" y="17877"/>
                  </a:lnTo>
                  <a:lnTo>
                    <a:pt x="15101" y="17731"/>
                  </a:lnTo>
                  <a:lnTo>
                    <a:pt x="15101" y="780"/>
                  </a:lnTo>
                  <a:lnTo>
                    <a:pt x="15101" y="780"/>
                  </a:lnTo>
                  <a:lnTo>
                    <a:pt x="15076" y="634"/>
                  </a:lnTo>
                  <a:lnTo>
                    <a:pt x="15028" y="488"/>
                  </a:lnTo>
                  <a:lnTo>
                    <a:pt x="14979" y="341"/>
                  </a:lnTo>
                  <a:lnTo>
                    <a:pt x="14881" y="220"/>
                  </a:lnTo>
                  <a:lnTo>
                    <a:pt x="14760" y="122"/>
                  </a:lnTo>
                  <a:lnTo>
                    <a:pt x="14614" y="74"/>
                  </a:lnTo>
                  <a:lnTo>
                    <a:pt x="14467" y="25"/>
                  </a:lnTo>
                  <a:lnTo>
                    <a:pt x="14321" y="0"/>
                  </a:lnTo>
                  <a:lnTo>
                    <a:pt x="14321" y="0"/>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 name="Google Shape;197;p12">
              <a:extLst>
                <a:ext uri="{FF2B5EF4-FFF2-40B4-BE49-F238E27FC236}">
                  <a16:creationId xmlns:a16="http://schemas.microsoft.com/office/drawing/2014/main" id="{63B8F046-BA60-EF08-F84D-E53BA624F6CA}"/>
                </a:ext>
              </a:extLst>
            </p:cNvPr>
            <p:cNvSpPr/>
            <p:nvPr/>
          </p:nvSpPr>
          <p:spPr>
            <a:xfrm>
              <a:off x="796650" y="274025"/>
              <a:ext cx="45100" cy="45100"/>
            </a:xfrm>
            <a:custGeom>
              <a:avLst/>
              <a:gdLst/>
              <a:ahLst/>
              <a:cxnLst/>
              <a:rect l="l" t="t" r="r" b="b"/>
              <a:pathLst>
                <a:path w="1804" h="1804" fill="none" extrusionOk="0">
                  <a:moveTo>
                    <a:pt x="902" y="1"/>
                  </a:moveTo>
                  <a:lnTo>
                    <a:pt x="902" y="1"/>
                  </a:lnTo>
                  <a:lnTo>
                    <a:pt x="1073" y="25"/>
                  </a:lnTo>
                  <a:lnTo>
                    <a:pt x="1243" y="74"/>
                  </a:lnTo>
                  <a:lnTo>
                    <a:pt x="1414" y="147"/>
                  </a:lnTo>
                  <a:lnTo>
                    <a:pt x="1535" y="269"/>
                  </a:lnTo>
                  <a:lnTo>
                    <a:pt x="1657" y="391"/>
                  </a:lnTo>
                  <a:lnTo>
                    <a:pt x="1730" y="561"/>
                  </a:lnTo>
                  <a:lnTo>
                    <a:pt x="1779" y="732"/>
                  </a:lnTo>
                  <a:lnTo>
                    <a:pt x="1803" y="902"/>
                  </a:lnTo>
                  <a:lnTo>
                    <a:pt x="1803" y="902"/>
                  </a:lnTo>
                  <a:lnTo>
                    <a:pt x="1779" y="1073"/>
                  </a:lnTo>
                  <a:lnTo>
                    <a:pt x="1730" y="1243"/>
                  </a:lnTo>
                  <a:lnTo>
                    <a:pt x="1657" y="1414"/>
                  </a:lnTo>
                  <a:lnTo>
                    <a:pt x="1535" y="1535"/>
                  </a:lnTo>
                  <a:lnTo>
                    <a:pt x="1414" y="1657"/>
                  </a:lnTo>
                  <a:lnTo>
                    <a:pt x="1243" y="1730"/>
                  </a:lnTo>
                  <a:lnTo>
                    <a:pt x="1073" y="1779"/>
                  </a:lnTo>
                  <a:lnTo>
                    <a:pt x="902" y="1803"/>
                  </a:lnTo>
                  <a:lnTo>
                    <a:pt x="902" y="1803"/>
                  </a:lnTo>
                  <a:lnTo>
                    <a:pt x="732" y="1779"/>
                  </a:lnTo>
                  <a:lnTo>
                    <a:pt x="561" y="1730"/>
                  </a:lnTo>
                  <a:lnTo>
                    <a:pt x="391" y="1657"/>
                  </a:lnTo>
                  <a:lnTo>
                    <a:pt x="269" y="1535"/>
                  </a:lnTo>
                  <a:lnTo>
                    <a:pt x="147" y="1414"/>
                  </a:lnTo>
                  <a:lnTo>
                    <a:pt x="74" y="1243"/>
                  </a:lnTo>
                  <a:lnTo>
                    <a:pt x="25" y="1073"/>
                  </a:lnTo>
                  <a:lnTo>
                    <a:pt x="1" y="902"/>
                  </a:lnTo>
                  <a:lnTo>
                    <a:pt x="1" y="902"/>
                  </a:lnTo>
                  <a:lnTo>
                    <a:pt x="25" y="732"/>
                  </a:lnTo>
                  <a:lnTo>
                    <a:pt x="74" y="561"/>
                  </a:lnTo>
                  <a:lnTo>
                    <a:pt x="147" y="391"/>
                  </a:lnTo>
                  <a:lnTo>
                    <a:pt x="269" y="269"/>
                  </a:lnTo>
                  <a:lnTo>
                    <a:pt x="391" y="147"/>
                  </a:lnTo>
                  <a:lnTo>
                    <a:pt x="561" y="74"/>
                  </a:lnTo>
                  <a:lnTo>
                    <a:pt x="732" y="25"/>
                  </a:lnTo>
                  <a:lnTo>
                    <a:pt x="902" y="1"/>
                  </a:lnTo>
                  <a:lnTo>
                    <a:pt x="902" y="1"/>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 name="Google Shape;198;p12">
              <a:extLst>
                <a:ext uri="{FF2B5EF4-FFF2-40B4-BE49-F238E27FC236}">
                  <a16:creationId xmlns:a16="http://schemas.microsoft.com/office/drawing/2014/main" id="{ACA29473-2C63-1FD6-C04E-F1455DFBBC9D}"/>
                </a:ext>
              </a:extLst>
            </p:cNvPr>
            <p:cNvSpPr/>
            <p:nvPr/>
          </p:nvSpPr>
          <p:spPr>
            <a:xfrm>
              <a:off x="713850" y="274025"/>
              <a:ext cx="45075" cy="45100"/>
            </a:xfrm>
            <a:custGeom>
              <a:avLst/>
              <a:gdLst/>
              <a:ahLst/>
              <a:cxnLst/>
              <a:rect l="l" t="t" r="r" b="b"/>
              <a:pathLst>
                <a:path w="1803" h="1804" fill="none" extrusionOk="0">
                  <a:moveTo>
                    <a:pt x="902" y="1"/>
                  </a:moveTo>
                  <a:lnTo>
                    <a:pt x="902" y="1"/>
                  </a:lnTo>
                  <a:lnTo>
                    <a:pt x="1072" y="25"/>
                  </a:lnTo>
                  <a:lnTo>
                    <a:pt x="1243" y="74"/>
                  </a:lnTo>
                  <a:lnTo>
                    <a:pt x="1413" y="147"/>
                  </a:lnTo>
                  <a:lnTo>
                    <a:pt x="1535" y="269"/>
                  </a:lnTo>
                  <a:lnTo>
                    <a:pt x="1657" y="391"/>
                  </a:lnTo>
                  <a:lnTo>
                    <a:pt x="1730" y="561"/>
                  </a:lnTo>
                  <a:lnTo>
                    <a:pt x="1779" y="732"/>
                  </a:lnTo>
                  <a:lnTo>
                    <a:pt x="1803" y="902"/>
                  </a:lnTo>
                  <a:lnTo>
                    <a:pt x="1803" y="902"/>
                  </a:lnTo>
                  <a:lnTo>
                    <a:pt x="1779" y="1073"/>
                  </a:lnTo>
                  <a:lnTo>
                    <a:pt x="1730" y="1243"/>
                  </a:lnTo>
                  <a:lnTo>
                    <a:pt x="1657" y="1414"/>
                  </a:lnTo>
                  <a:lnTo>
                    <a:pt x="1535" y="1535"/>
                  </a:lnTo>
                  <a:lnTo>
                    <a:pt x="1413" y="1657"/>
                  </a:lnTo>
                  <a:lnTo>
                    <a:pt x="1243" y="1730"/>
                  </a:lnTo>
                  <a:lnTo>
                    <a:pt x="1072" y="1779"/>
                  </a:lnTo>
                  <a:lnTo>
                    <a:pt x="902" y="1803"/>
                  </a:lnTo>
                  <a:lnTo>
                    <a:pt x="902" y="1803"/>
                  </a:lnTo>
                  <a:lnTo>
                    <a:pt x="731" y="1779"/>
                  </a:lnTo>
                  <a:lnTo>
                    <a:pt x="561" y="1730"/>
                  </a:lnTo>
                  <a:lnTo>
                    <a:pt x="390" y="1657"/>
                  </a:lnTo>
                  <a:lnTo>
                    <a:pt x="269" y="1535"/>
                  </a:lnTo>
                  <a:lnTo>
                    <a:pt x="147" y="1414"/>
                  </a:lnTo>
                  <a:lnTo>
                    <a:pt x="74" y="1243"/>
                  </a:lnTo>
                  <a:lnTo>
                    <a:pt x="25" y="1073"/>
                  </a:lnTo>
                  <a:lnTo>
                    <a:pt x="1" y="902"/>
                  </a:lnTo>
                  <a:lnTo>
                    <a:pt x="1" y="902"/>
                  </a:lnTo>
                  <a:lnTo>
                    <a:pt x="25" y="732"/>
                  </a:lnTo>
                  <a:lnTo>
                    <a:pt x="74" y="561"/>
                  </a:lnTo>
                  <a:lnTo>
                    <a:pt x="147" y="391"/>
                  </a:lnTo>
                  <a:lnTo>
                    <a:pt x="269" y="269"/>
                  </a:lnTo>
                  <a:lnTo>
                    <a:pt x="390" y="147"/>
                  </a:lnTo>
                  <a:lnTo>
                    <a:pt x="561" y="74"/>
                  </a:lnTo>
                  <a:lnTo>
                    <a:pt x="731" y="25"/>
                  </a:lnTo>
                  <a:lnTo>
                    <a:pt x="902" y="1"/>
                  </a:lnTo>
                  <a:lnTo>
                    <a:pt x="902" y="1"/>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 name="Google Shape;199;p12">
              <a:extLst>
                <a:ext uri="{FF2B5EF4-FFF2-40B4-BE49-F238E27FC236}">
                  <a16:creationId xmlns:a16="http://schemas.microsoft.com/office/drawing/2014/main" id="{81EA67FE-2808-3E66-74D6-C422765F6696}"/>
                </a:ext>
              </a:extLst>
            </p:cNvPr>
            <p:cNvSpPr/>
            <p:nvPr/>
          </p:nvSpPr>
          <p:spPr>
            <a:xfrm>
              <a:off x="631050" y="274025"/>
              <a:ext cx="45075" cy="45100"/>
            </a:xfrm>
            <a:custGeom>
              <a:avLst/>
              <a:gdLst/>
              <a:ahLst/>
              <a:cxnLst/>
              <a:rect l="l" t="t" r="r" b="b"/>
              <a:pathLst>
                <a:path w="1803" h="1804" fill="none" extrusionOk="0">
                  <a:moveTo>
                    <a:pt x="0" y="902"/>
                  </a:moveTo>
                  <a:lnTo>
                    <a:pt x="0" y="902"/>
                  </a:lnTo>
                  <a:lnTo>
                    <a:pt x="25" y="732"/>
                  </a:lnTo>
                  <a:lnTo>
                    <a:pt x="73" y="561"/>
                  </a:lnTo>
                  <a:lnTo>
                    <a:pt x="147" y="391"/>
                  </a:lnTo>
                  <a:lnTo>
                    <a:pt x="268" y="269"/>
                  </a:lnTo>
                  <a:lnTo>
                    <a:pt x="390" y="147"/>
                  </a:lnTo>
                  <a:lnTo>
                    <a:pt x="561" y="74"/>
                  </a:lnTo>
                  <a:lnTo>
                    <a:pt x="731" y="25"/>
                  </a:lnTo>
                  <a:lnTo>
                    <a:pt x="902" y="1"/>
                  </a:lnTo>
                  <a:lnTo>
                    <a:pt x="902" y="1"/>
                  </a:lnTo>
                  <a:lnTo>
                    <a:pt x="1072" y="25"/>
                  </a:lnTo>
                  <a:lnTo>
                    <a:pt x="1243" y="74"/>
                  </a:lnTo>
                  <a:lnTo>
                    <a:pt x="1413" y="147"/>
                  </a:lnTo>
                  <a:lnTo>
                    <a:pt x="1535" y="269"/>
                  </a:lnTo>
                  <a:lnTo>
                    <a:pt x="1657" y="391"/>
                  </a:lnTo>
                  <a:lnTo>
                    <a:pt x="1730" y="561"/>
                  </a:lnTo>
                  <a:lnTo>
                    <a:pt x="1778" y="732"/>
                  </a:lnTo>
                  <a:lnTo>
                    <a:pt x="1803" y="902"/>
                  </a:lnTo>
                  <a:lnTo>
                    <a:pt x="1803" y="902"/>
                  </a:lnTo>
                  <a:lnTo>
                    <a:pt x="1778" y="1073"/>
                  </a:lnTo>
                  <a:lnTo>
                    <a:pt x="1730" y="1243"/>
                  </a:lnTo>
                  <a:lnTo>
                    <a:pt x="1657" y="1414"/>
                  </a:lnTo>
                  <a:lnTo>
                    <a:pt x="1535" y="1535"/>
                  </a:lnTo>
                  <a:lnTo>
                    <a:pt x="1413" y="1657"/>
                  </a:lnTo>
                  <a:lnTo>
                    <a:pt x="1243" y="1730"/>
                  </a:lnTo>
                  <a:lnTo>
                    <a:pt x="1072" y="1779"/>
                  </a:lnTo>
                  <a:lnTo>
                    <a:pt x="902" y="1803"/>
                  </a:lnTo>
                  <a:lnTo>
                    <a:pt x="902" y="1803"/>
                  </a:lnTo>
                  <a:lnTo>
                    <a:pt x="731" y="1779"/>
                  </a:lnTo>
                  <a:lnTo>
                    <a:pt x="561" y="1730"/>
                  </a:lnTo>
                  <a:lnTo>
                    <a:pt x="390" y="1657"/>
                  </a:lnTo>
                  <a:lnTo>
                    <a:pt x="268" y="1535"/>
                  </a:lnTo>
                  <a:lnTo>
                    <a:pt x="147" y="1414"/>
                  </a:lnTo>
                  <a:lnTo>
                    <a:pt x="73" y="1243"/>
                  </a:lnTo>
                  <a:lnTo>
                    <a:pt x="25" y="1073"/>
                  </a:lnTo>
                  <a:lnTo>
                    <a:pt x="0" y="902"/>
                  </a:lnTo>
                  <a:lnTo>
                    <a:pt x="0" y="902"/>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 name="Google Shape;200;p12">
              <a:extLst>
                <a:ext uri="{FF2B5EF4-FFF2-40B4-BE49-F238E27FC236}">
                  <a16:creationId xmlns:a16="http://schemas.microsoft.com/office/drawing/2014/main" id="{445F1751-0041-C8A6-0EF2-734E72E9D9AD}"/>
                </a:ext>
              </a:extLst>
            </p:cNvPr>
            <p:cNvSpPr/>
            <p:nvPr/>
          </p:nvSpPr>
          <p:spPr>
            <a:xfrm>
              <a:off x="649925" y="590050"/>
              <a:ext cx="133975" cy="25"/>
            </a:xfrm>
            <a:custGeom>
              <a:avLst/>
              <a:gdLst/>
              <a:ahLst/>
              <a:cxnLst/>
              <a:rect l="l" t="t" r="r" b="b"/>
              <a:pathLst>
                <a:path w="5359" h="1" fill="none" extrusionOk="0">
                  <a:moveTo>
                    <a:pt x="5358" y="0"/>
                  </a:moveTo>
                  <a:lnTo>
                    <a:pt x="0" y="0"/>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 name="Google Shape;201;p12">
              <a:extLst>
                <a:ext uri="{FF2B5EF4-FFF2-40B4-BE49-F238E27FC236}">
                  <a16:creationId xmlns:a16="http://schemas.microsoft.com/office/drawing/2014/main" id="{B8A29B6D-0891-C566-D912-E1762B91D3F1}"/>
                </a:ext>
              </a:extLst>
            </p:cNvPr>
            <p:cNvSpPr/>
            <p:nvPr/>
          </p:nvSpPr>
          <p:spPr>
            <a:xfrm>
              <a:off x="649925" y="534625"/>
              <a:ext cx="255750" cy="25"/>
            </a:xfrm>
            <a:custGeom>
              <a:avLst/>
              <a:gdLst/>
              <a:ahLst/>
              <a:cxnLst/>
              <a:rect l="l" t="t" r="r" b="b"/>
              <a:pathLst>
                <a:path w="10230" h="1" fill="none" extrusionOk="0">
                  <a:moveTo>
                    <a:pt x="10229" y="1"/>
                  </a:moveTo>
                  <a:lnTo>
                    <a:pt x="0" y="1"/>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 name="Google Shape;202;p12">
              <a:extLst>
                <a:ext uri="{FF2B5EF4-FFF2-40B4-BE49-F238E27FC236}">
                  <a16:creationId xmlns:a16="http://schemas.microsoft.com/office/drawing/2014/main" id="{5921579B-12EE-778C-8AF7-25FD204B189D}"/>
                </a:ext>
              </a:extLst>
            </p:cNvPr>
            <p:cNvSpPr/>
            <p:nvPr/>
          </p:nvSpPr>
          <p:spPr>
            <a:xfrm>
              <a:off x="649925" y="479825"/>
              <a:ext cx="255750" cy="25"/>
            </a:xfrm>
            <a:custGeom>
              <a:avLst/>
              <a:gdLst/>
              <a:ahLst/>
              <a:cxnLst/>
              <a:rect l="l" t="t" r="r" b="b"/>
              <a:pathLst>
                <a:path w="10230" h="1" fill="none" extrusionOk="0">
                  <a:moveTo>
                    <a:pt x="10229" y="1"/>
                  </a:moveTo>
                  <a:lnTo>
                    <a:pt x="0" y="1"/>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 name="Google Shape;203;p12">
              <a:extLst>
                <a:ext uri="{FF2B5EF4-FFF2-40B4-BE49-F238E27FC236}">
                  <a16:creationId xmlns:a16="http://schemas.microsoft.com/office/drawing/2014/main" id="{EEE99ECE-F07A-C241-67DE-62A07265B6D2}"/>
                </a:ext>
              </a:extLst>
            </p:cNvPr>
            <p:cNvSpPr/>
            <p:nvPr/>
          </p:nvSpPr>
          <p:spPr>
            <a:xfrm>
              <a:off x="649925" y="424425"/>
              <a:ext cx="255750" cy="25"/>
            </a:xfrm>
            <a:custGeom>
              <a:avLst/>
              <a:gdLst/>
              <a:ahLst/>
              <a:cxnLst/>
              <a:rect l="l" t="t" r="r" b="b"/>
              <a:pathLst>
                <a:path w="10230" h="1" fill="none" extrusionOk="0">
                  <a:moveTo>
                    <a:pt x="10229" y="1"/>
                  </a:moveTo>
                  <a:lnTo>
                    <a:pt x="0" y="1"/>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 name="Google Shape;204;p12">
              <a:extLst>
                <a:ext uri="{FF2B5EF4-FFF2-40B4-BE49-F238E27FC236}">
                  <a16:creationId xmlns:a16="http://schemas.microsoft.com/office/drawing/2014/main" id="{66644AA8-9048-454D-F7CF-85A216239351}"/>
                </a:ext>
              </a:extLst>
            </p:cNvPr>
            <p:cNvSpPr/>
            <p:nvPr/>
          </p:nvSpPr>
          <p:spPr>
            <a:xfrm>
              <a:off x="879475" y="274025"/>
              <a:ext cx="45075" cy="45100"/>
            </a:xfrm>
            <a:custGeom>
              <a:avLst/>
              <a:gdLst/>
              <a:ahLst/>
              <a:cxnLst/>
              <a:rect l="l" t="t" r="r" b="b"/>
              <a:pathLst>
                <a:path w="1803" h="1804" fill="none" extrusionOk="0">
                  <a:moveTo>
                    <a:pt x="901" y="1803"/>
                  </a:moveTo>
                  <a:lnTo>
                    <a:pt x="901" y="1803"/>
                  </a:lnTo>
                  <a:lnTo>
                    <a:pt x="731" y="1779"/>
                  </a:lnTo>
                  <a:lnTo>
                    <a:pt x="560" y="1730"/>
                  </a:lnTo>
                  <a:lnTo>
                    <a:pt x="390" y="1657"/>
                  </a:lnTo>
                  <a:lnTo>
                    <a:pt x="268" y="1535"/>
                  </a:lnTo>
                  <a:lnTo>
                    <a:pt x="146" y="1414"/>
                  </a:lnTo>
                  <a:lnTo>
                    <a:pt x="73" y="1243"/>
                  </a:lnTo>
                  <a:lnTo>
                    <a:pt x="25" y="1073"/>
                  </a:lnTo>
                  <a:lnTo>
                    <a:pt x="0" y="902"/>
                  </a:lnTo>
                  <a:lnTo>
                    <a:pt x="0" y="902"/>
                  </a:lnTo>
                  <a:lnTo>
                    <a:pt x="25" y="732"/>
                  </a:lnTo>
                  <a:lnTo>
                    <a:pt x="73" y="561"/>
                  </a:lnTo>
                  <a:lnTo>
                    <a:pt x="146" y="391"/>
                  </a:lnTo>
                  <a:lnTo>
                    <a:pt x="268" y="269"/>
                  </a:lnTo>
                  <a:lnTo>
                    <a:pt x="390" y="147"/>
                  </a:lnTo>
                  <a:lnTo>
                    <a:pt x="560" y="74"/>
                  </a:lnTo>
                  <a:lnTo>
                    <a:pt x="731" y="25"/>
                  </a:lnTo>
                  <a:lnTo>
                    <a:pt x="901" y="1"/>
                  </a:lnTo>
                  <a:lnTo>
                    <a:pt x="901" y="1"/>
                  </a:lnTo>
                  <a:lnTo>
                    <a:pt x="1072" y="25"/>
                  </a:lnTo>
                  <a:lnTo>
                    <a:pt x="1242" y="74"/>
                  </a:lnTo>
                  <a:lnTo>
                    <a:pt x="1413" y="147"/>
                  </a:lnTo>
                  <a:lnTo>
                    <a:pt x="1535" y="269"/>
                  </a:lnTo>
                  <a:lnTo>
                    <a:pt x="1656" y="391"/>
                  </a:lnTo>
                  <a:lnTo>
                    <a:pt x="1729" y="561"/>
                  </a:lnTo>
                  <a:lnTo>
                    <a:pt x="1778" y="732"/>
                  </a:lnTo>
                  <a:lnTo>
                    <a:pt x="1802" y="902"/>
                  </a:lnTo>
                  <a:lnTo>
                    <a:pt x="1802" y="902"/>
                  </a:lnTo>
                  <a:lnTo>
                    <a:pt x="1778" y="1073"/>
                  </a:lnTo>
                  <a:lnTo>
                    <a:pt x="1729" y="1243"/>
                  </a:lnTo>
                  <a:lnTo>
                    <a:pt x="1656" y="1414"/>
                  </a:lnTo>
                  <a:lnTo>
                    <a:pt x="1535" y="1535"/>
                  </a:lnTo>
                  <a:lnTo>
                    <a:pt x="1413" y="1657"/>
                  </a:lnTo>
                  <a:lnTo>
                    <a:pt x="1242" y="1730"/>
                  </a:lnTo>
                  <a:lnTo>
                    <a:pt x="1072" y="1779"/>
                  </a:lnTo>
                  <a:lnTo>
                    <a:pt x="901" y="1803"/>
                  </a:lnTo>
                  <a:lnTo>
                    <a:pt x="901" y="1803"/>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 name="Google Shape;205;p12">
              <a:extLst>
                <a:ext uri="{FF2B5EF4-FFF2-40B4-BE49-F238E27FC236}">
                  <a16:creationId xmlns:a16="http://schemas.microsoft.com/office/drawing/2014/main" id="{91300760-7AFA-A80E-2611-BF92B7FABCC4}"/>
                </a:ext>
              </a:extLst>
            </p:cNvPr>
            <p:cNvSpPr/>
            <p:nvPr/>
          </p:nvSpPr>
          <p:spPr>
            <a:xfrm>
              <a:off x="654800" y="244200"/>
              <a:ext cx="25" cy="51175"/>
            </a:xfrm>
            <a:custGeom>
              <a:avLst/>
              <a:gdLst/>
              <a:ahLst/>
              <a:cxnLst/>
              <a:rect l="l" t="t" r="r" b="b"/>
              <a:pathLst>
                <a:path w="1" h="2047" fill="none" extrusionOk="0">
                  <a:moveTo>
                    <a:pt x="0" y="1"/>
                  </a:moveTo>
                  <a:lnTo>
                    <a:pt x="0" y="2046"/>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 name="Google Shape;206;p12">
              <a:extLst>
                <a:ext uri="{FF2B5EF4-FFF2-40B4-BE49-F238E27FC236}">
                  <a16:creationId xmlns:a16="http://schemas.microsoft.com/office/drawing/2014/main" id="{30D3ECE7-FB65-FE7F-02F1-ADDCB135314E}"/>
                </a:ext>
              </a:extLst>
            </p:cNvPr>
            <p:cNvSpPr/>
            <p:nvPr/>
          </p:nvSpPr>
          <p:spPr>
            <a:xfrm>
              <a:off x="737600" y="244200"/>
              <a:ext cx="25" cy="51175"/>
            </a:xfrm>
            <a:custGeom>
              <a:avLst/>
              <a:gdLst/>
              <a:ahLst/>
              <a:cxnLst/>
              <a:rect l="l" t="t" r="r" b="b"/>
              <a:pathLst>
                <a:path w="1" h="2047" fill="none" extrusionOk="0">
                  <a:moveTo>
                    <a:pt x="1" y="1"/>
                  </a:moveTo>
                  <a:lnTo>
                    <a:pt x="1" y="2046"/>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 name="Google Shape;207;p12">
              <a:extLst>
                <a:ext uri="{FF2B5EF4-FFF2-40B4-BE49-F238E27FC236}">
                  <a16:creationId xmlns:a16="http://schemas.microsoft.com/office/drawing/2014/main" id="{E4728094-9597-C09D-34F9-A491DA537C4F}"/>
                </a:ext>
              </a:extLst>
            </p:cNvPr>
            <p:cNvSpPr/>
            <p:nvPr/>
          </p:nvSpPr>
          <p:spPr>
            <a:xfrm>
              <a:off x="820400" y="244200"/>
              <a:ext cx="25" cy="51175"/>
            </a:xfrm>
            <a:custGeom>
              <a:avLst/>
              <a:gdLst/>
              <a:ahLst/>
              <a:cxnLst/>
              <a:rect l="l" t="t" r="r" b="b"/>
              <a:pathLst>
                <a:path w="1" h="2047" fill="none" extrusionOk="0">
                  <a:moveTo>
                    <a:pt x="1" y="1"/>
                  </a:moveTo>
                  <a:lnTo>
                    <a:pt x="1" y="2046"/>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 name="Google Shape;208;p12">
              <a:extLst>
                <a:ext uri="{FF2B5EF4-FFF2-40B4-BE49-F238E27FC236}">
                  <a16:creationId xmlns:a16="http://schemas.microsoft.com/office/drawing/2014/main" id="{AE550ED0-BD03-D889-F92C-05F9134EA191}"/>
                </a:ext>
              </a:extLst>
            </p:cNvPr>
            <p:cNvSpPr/>
            <p:nvPr/>
          </p:nvSpPr>
          <p:spPr>
            <a:xfrm>
              <a:off x="903225" y="244200"/>
              <a:ext cx="25" cy="51175"/>
            </a:xfrm>
            <a:custGeom>
              <a:avLst/>
              <a:gdLst/>
              <a:ahLst/>
              <a:cxnLst/>
              <a:rect l="l" t="t" r="r" b="b"/>
              <a:pathLst>
                <a:path w="1" h="2047" fill="none" extrusionOk="0">
                  <a:moveTo>
                    <a:pt x="0" y="1"/>
                  </a:moveTo>
                  <a:lnTo>
                    <a:pt x="0" y="2046"/>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mc:AlternateContent xmlns:mc="http://schemas.openxmlformats.org/markup-compatibility/2006">
        <mc:Choice xmlns:a14="http://schemas.microsoft.com/office/drawing/2010/main" Requires="a14">
          <p:sp>
            <p:nvSpPr>
              <p:cNvPr id="25" name="Text Placeholder 4">
                <a:extLst>
                  <a:ext uri="{FF2B5EF4-FFF2-40B4-BE49-F238E27FC236}">
                    <a16:creationId xmlns:a16="http://schemas.microsoft.com/office/drawing/2014/main" id="{25155B6A-530E-6027-1107-18EFD7243AE7}"/>
                  </a:ext>
                </a:extLst>
              </p:cNvPr>
              <p:cNvSpPr>
                <a:spLocks noGrp="1"/>
              </p:cNvSpPr>
              <p:nvPr>
                <p:ph type="body" idx="2"/>
              </p:nvPr>
            </p:nvSpPr>
            <p:spPr>
              <a:xfrm>
                <a:off x="-78259" y="1200267"/>
                <a:ext cx="8678562" cy="2807776"/>
              </a:xfrm>
            </p:spPr>
            <p:txBody>
              <a:bodyPr/>
              <a:lstStyle/>
              <a:p>
                <a:r>
                  <a:rPr lang="en-PH" sz="1800" b="1" dirty="0">
                    <a:latin typeface="Roboto Condensed" panose="02000000000000000000" pitchFamily="2" charset="0"/>
                    <a:ea typeface="Roboto Condensed" panose="02000000000000000000" pitchFamily="2" charset="0"/>
                    <a:cs typeface="Roboto Condensed" panose="02000000000000000000" pitchFamily="2" charset="0"/>
                  </a:rPr>
                  <a:t>Problem Definition</a:t>
                </a:r>
                <a:endParaRPr lang="en-PH" sz="1800" dirty="0">
                  <a:latin typeface="Roboto Condensed" panose="02000000000000000000" pitchFamily="2" charset="0"/>
                  <a:ea typeface="Roboto Condensed" panose="02000000000000000000" pitchFamily="2" charset="0"/>
                  <a:cs typeface="Roboto Condensed" panose="02000000000000000000" pitchFamily="2" charset="0"/>
                </a:endParaRPr>
              </a:p>
              <a:p>
                <a:pPr lvl="0"/>
                <a:r>
                  <a:rPr lang="en-PH" sz="1800" b="1" dirty="0">
                    <a:latin typeface="Roboto Condensed" panose="02000000000000000000" pitchFamily="2" charset="0"/>
                    <a:ea typeface="Roboto Condensed" panose="02000000000000000000" pitchFamily="2" charset="0"/>
                    <a:cs typeface="Roboto Condensed" panose="02000000000000000000" pitchFamily="2" charset="0"/>
                  </a:rPr>
                  <a:t>Goal:</a:t>
                </a:r>
                <a:r>
                  <a:rPr lang="en-PH" sz="1800" dirty="0">
                    <a:latin typeface="Roboto Condensed" panose="02000000000000000000" pitchFamily="2" charset="0"/>
                    <a:ea typeface="Roboto Condensed" panose="02000000000000000000" pitchFamily="2" charset="0"/>
                    <a:cs typeface="Roboto Condensed" panose="02000000000000000000" pitchFamily="2" charset="0"/>
                  </a:rPr>
                  <a:t> Create an algorithm that tells a user exactly how much soy sauce and vinegar they need based on the amount of pork they want to cook.</a:t>
                </a:r>
              </a:p>
              <a:p>
                <a:pPr lvl="0"/>
                <a:r>
                  <a:rPr lang="en-PH" sz="1800" b="1" dirty="0">
                    <a:latin typeface="Roboto Condensed" panose="02000000000000000000" pitchFamily="2" charset="0"/>
                    <a:ea typeface="Roboto Condensed" panose="02000000000000000000" pitchFamily="2" charset="0"/>
                    <a:cs typeface="Roboto Condensed" panose="02000000000000000000" pitchFamily="2" charset="0"/>
                  </a:rPr>
                  <a:t>Constraint:</a:t>
                </a:r>
                <a:r>
                  <a:rPr lang="en-PH" sz="1800" dirty="0">
                    <a:latin typeface="Roboto Condensed" panose="02000000000000000000" pitchFamily="2" charset="0"/>
                    <a:ea typeface="Roboto Condensed" panose="02000000000000000000" pitchFamily="2" charset="0"/>
                    <a:cs typeface="Roboto Condensed" panose="02000000000000000000" pitchFamily="2" charset="0"/>
                  </a:rPr>
                  <a:t> The standard ratio is </a:t>
                </a:r>
                <a14:m>
                  <m:oMath xmlns:m="http://schemas.openxmlformats.org/officeDocument/2006/math">
                    <m:f>
                      <m:fPr>
                        <m:ctrlPr>
                          <a:rPr lang="en-PH" sz="1800"/>
                        </m:ctrlPr>
                      </m:fPr>
                      <m:num>
                        <m:r>
                          <a:rPr lang="en-PH" sz="1800"/>
                          <m:t>1</m:t>
                        </m:r>
                      </m:num>
                      <m:den>
                        <m:r>
                          <a:rPr lang="en-PH" sz="1800"/>
                          <m:t>2</m:t>
                        </m:r>
                      </m:den>
                    </m:f>
                  </m:oMath>
                </a14:m>
                <a:r>
                  <a:rPr lang="en-PH" sz="1800" dirty="0">
                    <a:latin typeface="Roboto Condensed" panose="02000000000000000000" pitchFamily="2" charset="0"/>
                    <a:ea typeface="Roboto Condensed" panose="02000000000000000000" pitchFamily="2" charset="0"/>
                    <a:cs typeface="Roboto Condensed" panose="02000000000000000000" pitchFamily="2" charset="0"/>
                  </a:rPr>
                  <a:t>cup of soy sauce and </a:t>
                </a:r>
                <a14:m>
                  <m:oMath xmlns:m="http://schemas.openxmlformats.org/officeDocument/2006/math">
                    <m:f>
                      <m:fPr>
                        <m:ctrlPr>
                          <a:rPr lang="en-PH" sz="1800"/>
                        </m:ctrlPr>
                      </m:fPr>
                      <m:num>
                        <m:r>
                          <a:rPr lang="en-PH" sz="1800"/>
                          <m:t>1</m:t>
                        </m:r>
                      </m:num>
                      <m:den>
                        <m:r>
                          <a:rPr lang="en-PH" sz="1800"/>
                          <m:t>3</m:t>
                        </m:r>
                      </m:den>
                    </m:f>
                  </m:oMath>
                </a14:m>
                <a:r>
                  <a:rPr lang="en-PH" sz="1800" dirty="0">
                    <a:latin typeface="Roboto Condensed" panose="02000000000000000000" pitchFamily="2" charset="0"/>
                    <a:ea typeface="Roboto Condensed" panose="02000000000000000000" pitchFamily="2" charset="0"/>
                    <a:cs typeface="Roboto Condensed" panose="02000000000000000000" pitchFamily="2" charset="0"/>
                  </a:rPr>
                  <a:t>cup of vinegar for every </a:t>
                </a:r>
                <a14:m>
                  <m:oMath xmlns:m="http://schemas.openxmlformats.org/officeDocument/2006/math">
                    <m:r>
                      <a:rPr lang="en-PH" sz="1800"/>
                      <m:t>1</m:t>
                    </m:r>
                  </m:oMath>
                </a14:m>
                <a:r>
                  <a:rPr lang="en-PH" sz="1800" dirty="0">
                    <a:latin typeface="Roboto Condensed" panose="02000000000000000000" pitchFamily="2" charset="0"/>
                    <a:ea typeface="Roboto Condensed" panose="02000000000000000000" pitchFamily="2" charset="0"/>
                    <a:cs typeface="Roboto Condensed" panose="02000000000000000000" pitchFamily="2" charset="0"/>
                  </a:rPr>
                  <a:t>kilogram of pork.</a:t>
                </a:r>
              </a:p>
              <a:p>
                <a:pPr lvl="0"/>
                <a:endParaRPr lang="en-PH" sz="1800" dirty="0">
                  <a:latin typeface="Roboto Condensed" panose="02000000000000000000" pitchFamily="2" charset="0"/>
                  <a:ea typeface="Roboto Condensed" panose="02000000000000000000" pitchFamily="2" charset="0"/>
                  <a:cs typeface="Roboto Condensed" panose="02000000000000000000" pitchFamily="2" charset="0"/>
                </a:endParaRPr>
              </a:p>
              <a:p>
                <a:pPr lvl="0"/>
                <a:r>
                  <a:rPr lang="en-PH" sz="1800" dirty="0">
                    <a:latin typeface="Roboto Condensed" panose="02000000000000000000" pitchFamily="2" charset="0"/>
                    <a:ea typeface="Roboto Condensed" panose="02000000000000000000" pitchFamily="2" charset="0"/>
                    <a:cs typeface="Roboto Condensed" panose="02000000000000000000" pitchFamily="2" charset="0"/>
                  </a:rPr>
                  <a:t>Tasks:</a:t>
                </a:r>
              </a:p>
              <a:p>
                <a:pPr lvl="1"/>
                <a:r>
                  <a:rPr lang="en-PH" sz="1800" dirty="0">
                    <a:latin typeface="Roboto Condensed" panose="02000000000000000000" pitchFamily="2" charset="0"/>
                    <a:ea typeface="Roboto Condensed" panose="02000000000000000000" pitchFamily="2" charset="0"/>
                    <a:cs typeface="Roboto Condensed" panose="02000000000000000000" pitchFamily="2" charset="0"/>
                  </a:rPr>
                  <a:t>Generate Problem Analysis (IPO Model)</a:t>
                </a:r>
              </a:p>
              <a:p>
                <a:pPr lvl="1"/>
                <a:r>
                  <a:rPr lang="en-PH" sz="1800" dirty="0">
                    <a:latin typeface="Roboto Condensed" panose="02000000000000000000" pitchFamily="2" charset="0"/>
                    <a:ea typeface="Roboto Condensed" panose="02000000000000000000" pitchFamily="2" charset="0"/>
                    <a:cs typeface="Roboto Condensed" panose="02000000000000000000" pitchFamily="2" charset="0"/>
                  </a:rPr>
                  <a:t>Algorithm Design (Flowchart Steps)</a:t>
                </a:r>
              </a:p>
              <a:p>
                <a:pPr lvl="1"/>
                <a:r>
                  <a:rPr lang="en-PH" sz="1800" dirty="0">
                    <a:latin typeface="Roboto Condensed" panose="02000000000000000000" pitchFamily="2" charset="0"/>
                    <a:ea typeface="Roboto Condensed" panose="02000000000000000000" pitchFamily="2" charset="0"/>
                    <a:cs typeface="Roboto Condensed" panose="02000000000000000000" pitchFamily="2" charset="0"/>
                  </a:rPr>
                  <a:t>Create Flowchart version</a:t>
                </a:r>
              </a:p>
            </p:txBody>
          </p:sp>
        </mc:Choice>
        <mc:Fallback>
          <p:sp>
            <p:nvSpPr>
              <p:cNvPr id="25" name="Text Placeholder 4">
                <a:extLst>
                  <a:ext uri="{FF2B5EF4-FFF2-40B4-BE49-F238E27FC236}">
                    <a16:creationId xmlns:a16="http://schemas.microsoft.com/office/drawing/2014/main" id="{25155B6A-530E-6027-1107-18EFD7243AE7}"/>
                  </a:ext>
                </a:extLst>
              </p:cNvPr>
              <p:cNvSpPr>
                <a:spLocks noGrp="1" noRot="1" noChangeAspect="1" noMove="1" noResize="1" noEditPoints="1" noAdjustHandles="1" noChangeArrowheads="1" noChangeShapeType="1" noTextEdit="1"/>
              </p:cNvSpPr>
              <p:nvPr>
                <p:ph type="body" idx="2"/>
              </p:nvPr>
            </p:nvSpPr>
            <p:spPr>
              <a:xfrm>
                <a:off x="-78259" y="1200267"/>
                <a:ext cx="8678562" cy="2807776"/>
              </a:xfrm>
              <a:blipFill>
                <a:blip r:embed="rId3"/>
                <a:stretch>
                  <a:fillRect b="-38043"/>
                </a:stretch>
              </a:blipFill>
            </p:spPr>
            <p:txBody>
              <a:bodyPr/>
              <a:lstStyle/>
              <a:p>
                <a:r>
                  <a:rPr lang="en-PH">
                    <a:noFill/>
                  </a:rPr>
                  <a:t> </a:t>
                </a:r>
              </a:p>
            </p:txBody>
          </p:sp>
        </mc:Fallback>
      </mc:AlternateContent>
    </p:spTree>
    <p:extLst>
      <p:ext uri="{BB962C8B-B14F-4D97-AF65-F5344CB8AC3E}">
        <p14:creationId xmlns:p14="http://schemas.microsoft.com/office/powerpoint/2010/main" val="2949591921"/>
      </p:ext>
    </p:extLst>
  </p:cSld>
  <p:clrMapOvr>
    <a:masterClrMapping/>
  </p:clrMapOvr>
  <p:transition>
    <p:fade thruBlk="1"/>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188">
          <a:extLst>
            <a:ext uri="{FF2B5EF4-FFF2-40B4-BE49-F238E27FC236}">
              <a16:creationId xmlns:a16="http://schemas.microsoft.com/office/drawing/2014/main" id="{03ED69EF-253C-3784-700D-B653D0D6778A}"/>
            </a:ext>
          </a:extLst>
        </p:cNvPr>
        <p:cNvGrpSpPr/>
        <p:nvPr/>
      </p:nvGrpSpPr>
      <p:grpSpPr>
        <a:xfrm>
          <a:off x="0" y="0"/>
          <a:ext cx="0" cy="0"/>
          <a:chOff x="0" y="0"/>
          <a:chExt cx="0" cy="0"/>
        </a:xfrm>
      </p:grpSpPr>
      <p:sp>
        <p:nvSpPr>
          <p:cNvPr id="189" name="Google Shape;189;p12">
            <a:extLst>
              <a:ext uri="{FF2B5EF4-FFF2-40B4-BE49-F238E27FC236}">
                <a16:creationId xmlns:a16="http://schemas.microsoft.com/office/drawing/2014/main" id="{85813FEA-712E-3E2A-E71B-277DA3919419}"/>
              </a:ext>
            </a:extLst>
          </p:cNvPr>
          <p:cNvSpPr txBox="1">
            <a:spLocks noGrp="1"/>
          </p:cNvSpPr>
          <p:nvPr>
            <p:ph type="title"/>
          </p:nvPr>
        </p:nvSpPr>
        <p:spPr>
          <a:xfrm>
            <a:off x="814275" y="392575"/>
            <a:ext cx="5582406" cy="766200"/>
          </a:xfrm>
          <a:prstGeom prst="rect">
            <a:avLst/>
          </a:prstGeom>
        </p:spPr>
        <p:txBody>
          <a:bodyPr spcFirstLastPara="1" wrap="square" lIns="91425" tIns="91425" rIns="91425" bIns="91425" anchor="ctr" anchorCtr="0">
            <a:noAutofit/>
          </a:bodyPr>
          <a:lstStyle/>
          <a:p>
            <a:pPr lvl="0"/>
            <a:r>
              <a:rPr lang="en-PH" dirty="0"/>
              <a:t>Activity 2:</a:t>
            </a:r>
            <a:br>
              <a:rPr lang="en-PH" dirty="0"/>
            </a:br>
            <a:r>
              <a:rPr lang="en-PH" dirty="0"/>
              <a:t>The PSU admission process</a:t>
            </a:r>
            <a:endParaRPr dirty="0">
              <a:solidFill>
                <a:schemeClr val="bg1">
                  <a:lumMod val="95000"/>
                </a:schemeClr>
              </a:solidFill>
            </a:endParaRPr>
          </a:p>
        </p:txBody>
      </p:sp>
      <p:sp>
        <p:nvSpPr>
          <p:cNvPr id="192" name="Google Shape;192;p12">
            <a:extLst>
              <a:ext uri="{FF2B5EF4-FFF2-40B4-BE49-F238E27FC236}">
                <a16:creationId xmlns:a16="http://schemas.microsoft.com/office/drawing/2014/main" id="{980D14D2-87E5-9513-D80B-A49B36A46A24}"/>
              </a:ext>
            </a:extLst>
          </p:cNvPr>
          <p:cNvSpPr txBox="1">
            <a:spLocks noGrp="1"/>
          </p:cNvSpPr>
          <p:nvPr>
            <p:ph type="sldNum" idx="12"/>
          </p:nvPr>
        </p:nvSpPr>
        <p:spPr>
          <a:xfrm>
            <a:off x="7618000" y="4636500"/>
            <a:ext cx="1487400" cy="315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GB"/>
              <a:t>27</a:t>
            </a:fld>
            <a:endParaRPr lang="en-GB"/>
          </a:p>
        </p:txBody>
      </p:sp>
      <p:grpSp>
        <p:nvGrpSpPr>
          <p:cNvPr id="194" name="Google Shape;194;p12">
            <a:extLst>
              <a:ext uri="{FF2B5EF4-FFF2-40B4-BE49-F238E27FC236}">
                <a16:creationId xmlns:a16="http://schemas.microsoft.com/office/drawing/2014/main" id="{6041ABDF-561F-7577-D2FF-4EFBC5666396}"/>
              </a:ext>
            </a:extLst>
          </p:cNvPr>
          <p:cNvGrpSpPr/>
          <p:nvPr/>
        </p:nvGrpSpPr>
        <p:grpSpPr>
          <a:xfrm>
            <a:off x="293683" y="574116"/>
            <a:ext cx="309041" cy="403123"/>
            <a:chOff x="590250" y="244200"/>
            <a:chExt cx="407975" cy="532175"/>
          </a:xfrm>
        </p:grpSpPr>
        <p:sp>
          <p:nvSpPr>
            <p:cNvPr id="195" name="Google Shape;195;p12">
              <a:extLst>
                <a:ext uri="{FF2B5EF4-FFF2-40B4-BE49-F238E27FC236}">
                  <a16:creationId xmlns:a16="http://schemas.microsoft.com/office/drawing/2014/main" id="{60FA0502-39A7-EBD1-1F97-7BC0076DB952}"/>
                </a:ext>
              </a:extLst>
            </p:cNvPr>
            <p:cNvSpPr/>
            <p:nvPr/>
          </p:nvSpPr>
          <p:spPr>
            <a:xfrm>
              <a:off x="623125" y="313625"/>
              <a:ext cx="375100" cy="462750"/>
            </a:xfrm>
            <a:custGeom>
              <a:avLst/>
              <a:gdLst/>
              <a:ahLst/>
              <a:cxnLst/>
              <a:rect l="l" t="t" r="r" b="b"/>
              <a:pathLst>
                <a:path w="15004" h="18510" fill="none" extrusionOk="0">
                  <a:moveTo>
                    <a:pt x="1" y="17536"/>
                  </a:moveTo>
                  <a:lnTo>
                    <a:pt x="1" y="17536"/>
                  </a:lnTo>
                  <a:lnTo>
                    <a:pt x="1" y="17536"/>
                  </a:lnTo>
                  <a:lnTo>
                    <a:pt x="25" y="17682"/>
                  </a:lnTo>
                  <a:lnTo>
                    <a:pt x="49" y="17852"/>
                  </a:lnTo>
                  <a:lnTo>
                    <a:pt x="123" y="18023"/>
                  </a:lnTo>
                  <a:lnTo>
                    <a:pt x="220" y="18193"/>
                  </a:lnTo>
                  <a:lnTo>
                    <a:pt x="293" y="18291"/>
                  </a:lnTo>
                  <a:lnTo>
                    <a:pt x="390" y="18364"/>
                  </a:lnTo>
                  <a:lnTo>
                    <a:pt x="488" y="18412"/>
                  </a:lnTo>
                  <a:lnTo>
                    <a:pt x="610" y="18461"/>
                  </a:lnTo>
                  <a:lnTo>
                    <a:pt x="756" y="18510"/>
                  </a:lnTo>
                  <a:lnTo>
                    <a:pt x="926" y="18510"/>
                  </a:lnTo>
                  <a:lnTo>
                    <a:pt x="14468" y="18510"/>
                  </a:lnTo>
                  <a:lnTo>
                    <a:pt x="14468" y="18510"/>
                  </a:lnTo>
                  <a:lnTo>
                    <a:pt x="14541" y="18510"/>
                  </a:lnTo>
                  <a:lnTo>
                    <a:pt x="14614" y="18485"/>
                  </a:lnTo>
                  <a:lnTo>
                    <a:pt x="14736" y="18412"/>
                  </a:lnTo>
                  <a:lnTo>
                    <a:pt x="14833" y="18291"/>
                  </a:lnTo>
                  <a:lnTo>
                    <a:pt x="14906" y="18144"/>
                  </a:lnTo>
                  <a:lnTo>
                    <a:pt x="14955" y="17974"/>
                  </a:lnTo>
                  <a:lnTo>
                    <a:pt x="14979" y="17779"/>
                  </a:lnTo>
                  <a:lnTo>
                    <a:pt x="15003" y="17438"/>
                  </a:lnTo>
                  <a:lnTo>
                    <a:pt x="15003" y="487"/>
                  </a:lnTo>
                  <a:lnTo>
                    <a:pt x="15003" y="487"/>
                  </a:lnTo>
                  <a:lnTo>
                    <a:pt x="15003" y="341"/>
                  </a:lnTo>
                  <a:lnTo>
                    <a:pt x="14979" y="219"/>
                  </a:lnTo>
                  <a:lnTo>
                    <a:pt x="14955" y="146"/>
                  </a:lnTo>
                  <a:lnTo>
                    <a:pt x="14906" y="73"/>
                  </a:lnTo>
                  <a:lnTo>
                    <a:pt x="14833" y="49"/>
                  </a:lnTo>
                  <a:lnTo>
                    <a:pt x="14736" y="24"/>
                  </a:lnTo>
                  <a:lnTo>
                    <a:pt x="14468" y="0"/>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 name="Google Shape;196;p12">
              <a:extLst>
                <a:ext uri="{FF2B5EF4-FFF2-40B4-BE49-F238E27FC236}">
                  <a16:creationId xmlns:a16="http://schemas.microsoft.com/office/drawing/2014/main" id="{5B1D4FDC-E1E6-8CFA-D5A3-073781E12DCC}"/>
                </a:ext>
              </a:extLst>
            </p:cNvPr>
            <p:cNvSpPr/>
            <p:nvPr/>
          </p:nvSpPr>
          <p:spPr>
            <a:xfrm>
              <a:off x="590250" y="269775"/>
              <a:ext cx="377525" cy="462775"/>
            </a:xfrm>
            <a:custGeom>
              <a:avLst/>
              <a:gdLst/>
              <a:ahLst/>
              <a:cxnLst/>
              <a:rect l="l" t="t" r="r" b="b"/>
              <a:pathLst>
                <a:path w="15101" h="18511" fill="none" extrusionOk="0">
                  <a:moveTo>
                    <a:pt x="14321" y="0"/>
                  </a:moveTo>
                  <a:lnTo>
                    <a:pt x="780" y="0"/>
                  </a:lnTo>
                  <a:lnTo>
                    <a:pt x="780" y="0"/>
                  </a:lnTo>
                  <a:lnTo>
                    <a:pt x="634" y="25"/>
                  </a:lnTo>
                  <a:lnTo>
                    <a:pt x="488" y="74"/>
                  </a:lnTo>
                  <a:lnTo>
                    <a:pt x="342" y="122"/>
                  </a:lnTo>
                  <a:lnTo>
                    <a:pt x="220" y="220"/>
                  </a:lnTo>
                  <a:lnTo>
                    <a:pt x="122" y="341"/>
                  </a:lnTo>
                  <a:lnTo>
                    <a:pt x="74" y="488"/>
                  </a:lnTo>
                  <a:lnTo>
                    <a:pt x="25" y="634"/>
                  </a:lnTo>
                  <a:lnTo>
                    <a:pt x="1" y="780"/>
                  </a:lnTo>
                  <a:lnTo>
                    <a:pt x="1" y="17731"/>
                  </a:lnTo>
                  <a:lnTo>
                    <a:pt x="1" y="17731"/>
                  </a:lnTo>
                  <a:lnTo>
                    <a:pt x="25" y="17877"/>
                  </a:lnTo>
                  <a:lnTo>
                    <a:pt x="74" y="18023"/>
                  </a:lnTo>
                  <a:lnTo>
                    <a:pt x="122" y="18169"/>
                  </a:lnTo>
                  <a:lnTo>
                    <a:pt x="220" y="18291"/>
                  </a:lnTo>
                  <a:lnTo>
                    <a:pt x="342" y="18388"/>
                  </a:lnTo>
                  <a:lnTo>
                    <a:pt x="488" y="18437"/>
                  </a:lnTo>
                  <a:lnTo>
                    <a:pt x="634" y="18486"/>
                  </a:lnTo>
                  <a:lnTo>
                    <a:pt x="780" y="18510"/>
                  </a:lnTo>
                  <a:lnTo>
                    <a:pt x="14321" y="18510"/>
                  </a:lnTo>
                  <a:lnTo>
                    <a:pt x="14321" y="18510"/>
                  </a:lnTo>
                  <a:lnTo>
                    <a:pt x="14467" y="18486"/>
                  </a:lnTo>
                  <a:lnTo>
                    <a:pt x="14614" y="18437"/>
                  </a:lnTo>
                  <a:lnTo>
                    <a:pt x="14760" y="18388"/>
                  </a:lnTo>
                  <a:lnTo>
                    <a:pt x="14881" y="18291"/>
                  </a:lnTo>
                  <a:lnTo>
                    <a:pt x="14979" y="18169"/>
                  </a:lnTo>
                  <a:lnTo>
                    <a:pt x="15028" y="18023"/>
                  </a:lnTo>
                  <a:lnTo>
                    <a:pt x="15076" y="17877"/>
                  </a:lnTo>
                  <a:lnTo>
                    <a:pt x="15101" y="17731"/>
                  </a:lnTo>
                  <a:lnTo>
                    <a:pt x="15101" y="780"/>
                  </a:lnTo>
                  <a:lnTo>
                    <a:pt x="15101" y="780"/>
                  </a:lnTo>
                  <a:lnTo>
                    <a:pt x="15076" y="634"/>
                  </a:lnTo>
                  <a:lnTo>
                    <a:pt x="15028" y="488"/>
                  </a:lnTo>
                  <a:lnTo>
                    <a:pt x="14979" y="341"/>
                  </a:lnTo>
                  <a:lnTo>
                    <a:pt x="14881" y="220"/>
                  </a:lnTo>
                  <a:lnTo>
                    <a:pt x="14760" y="122"/>
                  </a:lnTo>
                  <a:lnTo>
                    <a:pt x="14614" y="74"/>
                  </a:lnTo>
                  <a:lnTo>
                    <a:pt x="14467" y="25"/>
                  </a:lnTo>
                  <a:lnTo>
                    <a:pt x="14321" y="0"/>
                  </a:lnTo>
                  <a:lnTo>
                    <a:pt x="14321" y="0"/>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 name="Google Shape;197;p12">
              <a:extLst>
                <a:ext uri="{FF2B5EF4-FFF2-40B4-BE49-F238E27FC236}">
                  <a16:creationId xmlns:a16="http://schemas.microsoft.com/office/drawing/2014/main" id="{3D9DE537-239D-7C95-EE16-627A30547E8F}"/>
                </a:ext>
              </a:extLst>
            </p:cNvPr>
            <p:cNvSpPr/>
            <p:nvPr/>
          </p:nvSpPr>
          <p:spPr>
            <a:xfrm>
              <a:off x="796650" y="274025"/>
              <a:ext cx="45100" cy="45100"/>
            </a:xfrm>
            <a:custGeom>
              <a:avLst/>
              <a:gdLst/>
              <a:ahLst/>
              <a:cxnLst/>
              <a:rect l="l" t="t" r="r" b="b"/>
              <a:pathLst>
                <a:path w="1804" h="1804" fill="none" extrusionOk="0">
                  <a:moveTo>
                    <a:pt x="902" y="1"/>
                  </a:moveTo>
                  <a:lnTo>
                    <a:pt x="902" y="1"/>
                  </a:lnTo>
                  <a:lnTo>
                    <a:pt x="1073" y="25"/>
                  </a:lnTo>
                  <a:lnTo>
                    <a:pt x="1243" y="74"/>
                  </a:lnTo>
                  <a:lnTo>
                    <a:pt x="1414" y="147"/>
                  </a:lnTo>
                  <a:lnTo>
                    <a:pt x="1535" y="269"/>
                  </a:lnTo>
                  <a:lnTo>
                    <a:pt x="1657" y="391"/>
                  </a:lnTo>
                  <a:lnTo>
                    <a:pt x="1730" y="561"/>
                  </a:lnTo>
                  <a:lnTo>
                    <a:pt x="1779" y="732"/>
                  </a:lnTo>
                  <a:lnTo>
                    <a:pt x="1803" y="902"/>
                  </a:lnTo>
                  <a:lnTo>
                    <a:pt x="1803" y="902"/>
                  </a:lnTo>
                  <a:lnTo>
                    <a:pt x="1779" y="1073"/>
                  </a:lnTo>
                  <a:lnTo>
                    <a:pt x="1730" y="1243"/>
                  </a:lnTo>
                  <a:lnTo>
                    <a:pt x="1657" y="1414"/>
                  </a:lnTo>
                  <a:lnTo>
                    <a:pt x="1535" y="1535"/>
                  </a:lnTo>
                  <a:lnTo>
                    <a:pt x="1414" y="1657"/>
                  </a:lnTo>
                  <a:lnTo>
                    <a:pt x="1243" y="1730"/>
                  </a:lnTo>
                  <a:lnTo>
                    <a:pt x="1073" y="1779"/>
                  </a:lnTo>
                  <a:lnTo>
                    <a:pt x="902" y="1803"/>
                  </a:lnTo>
                  <a:lnTo>
                    <a:pt x="902" y="1803"/>
                  </a:lnTo>
                  <a:lnTo>
                    <a:pt x="732" y="1779"/>
                  </a:lnTo>
                  <a:lnTo>
                    <a:pt x="561" y="1730"/>
                  </a:lnTo>
                  <a:lnTo>
                    <a:pt x="391" y="1657"/>
                  </a:lnTo>
                  <a:lnTo>
                    <a:pt x="269" y="1535"/>
                  </a:lnTo>
                  <a:lnTo>
                    <a:pt x="147" y="1414"/>
                  </a:lnTo>
                  <a:lnTo>
                    <a:pt x="74" y="1243"/>
                  </a:lnTo>
                  <a:lnTo>
                    <a:pt x="25" y="1073"/>
                  </a:lnTo>
                  <a:lnTo>
                    <a:pt x="1" y="902"/>
                  </a:lnTo>
                  <a:lnTo>
                    <a:pt x="1" y="902"/>
                  </a:lnTo>
                  <a:lnTo>
                    <a:pt x="25" y="732"/>
                  </a:lnTo>
                  <a:lnTo>
                    <a:pt x="74" y="561"/>
                  </a:lnTo>
                  <a:lnTo>
                    <a:pt x="147" y="391"/>
                  </a:lnTo>
                  <a:lnTo>
                    <a:pt x="269" y="269"/>
                  </a:lnTo>
                  <a:lnTo>
                    <a:pt x="391" y="147"/>
                  </a:lnTo>
                  <a:lnTo>
                    <a:pt x="561" y="74"/>
                  </a:lnTo>
                  <a:lnTo>
                    <a:pt x="732" y="25"/>
                  </a:lnTo>
                  <a:lnTo>
                    <a:pt x="902" y="1"/>
                  </a:lnTo>
                  <a:lnTo>
                    <a:pt x="902" y="1"/>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 name="Google Shape;198;p12">
              <a:extLst>
                <a:ext uri="{FF2B5EF4-FFF2-40B4-BE49-F238E27FC236}">
                  <a16:creationId xmlns:a16="http://schemas.microsoft.com/office/drawing/2014/main" id="{93BBFBD6-AA38-3C34-BE69-E94F1FFAA70B}"/>
                </a:ext>
              </a:extLst>
            </p:cNvPr>
            <p:cNvSpPr/>
            <p:nvPr/>
          </p:nvSpPr>
          <p:spPr>
            <a:xfrm>
              <a:off x="713850" y="274025"/>
              <a:ext cx="45075" cy="45100"/>
            </a:xfrm>
            <a:custGeom>
              <a:avLst/>
              <a:gdLst/>
              <a:ahLst/>
              <a:cxnLst/>
              <a:rect l="l" t="t" r="r" b="b"/>
              <a:pathLst>
                <a:path w="1803" h="1804" fill="none" extrusionOk="0">
                  <a:moveTo>
                    <a:pt x="902" y="1"/>
                  </a:moveTo>
                  <a:lnTo>
                    <a:pt x="902" y="1"/>
                  </a:lnTo>
                  <a:lnTo>
                    <a:pt x="1072" y="25"/>
                  </a:lnTo>
                  <a:lnTo>
                    <a:pt x="1243" y="74"/>
                  </a:lnTo>
                  <a:lnTo>
                    <a:pt x="1413" y="147"/>
                  </a:lnTo>
                  <a:lnTo>
                    <a:pt x="1535" y="269"/>
                  </a:lnTo>
                  <a:lnTo>
                    <a:pt x="1657" y="391"/>
                  </a:lnTo>
                  <a:lnTo>
                    <a:pt x="1730" y="561"/>
                  </a:lnTo>
                  <a:lnTo>
                    <a:pt x="1779" y="732"/>
                  </a:lnTo>
                  <a:lnTo>
                    <a:pt x="1803" y="902"/>
                  </a:lnTo>
                  <a:lnTo>
                    <a:pt x="1803" y="902"/>
                  </a:lnTo>
                  <a:lnTo>
                    <a:pt x="1779" y="1073"/>
                  </a:lnTo>
                  <a:lnTo>
                    <a:pt x="1730" y="1243"/>
                  </a:lnTo>
                  <a:lnTo>
                    <a:pt x="1657" y="1414"/>
                  </a:lnTo>
                  <a:lnTo>
                    <a:pt x="1535" y="1535"/>
                  </a:lnTo>
                  <a:lnTo>
                    <a:pt x="1413" y="1657"/>
                  </a:lnTo>
                  <a:lnTo>
                    <a:pt x="1243" y="1730"/>
                  </a:lnTo>
                  <a:lnTo>
                    <a:pt x="1072" y="1779"/>
                  </a:lnTo>
                  <a:lnTo>
                    <a:pt x="902" y="1803"/>
                  </a:lnTo>
                  <a:lnTo>
                    <a:pt x="902" y="1803"/>
                  </a:lnTo>
                  <a:lnTo>
                    <a:pt x="731" y="1779"/>
                  </a:lnTo>
                  <a:lnTo>
                    <a:pt x="561" y="1730"/>
                  </a:lnTo>
                  <a:lnTo>
                    <a:pt x="390" y="1657"/>
                  </a:lnTo>
                  <a:lnTo>
                    <a:pt x="269" y="1535"/>
                  </a:lnTo>
                  <a:lnTo>
                    <a:pt x="147" y="1414"/>
                  </a:lnTo>
                  <a:lnTo>
                    <a:pt x="74" y="1243"/>
                  </a:lnTo>
                  <a:lnTo>
                    <a:pt x="25" y="1073"/>
                  </a:lnTo>
                  <a:lnTo>
                    <a:pt x="1" y="902"/>
                  </a:lnTo>
                  <a:lnTo>
                    <a:pt x="1" y="902"/>
                  </a:lnTo>
                  <a:lnTo>
                    <a:pt x="25" y="732"/>
                  </a:lnTo>
                  <a:lnTo>
                    <a:pt x="74" y="561"/>
                  </a:lnTo>
                  <a:lnTo>
                    <a:pt x="147" y="391"/>
                  </a:lnTo>
                  <a:lnTo>
                    <a:pt x="269" y="269"/>
                  </a:lnTo>
                  <a:lnTo>
                    <a:pt x="390" y="147"/>
                  </a:lnTo>
                  <a:lnTo>
                    <a:pt x="561" y="74"/>
                  </a:lnTo>
                  <a:lnTo>
                    <a:pt x="731" y="25"/>
                  </a:lnTo>
                  <a:lnTo>
                    <a:pt x="902" y="1"/>
                  </a:lnTo>
                  <a:lnTo>
                    <a:pt x="902" y="1"/>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 name="Google Shape;199;p12">
              <a:extLst>
                <a:ext uri="{FF2B5EF4-FFF2-40B4-BE49-F238E27FC236}">
                  <a16:creationId xmlns:a16="http://schemas.microsoft.com/office/drawing/2014/main" id="{5F18C087-8684-7ED0-531A-4437D389CB92}"/>
                </a:ext>
              </a:extLst>
            </p:cNvPr>
            <p:cNvSpPr/>
            <p:nvPr/>
          </p:nvSpPr>
          <p:spPr>
            <a:xfrm>
              <a:off x="631050" y="274025"/>
              <a:ext cx="45075" cy="45100"/>
            </a:xfrm>
            <a:custGeom>
              <a:avLst/>
              <a:gdLst/>
              <a:ahLst/>
              <a:cxnLst/>
              <a:rect l="l" t="t" r="r" b="b"/>
              <a:pathLst>
                <a:path w="1803" h="1804" fill="none" extrusionOk="0">
                  <a:moveTo>
                    <a:pt x="0" y="902"/>
                  </a:moveTo>
                  <a:lnTo>
                    <a:pt x="0" y="902"/>
                  </a:lnTo>
                  <a:lnTo>
                    <a:pt x="25" y="732"/>
                  </a:lnTo>
                  <a:lnTo>
                    <a:pt x="73" y="561"/>
                  </a:lnTo>
                  <a:lnTo>
                    <a:pt x="147" y="391"/>
                  </a:lnTo>
                  <a:lnTo>
                    <a:pt x="268" y="269"/>
                  </a:lnTo>
                  <a:lnTo>
                    <a:pt x="390" y="147"/>
                  </a:lnTo>
                  <a:lnTo>
                    <a:pt x="561" y="74"/>
                  </a:lnTo>
                  <a:lnTo>
                    <a:pt x="731" y="25"/>
                  </a:lnTo>
                  <a:lnTo>
                    <a:pt x="902" y="1"/>
                  </a:lnTo>
                  <a:lnTo>
                    <a:pt x="902" y="1"/>
                  </a:lnTo>
                  <a:lnTo>
                    <a:pt x="1072" y="25"/>
                  </a:lnTo>
                  <a:lnTo>
                    <a:pt x="1243" y="74"/>
                  </a:lnTo>
                  <a:lnTo>
                    <a:pt x="1413" y="147"/>
                  </a:lnTo>
                  <a:lnTo>
                    <a:pt x="1535" y="269"/>
                  </a:lnTo>
                  <a:lnTo>
                    <a:pt x="1657" y="391"/>
                  </a:lnTo>
                  <a:lnTo>
                    <a:pt x="1730" y="561"/>
                  </a:lnTo>
                  <a:lnTo>
                    <a:pt x="1778" y="732"/>
                  </a:lnTo>
                  <a:lnTo>
                    <a:pt x="1803" y="902"/>
                  </a:lnTo>
                  <a:lnTo>
                    <a:pt x="1803" y="902"/>
                  </a:lnTo>
                  <a:lnTo>
                    <a:pt x="1778" y="1073"/>
                  </a:lnTo>
                  <a:lnTo>
                    <a:pt x="1730" y="1243"/>
                  </a:lnTo>
                  <a:lnTo>
                    <a:pt x="1657" y="1414"/>
                  </a:lnTo>
                  <a:lnTo>
                    <a:pt x="1535" y="1535"/>
                  </a:lnTo>
                  <a:lnTo>
                    <a:pt x="1413" y="1657"/>
                  </a:lnTo>
                  <a:lnTo>
                    <a:pt x="1243" y="1730"/>
                  </a:lnTo>
                  <a:lnTo>
                    <a:pt x="1072" y="1779"/>
                  </a:lnTo>
                  <a:lnTo>
                    <a:pt x="902" y="1803"/>
                  </a:lnTo>
                  <a:lnTo>
                    <a:pt x="902" y="1803"/>
                  </a:lnTo>
                  <a:lnTo>
                    <a:pt x="731" y="1779"/>
                  </a:lnTo>
                  <a:lnTo>
                    <a:pt x="561" y="1730"/>
                  </a:lnTo>
                  <a:lnTo>
                    <a:pt x="390" y="1657"/>
                  </a:lnTo>
                  <a:lnTo>
                    <a:pt x="268" y="1535"/>
                  </a:lnTo>
                  <a:lnTo>
                    <a:pt x="147" y="1414"/>
                  </a:lnTo>
                  <a:lnTo>
                    <a:pt x="73" y="1243"/>
                  </a:lnTo>
                  <a:lnTo>
                    <a:pt x="25" y="1073"/>
                  </a:lnTo>
                  <a:lnTo>
                    <a:pt x="0" y="902"/>
                  </a:lnTo>
                  <a:lnTo>
                    <a:pt x="0" y="902"/>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 name="Google Shape;200;p12">
              <a:extLst>
                <a:ext uri="{FF2B5EF4-FFF2-40B4-BE49-F238E27FC236}">
                  <a16:creationId xmlns:a16="http://schemas.microsoft.com/office/drawing/2014/main" id="{52E53AD2-533A-F6BC-AAB2-55B8A92CCD2D}"/>
                </a:ext>
              </a:extLst>
            </p:cNvPr>
            <p:cNvSpPr/>
            <p:nvPr/>
          </p:nvSpPr>
          <p:spPr>
            <a:xfrm>
              <a:off x="649925" y="590050"/>
              <a:ext cx="133975" cy="25"/>
            </a:xfrm>
            <a:custGeom>
              <a:avLst/>
              <a:gdLst/>
              <a:ahLst/>
              <a:cxnLst/>
              <a:rect l="l" t="t" r="r" b="b"/>
              <a:pathLst>
                <a:path w="5359" h="1" fill="none" extrusionOk="0">
                  <a:moveTo>
                    <a:pt x="5358" y="0"/>
                  </a:moveTo>
                  <a:lnTo>
                    <a:pt x="0" y="0"/>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 name="Google Shape;201;p12">
              <a:extLst>
                <a:ext uri="{FF2B5EF4-FFF2-40B4-BE49-F238E27FC236}">
                  <a16:creationId xmlns:a16="http://schemas.microsoft.com/office/drawing/2014/main" id="{492B31BF-7534-AB14-BB63-36D34FF2EAED}"/>
                </a:ext>
              </a:extLst>
            </p:cNvPr>
            <p:cNvSpPr/>
            <p:nvPr/>
          </p:nvSpPr>
          <p:spPr>
            <a:xfrm>
              <a:off x="649925" y="534625"/>
              <a:ext cx="255750" cy="25"/>
            </a:xfrm>
            <a:custGeom>
              <a:avLst/>
              <a:gdLst/>
              <a:ahLst/>
              <a:cxnLst/>
              <a:rect l="l" t="t" r="r" b="b"/>
              <a:pathLst>
                <a:path w="10230" h="1" fill="none" extrusionOk="0">
                  <a:moveTo>
                    <a:pt x="10229" y="1"/>
                  </a:moveTo>
                  <a:lnTo>
                    <a:pt x="0" y="1"/>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 name="Google Shape;202;p12">
              <a:extLst>
                <a:ext uri="{FF2B5EF4-FFF2-40B4-BE49-F238E27FC236}">
                  <a16:creationId xmlns:a16="http://schemas.microsoft.com/office/drawing/2014/main" id="{7A58D723-C619-B243-9FC1-B87EF0B88EBC}"/>
                </a:ext>
              </a:extLst>
            </p:cNvPr>
            <p:cNvSpPr/>
            <p:nvPr/>
          </p:nvSpPr>
          <p:spPr>
            <a:xfrm>
              <a:off x="649925" y="479825"/>
              <a:ext cx="255750" cy="25"/>
            </a:xfrm>
            <a:custGeom>
              <a:avLst/>
              <a:gdLst/>
              <a:ahLst/>
              <a:cxnLst/>
              <a:rect l="l" t="t" r="r" b="b"/>
              <a:pathLst>
                <a:path w="10230" h="1" fill="none" extrusionOk="0">
                  <a:moveTo>
                    <a:pt x="10229" y="1"/>
                  </a:moveTo>
                  <a:lnTo>
                    <a:pt x="0" y="1"/>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 name="Google Shape;203;p12">
              <a:extLst>
                <a:ext uri="{FF2B5EF4-FFF2-40B4-BE49-F238E27FC236}">
                  <a16:creationId xmlns:a16="http://schemas.microsoft.com/office/drawing/2014/main" id="{DD3402D6-BB2B-26E4-81D3-2673B248B3EA}"/>
                </a:ext>
              </a:extLst>
            </p:cNvPr>
            <p:cNvSpPr/>
            <p:nvPr/>
          </p:nvSpPr>
          <p:spPr>
            <a:xfrm>
              <a:off x="649925" y="424425"/>
              <a:ext cx="255750" cy="25"/>
            </a:xfrm>
            <a:custGeom>
              <a:avLst/>
              <a:gdLst/>
              <a:ahLst/>
              <a:cxnLst/>
              <a:rect l="l" t="t" r="r" b="b"/>
              <a:pathLst>
                <a:path w="10230" h="1" fill="none" extrusionOk="0">
                  <a:moveTo>
                    <a:pt x="10229" y="1"/>
                  </a:moveTo>
                  <a:lnTo>
                    <a:pt x="0" y="1"/>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 name="Google Shape;204;p12">
              <a:extLst>
                <a:ext uri="{FF2B5EF4-FFF2-40B4-BE49-F238E27FC236}">
                  <a16:creationId xmlns:a16="http://schemas.microsoft.com/office/drawing/2014/main" id="{03070197-7421-6D9D-F056-0368D4034918}"/>
                </a:ext>
              </a:extLst>
            </p:cNvPr>
            <p:cNvSpPr/>
            <p:nvPr/>
          </p:nvSpPr>
          <p:spPr>
            <a:xfrm>
              <a:off x="879475" y="274025"/>
              <a:ext cx="45075" cy="45100"/>
            </a:xfrm>
            <a:custGeom>
              <a:avLst/>
              <a:gdLst/>
              <a:ahLst/>
              <a:cxnLst/>
              <a:rect l="l" t="t" r="r" b="b"/>
              <a:pathLst>
                <a:path w="1803" h="1804" fill="none" extrusionOk="0">
                  <a:moveTo>
                    <a:pt x="901" y="1803"/>
                  </a:moveTo>
                  <a:lnTo>
                    <a:pt x="901" y="1803"/>
                  </a:lnTo>
                  <a:lnTo>
                    <a:pt x="731" y="1779"/>
                  </a:lnTo>
                  <a:lnTo>
                    <a:pt x="560" y="1730"/>
                  </a:lnTo>
                  <a:lnTo>
                    <a:pt x="390" y="1657"/>
                  </a:lnTo>
                  <a:lnTo>
                    <a:pt x="268" y="1535"/>
                  </a:lnTo>
                  <a:lnTo>
                    <a:pt x="146" y="1414"/>
                  </a:lnTo>
                  <a:lnTo>
                    <a:pt x="73" y="1243"/>
                  </a:lnTo>
                  <a:lnTo>
                    <a:pt x="25" y="1073"/>
                  </a:lnTo>
                  <a:lnTo>
                    <a:pt x="0" y="902"/>
                  </a:lnTo>
                  <a:lnTo>
                    <a:pt x="0" y="902"/>
                  </a:lnTo>
                  <a:lnTo>
                    <a:pt x="25" y="732"/>
                  </a:lnTo>
                  <a:lnTo>
                    <a:pt x="73" y="561"/>
                  </a:lnTo>
                  <a:lnTo>
                    <a:pt x="146" y="391"/>
                  </a:lnTo>
                  <a:lnTo>
                    <a:pt x="268" y="269"/>
                  </a:lnTo>
                  <a:lnTo>
                    <a:pt x="390" y="147"/>
                  </a:lnTo>
                  <a:lnTo>
                    <a:pt x="560" y="74"/>
                  </a:lnTo>
                  <a:lnTo>
                    <a:pt x="731" y="25"/>
                  </a:lnTo>
                  <a:lnTo>
                    <a:pt x="901" y="1"/>
                  </a:lnTo>
                  <a:lnTo>
                    <a:pt x="901" y="1"/>
                  </a:lnTo>
                  <a:lnTo>
                    <a:pt x="1072" y="25"/>
                  </a:lnTo>
                  <a:lnTo>
                    <a:pt x="1242" y="74"/>
                  </a:lnTo>
                  <a:lnTo>
                    <a:pt x="1413" y="147"/>
                  </a:lnTo>
                  <a:lnTo>
                    <a:pt x="1535" y="269"/>
                  </a:lnTo>
                  <a:lnTo>
                    <a:pt x="1656" y="391"/>
                  </a:lnTo>
                  <a:lnTo>
                    <a:pt x="1729" y="561"/>
                  </a:lnTo>
                  <a:lnTo>
                    <a:pt x="1778" y="732"/>
                  </a:lnTo>
                  <a:lnTo>
                    <a:pt x="1802" y="902"/>
                  </a:lnTo>
                  <a:lnTo>
                    <a:pt x="1802" y="902"/>
                  </a:lnTo>
                  <a:lnTo>
                    <a:pt x="1778" y="1073"/>
                  </a:lnTo>
                  <a:lnTo>
                    <a:pt x="1729" y="1243"/>
                  </a:lnTo>
                  <a:lnTo>
                    <a:pt x="1656" y="1414"/>
                  </a:lnTo>
                  <a:lnTo>
                    <a:pt x="1535" y="1535"/>
                  </a:lnTo>
                  <a:lnTo>
                    <a:pt x="1413" y="1657"/>
                  </a:lnTo>
                  <a:lnTo>
                    <a:pt x="1242" y="1730"/>
                  </a:lnTo>
                  <a:lnTo>
                    <a:pt x="1072" y="1779"/>
                  </a:lnTo>
                  <a:lnTo>
                    <a:pt x="901" y="1803"/>
                  </a:lnTo>
                  <a:lnTo>
                    <a:pt x="901" y="1803"/>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 name="Google Shape;205;p12">
              <a:extLst>
                <a:ext uri="{FF2B5EF4-FFF2-40B4-BE49-F238E27FC236}">
                  <a16:creationId xmlns:a16="http://schemas.microsoft.com/office/drawing/2014/main" id="{5CABACDC-193C-737E-BDBF-430311F93363}"/>
                </a:ext>
              </a:extLst>
            </p:cNvPr>
            <p:cNvSpPr/>
            <p:nvPr/>
          </p:nvSpPr>
          <p:spPr>
            <a:xfrm>
              <a:off x="654800" y="244200"/>
              <a:ext cx="25" cy="51175"/>
            </a:xfrm>
            <a:custGeom>
              <a:avLst/>
              <a:gdLst/>
              <a:ahLst/>
              <a:cxnLst/>
              <a:rect l="l" t="t" r="r" b="b"/>
              <a:pathLst>
                <a:path w="1" h="2047" fill="none" extrusionOk="0">
                  <a:moveTo>
                    <a:pt x="0" y="1"/>
                  </a:moveTo>
                  <a:lnTo>
                    <a:pt x="0" y="2046"/>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 name="Google Shape;206;p12">
              <a:extLst>
                <a:ext uri="{FF2B5EF4-FFF2-40B4-BE49-F238E27FC236}">
                  <a16:creationId xmlns:a16="http://schemas.microsoft.com/office/drawing/2014/main" id="{211EDD97-6294-8BA0-0491-646C206574F6}"/>
                </a:ext>
              </a:extLst>
            </p:cNvPr>
            <p:cNvSpPr/>
            <p:nvPr/>
          </p:nvSpPr>
          <p:spPr>
            <a:xfrm>
              <a:off x="737600" y="244200"/>
              <a:ext cx="25" cy="51175"/>
            </a:xfrm>
            <a:custGeom>
              <a:avLst/>
              <a:gdLst/>
              <a:ahLst/>
              <a:cxnLst/>
              <a:rect l="l" t="t" r="r" b="b"/>
              <a:pathLst>
                <a:path w="1" h="2047" fill="none" extrusionOk="0">
                  <a:moveTo>
                    <a:pt x="1" y="1"/>
                  </a:moveTo>
                  <a:lnTo>
                    <a:pt x="1" y="2046"/>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 name="Google Shape;207;p12">
              <a:extLst>
                <a:ext uri="{FF2B5EF4-FFF2-40B4-BE49-F238E27FC236}">
                  <a16:creationId xmlns:a16="http://schemas.microsoft.com/office/drawing/2014/main" id="{C102C7D7-E1EC-5F93-D973-718D91C963D2}"/>
                </a:ext>
              </a:extLst>
            </p:cNvPr>
            <p:cNvSpPr/>
            <p:nvPr/>
          </p:nvSpPr>
          <p:spPr>
            <a:xfrm>
              <a:off x="820400" y="244200"/>
              <a:ext cx="25" cy="51175"/>
            </a:xfrm>
            <a:custGeom>
              <a:avLst/>
              <a:gdLst/>
              <a:ahLst/>
              <a:cxnLst/>
              <a:rect l="l" t="t" r="r" b="b"/>
              <a:pathLst>
                <a:path w="1" h="2047" fill="none" extrusionOk="0">
                  <a:moveTo>
                    <a:pt x="1" y="1"/>
                  </a:moveTo>
                  <a:lnTo>
                    <a:pt x="1" y="2046"/>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 name="Google Shape;208;p12">
              <a:extLst>
                <a:ext uri="{FF2B5EF4-FFF2-40B4-BE49-F238E27FC236}">
                  <a16:creationId xmlns:a16="http://schemas.microsoft.com/office/drawing/2014/main" id="{65798C18-C706-85E9-CFED-867696312851}"/>
                </a:ext>
              </a:extLst>
            </p:cNvPr>
            <p:cNvSpPr/>
            <p:nvPr/>
          </p:nvSpPr>
          <p:spPr>
            <a:xfrm>
              <a:off x="903225" y="244200"/>
              <a:ext cx="25" cy="51175"/>
            </a:xfrm>
            <a:custGeom>
              <a:avLst/>
              <a:gdLst/>
              <a:ahLst/>
              <a:cxnLst/>
              <a:rect l="l" t="t" r="r" b="b"/>
              <a:pathLst>
                <a:path w="1" h="2047" fill="none" extrusionOk="0">
                  <a:moveTo>
                    <a:pt x="0" y="1"/>
                  </a:moveTo>
                  <a:lnTo>
                    <a:pt x="0" y="2046"/>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5" name="Text Placeholder 4">
            <a:extLst>
              <a:ext uri="{FF2B5EF4-FFF2-40B4-BE49-F238E27FC236}">
                <a16:creationId xmlns:a16="http://schemas.microsoft.com/office/drawing/2014/main" id="{22DEC068-FCDB-9002-9032-764C23607458}"/>
              </a:ext>
            </a:extLst>
          </p:cNvPr>
          <p:cNvSpPr>
            <a:spLocks noGrp="1"/>
          </p:cNvSpPr>
          <p:nvPr>
            <p:ph type="body" idx="2"/>
          </p:nvPr>
        </p:nvSpPr>
        <p:spPr>
          <a:xfrm>
            <a:off x="-78259" y="1200267"/>
            <a:ext cx="8678562" cy="2807776"/>
          </a:xfrm>
        </p:spPr>
        <p:txBody>
          <a:bodyPr/>
          <a:lstStyle/>
          <a:p>
            <a:r>
              <a:rPr lang="en-PH" sz="1800" b="1" dirty="0">
                <a:latin typeface="Roboto Condensed" panose="02000000000000000000" pitchFamily="2" charset="0"/>
                <a:ea typeface="Roboto Condensed" panose="02000000000000000000" pitchFamily="2" charset="0"/>
                <a:cs typeface="Roboto Condensed" panose="02000000000000000000" pitchFamily="2" charset="0"/>
              </a:rPr>
              <a:t>Problem Definition</a:t>
            </a:r>
            <a:endParaRPr lang="en-PH" sz="1800" dirty="0">
              <a:latin typeface="Roboto Condensed" panose="02000000000000000000" pitchFamily="2" charset="0"/>
              <a:ea typeface="Roboto Condensed" panose="02000000000000000000" pitchFamily="2" charset="0"/>
              <a:cs typeface="Roboto Condensed" panose="02000000000000000000" pitchFamily="2" charset="0"/>
            </a:endParaRPr>
          </a:p>
          <a:p>
            <a:pPr lvl="0"/>
            <a:r>
              <a:rPr lang="en-PH" sz="1800" b="1" dirty="0">
                <a:latin typeface="Roboto Condensed" panose="02000000000000000000" pitchFamily="2" charset="0"/>
                <a:ea typeface="Roboto Condensed" panose="02000000000000000000" pitchFamily="2" charset="0"/>
                <a:cs typeface="Roboto Condensed" panose="02000000000000000000" pitchFamily="2" charset="0"/>
              </a:rPr>
              <a:t>Goal:</a:t>
            </a:r>
            <a:r>
              <a:rPr lang="en-PH" sz="1800" dirty="0">
                <a:latin typeface="Roboto Condensed" panose="02000000000000000000" pitchFamily="2" charset="0"/>
                <a:ea typeface="Roboto Condensed" panose="02000000000000000000" pitchFamily="2" charset="0"/>
                <a:cs typeface="Roboto Condensed" panose="02000000000000000000" pitchFamily="2" charset="0"/>
              </a:rPr>
              <a:t> Create an algorithm regarding your experience during admission</a:t>
            </a:r>
          </a:p>
          <a:p>
            <a:pPr lvl="0"/>
            <a:endParaRPr lang="en-PH" sz="1800" dirty="0">
              <a:latin typeface="Roboto Condensed" panose="02000000000000000000" pitchFamily="2" charset="0"/>
              <a:ea typeface="Roboto Condensed" panose="02000000000000000000" pitchFamily="2" charset="0"/>
              <a:cs typeface="Roboto Condensed" panose="02000000000000000000" pitchFamily="2" charset="0"/>
            </a:endParaRPr>
          </a:p>
          <a:p>
            <a:pPr lvl="0"/>
            <a:r>
              <a:rPr lang="en-PH" sz="1800" dirty="0">
                <a:latin typeface="Roboto Condensed" panose="02000000000000000000" pitchFamily="2" charset="0"/>
                <a:ea typeface="Roboto Condensed" panose="02000000000000000000" pitchFamily="2" charset="0"/>
                <a:cs typeface="Roboto Condensed" panose="02000000000000000000" pitchFamily="2" charset="0"/>
              </a:rPr>
              <a:t>Tasks:</a:t>
            </a:r>
          </a:p>
          <a:p>
            <a:pPr lvl="1"/>
            <a:r>
              <a:rPr lang="en-PH" sz="1800" dirty="0">
                <a:latin typeface="Roboto Condensed" panose="02000000000000000000" pitchFamily="2" charset="0"/>
                <a:ea typeface="Roboto Condensed" panose="02000000000000000000" pitchFamily="2" charset="0"/>
                <a:cs typeface="Roboto Condensed" panose="02000000000000000000" pitchFamily="2" charset="0"/>
              </a:rPr>
              <a:t>Generate Problem Analysis (IPO Model)</a:t>
            </a:r>
          </a:p>
          <a:p>
            <a:pPr lvl="1"/>
            <a:r>
              <a:rPr lang="en-PH" sz="1800" dirty="0">
                <a:latin typeface="Roboto Condensed" panose="02000000000000000000" pitchFamily="2" charset="0"/>
                <a:ea typeface="Roboto Condensed" panose="02000000000000000000" pitchFamily="2" charset="0"/>
                <a:cs typeface="Roboto Condensed" panose="02000000000000000000" pitchFamily="2" charset="0"/>
              </a:rPr>
              <a:t>Algorithm Design (Flowchart Steps)</a:t>
            </a:r>
          </a:p>
          <a:p>
            <a:pPr lvl="1"/>
            <a:r>
              <a:rPr lang="en-PH" sz="1800" dirty="0">
                <a:latin typeface="Roboto Condensed" panose="02000000000000000000" pitchFamily="2" charset="0"/>
                <a:ea typeface="Roboto Condensed" panose="02000000000000000000" pitchFamily="2" charset="0"/>
                <a:cs typeface="Roboto Condensed" panose="02000000000000000000" pitchFamily="2" charset="0"/>
              </a:rPr>
              <a:t>Create Flowchart version</a:t>
            </a:r>
          </a:p>
        </p:txBody>
      </p:sp>
    </p:spTree>
    <p:extLst>
      <p:ext uri="{BB962C8B-B14F-4D97-AF65-F5344CB8AC3E}">
        <p14:creationId xmlns:p14="http://schemas.microsoft.com/office/powerpoint/2010/main" val="464262360"/>
      </p:ext>
    </p:extLst>
  </p:cSld>
  <p:clrMapOvr>
    <a:masterClrMapping/>
  </p:clrMapOvr>
  <p:transition>
    <p:fade thruBlk="1"/>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GB" smtClean="0"/>
              <a:t>28</a:t>
            </a:fld>
            <a:endParaRPr lang="en-GB"/>
          </a:p>
        </p:txBody>
      </p:sp>
      <p:sp>
        <p:nvSpPr>
          <p:cNvPr id="21" name="TextBox 20"/>
          <p:cNvSpPr txBox="1"/>
          <p:nvPr/>
        </p:nvSpPr>
        <p:spPr>
          <a:xfrm>
            <a:off x="2036064" y="2279904"/>
            <a:ext cx="5253361" cy="1200329"/>
          </a:xfrm>
          <a:prstGeom prst="rect">
            <a:avLst/>
          </a:prstGeom>
          <a:noFill/>
        </p:spPr>
        <p:txBody>
          <a:bodyPr wrap="none" rtlCol="0">
            <a:spAutoFit/>
          </a:bodyPr>
          <a:lstStyle/>
          <a:p>
            <a:r>
              <a:rPr lang="en-PH" sz="7200" dirty="0">
                <a:solidFill>
                  <a:srgbClr val="3F5378"/>
                </a:solidFill>
                <a:latin typeface="Roboto" panose="02000000000000000000" pitchFamily="2" charset="0"/>
                <a:ea typeface="Roboto" panose="02000000000000000000" pitchFamily="2" charset="0"/>
              </a:rPr>
              <a:t>THANK YOU</a:t>
            </a:r>
          </a:p>
        </p:txBody>
      </p:sp>
    </p:spTree>
  </p:cSld>
  <p:clrMapOvr>
    <a:masterClrMapping/>
  </p:clrMapOvr>
  <p:transition>
    <p:fade thruBlk="1"/>
  </p:transition>
</p:sld>
</file>

<file path=ppt/theme/theme1.xml><?xml version="1.0" encoding="utf-8"?>
<a:theme xmlns:a="http://schemas.openxmlformats.org/drawingml/2006/main" name="Salerio template">
  <a:themeElements>
    <a:clrScheme name="Custom 1">
      <a:dk1>
        <a:sysClr val="windowText" lastClr="000000"/>
      </a:dk1>
      <a:lt1>
        <a:sysClr val="window" lastClr="FFFFFF"/>
      </a:lt1>
      <a:dk2>
        <a:srgbClr val="323232"/>
      </a:dk2>
      <a:lt2>
        <a:srgbClr val="E5C243"/>
      </a:lt2>
      <a:accent1>
        <a:srgbClr val="A5300F"/>
      </a:accent1>
      <a:accent2>
        <a:srgbClr val="D55816"/>
      </a:accent2>
      <a:accent3>
        <a:srgbClr val="FF0000"/>
      </a:accent3>
      <a:accent4>
        <a:srgbClr val="FF0000"/>
      </a:accent4>
      <a:accent5>
        <a:srgbClr val="FF0000"/>
      </a:accent5>
      <a:accent6>
        <a:srgbClr val="FF0000"/>
      </a:accent6>
      <a:hlink>
        <a:srgbClr val="FF0000"/>
      </a:hlink>
      <a:folHlink>
        <a:srgbClr val="FF000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432</TotalTime>
  <Words>1993</Words>
  <Application>Microsoft Office PowerPoint</Application>
  <PresentationFormat>On-screen Show (16:9)</PresentationFormat>
  <Paragraphs>199</Paragraphs>
  <Slides>28</Slides>
  <Notes>19</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28</vt:i4>
      </vt:variant>
    </vt:vector>
  </HeadingPairs>
  <TitlesOfParts>
    <vt:vector size="37" baseType="lpstr">
      <vt:lpstr>Google Sans Text</vt:lpstr>
      <vt:lpstr>Arial</vt:lpstr>
      <vt:lpstr>Roboto Condensed</vt:lpstr>
      <vt:lpstr>Wingdings</vt:lpstr>
      <vt:lpstr>Arvo</vt:lpstr>
      <vt:lpstr>Roboto Condensed Light</vt:lpstr>
      <vt:lpstr>Google Sans Code</vt:lpstr>
      <vt:lpstr>Roboto</vt:lpstr>
      <vt:lpstr>Salerio template</vt:lpstr>
      <vt:lpstr>Exception Handling</vt:lpstr>
      <vt:lpstr>Introductory Concepts to Programming </vt:lpstr>
      <vt:lpstr>Pretest : Introductory Concepts to Programming </vt:lpstr>
      <vt:lpstr>Pretest : Introductory Concepts to Programming </vt:lpstr>
      <vt:lpstr>Pretest : Introductory Concepts to Programming </vt:lpstr>
      <vt:lpstr>Pretest : Introductory Concepts to Programming </vt:lpstr>
      <vt:lpstr>Pretest : Introductory Concepts to Programming </vt:lpstr>
      <vt:lpstr>Pretest : Introductory Concepts to Programming </vt:lpstr>
      <vt:lpstr>1.1 Computer Systems</vt:lpstr>
      <vt:lpstr>1.1 Computer Systems</vt:lpstr>
      <vt:lpstr>1.1 Computer Systems</vt:lpstr>
      <vt:lpstr>1.1 Computer Systems</vt:lpstr>
      <vt:lpstr>Software (The Instructions)</vt:lpstr>
      <vt:lpstr>Programming Tools</vt:lpstr>
      <vt:lpstr>Programming Tools</vt:lpstr>
      <vt:lpstr>Programming Tools</vt:lpstr>
      <vt:lpstr>Programming Tools</vt:lpstr>
      <vt:lpstr>Problem Definition</vt:lpstr>
      <vt:lpstr>Problem Analysis</vt:lpstr>
      <vt:lpstr>Problem Analysis</vt:lpstr>
      <vt:lpstr>Algorithm Design &amp; Representation (Flowcharting)</vt:lpstr>
      <vt:lpstr>Flowchart Symbols</vt:lpstr>
      <vt:lpstr>Flowchart Symbols</vt:lpstr>
      <vt:lpstr>Algorithm Design (Flowchart Steps)</vt:lpstr>
      <vt:lpstr>Example: The Adobo Algorithm (Introducing Loops)</vt:lpstr>
      <vt:lpstr>Activity 1: The Dynamic Adobo Algorithm (Input &amp; Calculation)</vt:lpstr>
      <vt:lpstr>Activity 2: The PSU admission process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THIS IS YOUR PRESENTATION TITLE</dc:title>
  <dc:creator>Kathleen Esteves</dc:creator>
  <cp:lastModifiedBy>Leo Villanueva</cp:lastModifiedBy>
  <cp:revision>137</cp:revision>
  <cp:lastPrinted>2019-01-18T14:40:00Z</cp:lastPrinted>
  <dcterms:created xsi:type="dcterms:W3CDTF">2026-01-20T00:08:10Z</dcterms:created>
  <dcterms:modified xsi:type="dcterms:W3CDTF">2026-08-12T02:14:03Z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F1C3AB02D5D1488A81CE20DEE9477A6B_12</vt:lpwstr>
  </property>
  <property fmtid="{D5CDD505-2E9C-101B-9397-08002B2CF9AE}" pid="3" name="KSOProductBuildVer">
    <vt:lpwstr>1033-12.2.0.13214</vt:lpwstr>
  </property>
</Properties>
</file>